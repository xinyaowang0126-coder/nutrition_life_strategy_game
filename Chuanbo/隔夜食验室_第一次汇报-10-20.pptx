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0" r:id="rId2"/>
  </p:sldMasterIdLst>
  <p:notesMasterIdLst>
    <p:notesMasterId r:id="rId34"/>
  </p:notesMasterIdLst>
  <p:sldIdLst>
    <p:sldId id="256" r:id="rId3"/>
    <p:sldId id="257" r:id="rId4"/>
    <p:sldId id="258" r:id="rId5"/>
    <p:sldId id="260" r:id="rId6"/>
    <p:sldId id="261" r:id="rId7"/>
    <p:sldId id="283" r:id="rId8"/>
    <p:sldId id="263" r:id="rId9"/>
    <p:sldId id="286" r:id="rId10"/>
    <p:sldId id="264" r:id="rId11"/>
    <p:sldId id="265" r:id="rId12"/>
    <p:sldId id="266" r:id="rId13"/>
    <p:sldId id="284" r:id="rId14"/>
    <p:sldId id="268" r:id="rId15"/>
    <p:sldId id="290" r:id="rId16"/>
    <p:sldId id="291" r:id="rId17"/>
    <p:sldId id="271" r:id="rId18"/>
    <p:sldId id="272" r:id="rId19"/>
    <p:sldId id="273" r:id="rId20"/>
    <p:sldId id="285" r:id="rId21"/>
    <p:sldId id="274" r:id="rId22"/>
    <p:sldId id="276" r:id="rId23"/>
    <p:sldId id="277" r:id="rId24"/>
    <p:sldId id="278" r:id="rId25"/>
    <p:sldId id="279" r:id="rId26"/>
    <p:sldId id="280" r:id="rId27"/>
    <p:sldId id="281" r:id="rId28"/>
    <p:sldId id="282" r:id="rId29"/>
    <p:sldId id="287" r:id="rId30"/>
    <p:sldId id="288" r:id="rId31"/>
    <p:sldId id="289" r:id="rId32"/>
    <p:sldId id="259" r:id="rId33"/>
  </p:sldIdLst>
  <p:sldSz cx="12192000" cy="6858000"/>
  <p:notesSz cx="6858000" cy="9144000"/>
  <p:custDataLst>
    <p:tags r:id="rId3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59270"/>
    <a:srgbClr val="A23838"/>
    <a:srgbClr val="F4E8D3"/>
    <a:srgbClr val="ECD8B5"/>
    <a:srgbClr val="F1D5A4"/>
    <a:srgbClr val="45508F"/>
    <a:srgbClr val="3C4778"/>
    <a:srgbClr val="394A9E"/>
    <a:srgbClr val="463D98"/>
    <a:srgbClr val="2C46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73" autoAdjust="0"/>
    <p:restoredTop sz="94660"/>
  </p:normalViewPr>
  <p:slideViewPr>
    <p:cSldViewPr snapToGrid="0">
      <p:cViewPr varScale="1">
        <p:scale>
          <a:sx n="118" d="100"/>
          <a:sy n="118" d="100"/>
        </p:scale>
        <p:origin x="802"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gs" Target="tags/tag1.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2026/10/20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本页建议用时：15秒。</a:t>
            </a:r>
          </a:p>
          <a:p>
            <a:endParaRPr/>
          </a:p>
          <a:p>
            <a:r>
              <a:t>本次汇报《隔夜“食”验室》的前期设计。我们从真实传播案例出发，用既往研究说明受众与操作问题，再以框架理论、线性传播模式和控制论传播模式解释内容组织与媒介选择，最后展示视频方案及《好好吃饭》的实际机制。本阶段尚未开展正式传播效果评估。</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本页建议用时：15秒。</a:t>
            </a:r>
          </a:p>
          <a:p>
            <a:endParaRPr/>
          </a:p>
          <a:p>
            <a:r>
              <a:t>四部分依次为选题与传播目标、受众分析与框架理论、科学内容与传播策略、视频与互动游戏设计。先由案例和研究提出传播需求，再说明理论怎样落实到具体作品。</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本页建议用时：50秒。</a:t>
            </a:r>
          </a:p>
          <a:p>
            <a:endParaRPr/>
          </a:p>
          <a:p>
            <a:r>
              <a:t>【本页50秒，含视频25秒。点击“播放片段”，播放00:00–00:25后返回。】本页保留原视频真实网页截图，截图显示播放到14秒，属于本次拟播放区间。原视频标题是《隔夜菜放冰箱，害自己还害家人！》，作者为B站“香港食神戴龙”，2026年4月25日发布，原片1分26秒。标题和画面是传播分析材料，不能直接作为食品安全事实。观看时留意信息突出哪些风险，是否交代保存时间、温度及处理方式。不能只据一个片段评价作者全部内容。</a:t>
            </a:r>
          </a:p>
          <a:p>
            <a:r>
              <a:t>视频来源：https://www.bilibili.com/video/BV1HSoSBHEgS/</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本页建议用时：30秒。</a:t>
            </a:r>
          </a:p>
          <a:p>
            <a:endParaRPr/>
          </a:p>
          <a:p>
            <a:r>
              <a:t>项目内容保持储存变化、风险机制和处理行动三段式。我们希望公众理解食物在储存中可能发生的变化，知道时间、温度与操作怎样影响风险，再判断应该储存、充分复热还是丢弃。项目不是要证明所有隔夜饭菜都有害，也不简单劝大家全部丢弃，判断必须回到实际保存经历。</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本页建议用时：90秒。</a:t>
            </a:r>
          </a:p>
          <a:p>
            <a:endParaRPr/>
          </a:p>
          <a:p>
            <a:r>
              <a:t>这项全国调查研究食品处理知识、风险认知与规范行为之间的关系。研究以分层随机抽样调查3,050名消费者，得到1,780份有效问卷，其中934份涉及剩饭剩菜处理。它不是本项目开展的调查，也不是45岁及以上的专门样本。研究发现：知识平均正确率为54%；剩饭剩菜处理中只有14%的受访者报告始终采取规范做法；知识、感知易感性和感知严重性均与规范食品处理显著正相关，感知严重性的关联相对较弱。感知易感性是对自身可能遇到风险的判断，感知严重性是对后果严重程度的判断。</a:t>
            </a:r>
          </a:p>
          <a:p>
            <a:r>
              <a:t>我们的设计推导是：问题同时涉及知识、风险认知和实际操作。因此不能只停留在危害后果，还要解释风险出现的条件，并提供家庭可执行的方法。“知道重要不等于每次规范”是对发现的概括，不是一个被实验直接检验的传播因果命题。这项相关性、自报调查不能证明某种媒介必然能或不能改变行为。</a:t>
            </a:r>
          </a:p>
          <a:p>
            <a:endParaRPr/>
          </a:p>
          <a:p>
            <a:r>
              <a:t>[1] Wang M, Huang L, Liang X, Bai L. Consumer knowledge, risk perception and food-handling behaviors – A national survey in China. Food Control. 2021;122:107789.</a:t>
            </a:r>
          </a:p>
          <a:p>
            <a:r>
              <a:t>https://doi.org/10.1016/j.foodcont.2020.107789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本页建议用时：15秒。</a:t>
            </a:r>
          </a:p>
          <a:p>
            <a:endParaRPr/>
          </a:p>
          <a:p>
            <a:r>
              <a:t>四部分依次为选题与传播目标、受众分析与框架理论、科学内容与传播策略、视频与互动游戏设计。先由案例和研究提出传播需求，再说明理论怎样落实到具体作品。</a:t>
            </a:r>
          </a:p>
          <a:p>
            <a:endParaRP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706957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本页建议用时：30秒。</a:t>
            </a:r>
          </a:p>
          <a:p>
            <a:endParaRPr/>
          </a:p>
          <a:p>
            <a:r>
              <a:t>核心受众是课程确定的45岁及以上中老年人，重点关注实际参与家庭购买、烹饪、储存和食用的人。这个范围不是文献共同的年龄界线，也不意味着其中每个人的知识或媒介习惯相同。扩展传播人群包括其他年龄的观看者、游戏参与者和家庭健康信息分享者。视频与游戏都可能触及两类人，媒介安排依据传播任务，而非简单按年龄切分。</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为独立的传播设计示意。视频和互动游戏面向全年龄人群开放，不按年龄分配媒介。左路径强调核心受众直接接触，右路径强调其他年龄人群分享作品并参与家庭交流，两路汇合到共同讨论保存条件、处理方式与食品安全风险。路径并非互斥分类，扩展人群也可直接体验，老年人同样可主动分享。</a:t>
            </a:r>
          </a:p>
          <a:p>
            <a:endParaRPr/>
          </a:p>
          <a:p>
            <a:r>
              <a:t>文献依据：Wang W, Zhuang X, Shao P. Exploring Health Information Sharing Behavior of Chinese Elderly Adults on WeChat. Healthcare. 2020;8(3):207. doi:10.3390/healthcare8030207. https://doi.org/10.3390/healthcare8030207</a:t>
            </a:r>
          </a:p>
          <a:p>
            <a:r>
              <a:t>研究采用336份有效问卷和40人深入访谈，对象为浙江老年大学样本，报告了转发、咨询、回复及主动发布等分享方式，以及人际关系和关系维系的重要背景。研究并非对本项目的效果评估，不能直接外推为所有45岁及以上人群的行为。</a:t>
            </a:r>
          </a:p>
          <a:p>
            <a:endParaRPr/>
          </a:p>
          <a:p>
            <a:r>
              <a:t>家庭交流是本项目提出的传播设计假设，实际传播效果仍有待验证。图中箭头表示设计中的可能路径，不证明已经扩大传播、改善理解或改变现实操作。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本页建议用时：110秒。</a:t>
            </a:r>
          </a:p>
          <a:p>
            <a:endParaRPr/>
          </a:p>
          <a:p>
            <a:r>
              <a:t>三个研究分别回答操作知识、信息搜寻和信息分享问题。</a:t>
            </a:r>
          </a:p>
          <a:p>
            <a:r>
              <a:t>第一，栗卿等在2023年6至8月，对区域内500名社区常住老年人做问卷，并访谈30人。受访者有基础食品安全认识，但储存、保质期辨识等具体风险仍有认知盲区和行为误区，不同城乡及生活模式的亚群存在差异。我们据此优先讲保存条件和操作步骤，并避免把中老年人视为同质群体。研究是区域样本，不能全国外推。</a:t>
            </a:r>
          </a:p>
          <a:p>
            <a:r>
              <a:t>第二，赵烨与周国正采用问卷与结构方程模型，比较微信和抖音中老年用户的健康信息搜寻。自我效能和载体因素在两平台均呈正向关系；社会影响仅在微信、信息过载仅在抖音存在直接作用。模型中的“影响”应谨慎理解为统计关系，不能当作传播干预的因果结论。项目选择是让观众更易找到重点、理解步骤，控制短视频信息密度和游戏操作负担，不能据此说所有中老年人喜欢短视频或不能使用复杂媒介。</a:t>
            </a:r>
          </a:p>
          <a:p>
            <a:r>
              <a:t>第三，Wang等对浙江老年大学受访者获得336份有效问卷，并对40人访谈。健康信息分享包括转发、咨询、回复和主动发布，转发较常见，关系维系是重要动机，分享主要沿既有关系网络发生。这提醒我们保留老年人主动分享和讨论的角色，让知识便于复述。样本为60至75岁的老年大学人群，不能直接代表所有45岁以上人群。分享也不等于理解或行为改变。</a:t>
            </a:r>
          </a:p>
          <a:p>
            <a:r>
              <a:t>CNNIC仅提供媒介覆盖背景：截至2025年6月，60岁及以上网民1.61亿、普及率52.0%。它说明数字接入基础与差异并存，不能证明某种作品形式必然受欢迎。</a:t>
            </a:r>
          </a:p>
          <a:p>
            <a:endParaRPr/>
          </a:p>
          <a:p>
            <a:r>
              <a:t>[2] 栗卿，曹睿，袁蒙. 老年人群食品安全意识现状调查及健康教育策略探讨. 食品安全导刊. 2026;20(4):49–52.</a:t>
            </a:r>
          </a:p>
          <a:p>
            <a:r>
              <a:t>https://doi.org/10.16043/j.cnki.cfs.2026.04.013</a:t>
            </a:r>
          </a:p>
          <a:p>
            <a:endParaRPr/>
          </a:p>
          <a:p>
            <a:r>
              <a:t>[3] 赵烨，周国正. 微信与抖音中老年用户健康信息搜寻行为影响因素研究. 数字图书馆论坛. 2024;20(12):45–55.</a:t>
            </a:r>
          </a:p>
          <a:p>
            <a:r>
              <a:t>https://doi.org/10.3772/j.issn.1673-2286.2024.12.006</a:t>
            </a:r>
          </a:p>
          <a:p>
            <a:endParaRPr/>
          </a:p>
          <a:p>
            <a:r>
              <a:t>[4] CNNIC. 第56次《中国互联网络发展状况统计报告》. 2025. 数据截至2025年6月.</a:t>
            </a:r>
          </a:p>
          <a:p>
            <a:r>
              <a:t>https://www.cnnic.cn/n4/2025/0721/c88-11328.html</a:t>
            </a:r>
          </a:p>
          <a:p>
            <a:endParaRPr/>
          </a:p>
          <a:p>
            <a:r>
              <a:t>[5] Wang W, Zhuang X, Shao P. Exploring Health Information Sharing Behavior of Chinese Elderly Adults on WeChat. Healthcare. 2020;8(3):207.</a:t>
            </a:r>
          </a:p>
          <a:p>
            <a:r>
              <a:t>https://doi.org/10.3390/healthcare8030207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本页建议用时：80秒。</a:t>
            </a:r>
          </a:p>
          <a:p>
            <a:endParaRPr/>
          </a:p>
          <a:p>
            <a:r>
              <a:t>框架理论同时帮助我们分析信息和受众。传播信息可以选择并突出某些方面，例如反复强调“隔夜”“致癌”“有毒”等风险词汇，可能让人把“隔夜”本身当成安全标签，忽略保存条件。这里讨论的是呈现方式，不直接断言原视频整体错误。另一方面，受众也会用已有经验、节约意识、家庭责任和健康顾虑理解新信息。这些是基于文献和生活情境的分析假设，不能概括为所有中老年人的固定心理特征。</a:t>
            </a:r>
          </a:p>
          <a:p>
            <a:r>
              <a:t>我们的传播框架是“节约要讲方法，科学保存更安心”。它保留对风险的重视，也尊重节约经验，将重点放在保存时间、温度与处理办法。理论帮助我们决定的不只是传播什么事实，还包括怎样组织、突出什么，以及怎样与受众已有的理解经验建立联系。</a:t>
            </a:r>
          </a:p>
          <a:p>
            <a:r>
              <a:t>理论依据：《3 健康传播理论》课件第37–42页，尤其第38页个人与组织框架、第39–40页媒介框架、第41–42页受众框架。</a:t>
            </a:r>
          </a:p>
          <a:p>
            <a:r>
              <a:t>理论来源：D:/Chuanbo/PPT/3 健康传播理论.pdf，第37–42页。</a:t>
            </a:r>
          </a:p>
          <a:p>
            <a:endParaRPr/>
          </a:p>
          <a:p>
            <a:r>
              <a:t>[2] 栗卿，曹睿，袁蒙. 老年人群食品安全意识现状调查及健康教育策略探讨. 食品安全导刊. 2026;20(4):49–52.</a:t>
            </a:r>
          </a:p>
          <a:p>
            <a:r>
              <a:t>https://doi.org/10.16043/j.cnki.cfs.2026.04.013</a:t>
            </a:r>
          </a:p>
          <a:p>
            <a:endParaRPr/>
          </a:p>
          <a:p>
            <a:r>
              <a:t>[3] 赵烨，周国正. 微信与抖音中老年用户健康信息搜寻行为影响因素研究. 数字图书馆论坛. 2024;20(12):45–55.</a:t>
            </a:r>
          </a:p>
          <a:p>
            <a:r>
              <a:t>https://doi.org/10.3772/j.issn.1673-2286.2024.12.006</a:t>
            </a:r>
          </a:p>
          <a:p>
            <a:endParaRPr/>
          </a:p>
          <a:p>
            <a:r>
              <a:t>[5] Wang W, Zhuang X, Shao P. Exploring Health Information Sharing Behavior of Chinese Elderly Adults on WeChat. Healthcare. 2020;8(3):207.</a:t>
            </a:r>
          </a:p>
          <a:p>
            <a:r>
              <a:t>https://doi.org/10.3390/healthcare8030207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本页建议用时：55秒。</a:t>
            </a:r>
          </a:p>
          <a:p>
            <a:endParaRPr/>
          </a:p>
          <a:p>
            <a:r>
              <a:t>本页把受众可能的理解直接接到措辞、剧情和科普内容。对“过去一直这样处理”的生活经验，人物不立刻指责，而是追问具体保存过程。对“倒掉可惜”的节约顾虑，先讲及时分装冷藏如何减少浪费，再说明保存不当的丢弃条件。对健康关注，给出可执行的判断依据，避免只下能吃或不能吃的结论。这就是框架理论对内容设计的实际作用。三类理解是分析假设，不是本项目已完成问卷、访谈所得结论，也不是所有中老年人的共同特征。</a:t>
            </a:r>
          </a:p>
          <a:p>
            <a:r>
              <a:t>理论来源：D:/Chuanbo/PPT/3 健康传播理论.pdf，第37–42页。</a:t>
            </a:r>
          </a:p>
          <a:p>
            <a:endParaRPr/>
          </a:p>
          <a:p>
            <a:r>
              <a:t>[2] 栗卿，曹睿，袁蒙. 老年人群食品安全意识现状调查及健康教育策略探讨. 食品安全导刊. 2026;20(4):49–52.</a:t>
            </a:r>
          </a:p>
          <a:p>
            <a:r>
              <a:t>https://doi.org/10.16043/j.cnki.cfs.2026.04.013</a:t>
            </a:r>
          </a:p>
          <a:p>
            <a:endParaRPr/>
          </a:p>
          <a:p>
            <a:r>
              <a:t>[3] 赵烨，周国正. 微信与抖音中老年用户健康信息搜寻行为影响因素研究. 数字图书馆论坛. 2024;20(12):45–55.</a:t>
            </a:r>
          </a:p>
          <a:p>
            <a:r>
              <a:t>https://doi.org/10.3772/j.issn.1673-2286.2024.12.006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本页建议用时：15秒。</a:t>
            </a:r>
          </a:p>
          <a:p>
            <a:endParaRPr/>
          </a:p>
          <a:p>
            <a:r>
              <a:t>四部分依次为选题与传播目标、受众分析与框架理论、科学内容与传播策略、视频与互动游戏设计。先由案例和研究提出传播需求，再说明理论怎样落实到具体作品。</a:t>
            </a:r>
          </a:p>
          <a:p>
            <a:endParaRP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1991981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本页建议用时：25秒。</a:t>
            </a:r>
          </a:p>
          <a:p>
            <a:endParaRPr/>
          </a:p>
          <a:p>
            <a:r>
              <a:t>科学内容继续围绕三个问题筛选：隔夜饭菜是否必然有害，时间、温度和微生物怎样影响风险，以及怎样储存、复热、何时丢弃。选择标准是既回应常见误区，也能转成家庭实际操作。科学结论使用食品安全来源，传播理论用于解释信息组织，两者的证据角色不同。</a:t>
            </a:r>
          </a:p>
          <a:p>
            <a:endParaRPr/>
          </a:p>
          <a:p>
            <a:r>
              <a:t>[8] 香港食物安全中心. 隔夜熟菜的硝酸盐和亚硝酸盐. 2022年6月.</a:t>
            </a:r>
          </a:p>
          <a:p>
            <a:r>
              <a:t>https://www.cfs.gov.hk/sc_chi/programme/programme_rafs/programme_rafs_fc_02_22.html</a:t>
            </a:r>
          </a:p>
          <a:p>
            <a:endParaRPr/>
          </a:p>
          <a:p>
            <a:r>
              <a:t>[9] WHO. Five Keys to Safer Food Manual. 2006.</a:t>
            </a:r>
          </a:p>
          <a:p>
            <a:r>
              <a:t>https://www.who.int/publications/i/item/9789241594639</a:t>
            </a:r>
          </a:p>
          <a:p>
            <a:endParaRPr/>
          </a:p>
          <a:p>
            <a:r>
              <a:t>[10] CDC. Bacillus cereus Food Poisoning Associated with Fried Rice at Two Child Day Care Centers — Virginia, 1993. MMWR. 1994.</a:t>
            </a:r>
          </a:p>
          <a:p>
            <a:r>
              <a:t>https://www.cdc.gov/mmwr/preview/mmwrhtml/00025744.htm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风险机制</a:t>
            </a:r>
          </a:p>
          <a:p>
            <a:endParaRPr/>
          </a:p>
          <a:p>
            <a:r>
              <a:t>1. 时间：熟食室温放置不宜超过2小时；环境&gt;约32℃时，不宜超过1小时。 时限不是等待目标，熟食应尽快冷藏。</a:t>
            </a:r>
          </a:p>
          <a:p>
            <a:r>
              <a:t>对应来源：[W] WHO Five keys to safer food manual；[C] CDC Preventing Food Poisoning</a:t>
            </a:r>
          </a:p>
          <a:p>
            <a:endParaRPr/>
          </a:p>
          <a:p>
            <a:r>
              <a:t>2. 温度：5–60℃为WHO标示的危险温区。冷藏可减缓繁殖，但不等于灭菌。 WHO建议冷藏&lt;5℃，与危险温区概念分开。</a:t>
            </a:r>
          </a:p>
          <a:p>
            <a:r>
              <a:t>对应来源：[W] WHO Five keys to safer food manual</a:t>
            </a:r>
          </a:p>
          <a:p>
            <a:endParaRPr/>
          </a:p>
          <a:p>
            <a:r>
              <a:t>3. 微生物：部分致病细菌在适宜时间与温度下可能繁殖，增加食源性疾病风险。 不同菌种的生长条件并不完全相同。</a:t>
            </a:r>
          </a:p>
          <a:p>
            <a:r>
              <a:t>对应来源：[C] CDC Preventing Food Poisoning；[W] WHO Five keys to safer food manual</a:t>
            </a:r>
          </a:p>
          <a:p>
            <a:endParaRPr/>
          </a:p>
          <a:p>
            <a:r>
              <a:t>4. 毒素：部分细菌的特定毒素具有耐热性，充分复热也未必能清除已形成的毒素。 如金黄色葡萄球菌毒素，不代表所有细菌或毒素。</a:t>
            </a:r>
          </a:p>
          <a:p>
            <a:r>
              <a:t>对应来源：[S] CDC About Staph Food Poisoning</a:t>
            </a:r>
          </a:p>
          <a:p>
            <a:endParaRPr/>
          </a:p>
          <a:p>
            <a:r>
              <a:t>温度与范围核对：WHO使用5–60℃描述危险温区，冷藏建议为最好低于5℃。CDC预防页使用40–140℉描述危险温区，不能将这两套数值混写为同一原文。本页危险温区采用WHO原文，家庭冷藏操作采用≤4℃的保守设定。CDC冰箱原文为≤40℉，换算约4.44℃；≤4℃不是声称CDC原文精确写成4.0℃。CDC高温条件为暴露环境&gt;90℉，换算约32.22℃，正文以&gt;约32℃作近似。165℉约73.89℃，正文按74℃呈现，指剩菜复热的内部温度。2/1小时时限针对需冷藏的易腐食物与熟食剩菜，并非等到该时限再冷藏，也非时限内一概安全。</a:t>
            </a:r>
          </a:p>
          <a:p>
            <a:endParaRPr/>
          </a:p>
          <a:p>
            <a:r>
              <a:t>科学范围：正文使用“部分致病细菌”以对应CDC关于细菌在适宜温度下繁殖的表述，不把所有微生物的生长性质说成一致。耐热性只指部分细菌产生的特定毒素，举例限定金黄色葡萄球菌；不能推导所有菌或毒素均耐热。回顾保存时间、温度与处理经历，并在不明或明显超限时不冒险，是结合指南保存条件所作的审慎家庭处置建议；WHO手册第7页直接支持不能依赖外观、气味或味道判断安全。</a:t>
            </a:r>
          </a:p>
          <a:p>
            <a:endParaRPr/>
          </a:p>
          <a:p>
            <a:r>
              <a:t>权威来源（核对日期2026-10-19）：</a:t>
            </a:r>
          </a:p>
          <a:p>
            <a:r>
              <a:t>[W] WHO. Five keys to safer food manual.</a:t>
            </a:r>
          </a:p>
          <a:p>
            <a:r>
              <a:t>https://www.who.int/publications/i/item/9789241594639</a:t>
            </a:r>
          </a:p>
          <a:p>
            <a:r>
              <a:t>WHO官方Five Keys专题页所链接手册。第7页说明外观、气味和味道不能可靠判断是否致病；第18–19页说明熟食室温不超过2小时、及时冷藏（最好低于5℃）、5–60℃危险温区以及冷却/冷冻限制生长但不杀灭微生物。</a:t>
            </a:r>
          </a:p>
          <a:p>
            <a:r>
              <a:t>专题页：https://www.who.int/activities/promoting-safe-food-handling/five-key-to-safer-food/</a:t>
            </a:r>
          </a:p>
          <a:p>
            <a:r>
              <a:t>官方手册全文：https://iris.who.int/bitstream/handle/10665/43546/9789241594639_eng.pdf</a:t>
            </a:r>
          </a:p>
          <a:p>
            <a:endParaRPr/>
          </a:p>
          <a:p>
            <a:r>
              <a:t>[C] CDC. Preventing Food Poisoning.</a:t>
            </a:r>
          </a:p>
          <a:p>
            <a:r>
              <a:t>https://www.cdc.gov/food-safety/prevention/index.html</a:t>
            </a:r>
          </a:p>
          <a:p>
            <a:r>
              <a:t>2025-11-24页面。Refrigerate food promptly：易腐食物含熟食剩菜2小时内冷藏；暴露于高于90℉环境时1小时内冷藏。冰箱40℉及以下。热/温食物用多个干净浅容器分装，小份热食可以直接冷藏。Leftovers and casseroles安全内部温度165℉。</a:t>
            </a:r>
          </a:p>
          <a:p>
            <a:endParaRPr/>
          </a:p>
          <a:p>
            <a:r>
              <a:t>[S] CDC. About Staph Food Poisoning.</a:t>
            </a:r>
          </a:p>
          <a:p>
            <a:r>
              <a:t>https://www.cdc.gov/staph-food-poisoning/about/</a:t>
            </a:r>
          </a:p>
          <a:p>
            <a:r>
              <a:t>2024-04-16页面。金黄色葡萄球菌进入受污染食物后可繁殖并产毒；烹调虽可杀死这类细菌，却不破坏已在食物中形成的毒素。该结论限定为这类特定细菌毒素，不能概括为所有细菌或所有毒素均耐热。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安全处理</a:t>
            </a:r>
          </a:p>
          <a:p>
            <a:endParaRPr/>
          </a:p>
          <a:p>
            <a:r>
              <a:t>1. 分装：剩余熟食分成小份，放入干净浅容器，再及时冷藏，帮助更快降温。 小份热食可直接冷藏，不必整锅久放等凉。</a:t>
            </a:r>
          </a:p>
          <a:p>
            <a:r>
              <a:t>对应来源：[C] CDC Preventing Food Poisoning</a:t>
            </a:r>
          </a:p>
          <a:p>
            <a:endParaRPr/>
          </a:p>
          <a:p>
            <a:r>
              <a:t>2. 冷藏：室温≤2小时。环境高于约32℃，应在1小时内冷藏。冰箱设定≤4℃。 CDC原文≤40℉≈4.4℃；这里采用≤4℃的保守设定。</a:t>
            </a:r>
          </a:p>
          <a:p>
            <a:r>
              <a:t>对应来源：[C] CDC Preventing Food Poisoning</a:t>
            </a:r>
          </a:p>
          <a:p>
            <a:endParaRPr/>
          </a:p>
          <a:p>
            <a:r>
              <a:t>3. 回顾：回顾时间、温度及处理经历。气味与外观正常，不代表一定安全。 条件不明或明显超限，不要冒险食用。</a:t>
            </a:r>
          </a:p>
          <a:p>
            <a:r>
              <a:t>对应来源：[W] WHO Five keys to safer food manual；[C] CDC Preventing Food Poisoning</a:t>
            </a:r>
          </a:p>
          <a:p>
            <a:endParaRPr/>
          </a:p>
          <a:p>
            <a:r>
              <a:t>4. 复热：保存妥当的剩菜应充分复热，中心达74℃（165℉）。用食品温度计确认。 某些已形成的耐热毒素仍可能残留，必要时丢弃。</a:t>
            </a:r>
          </a:p>
          <a:p>
            <a:r>
              <a:t>对应来源：[C] CDC Preventing Food Poisoning；[S] CDC About Staph Food Poisoning</a:t>
            </a:r>
          </a:p>
          <a:p>
            <a:endParaRPr/>
          </a:p>
          <a:p>
            <a:r>
              <a:t>温度与范围核对：WHO使用5–60℃描述危险温区，冷藏建议为最好低于5℃。CDC预防页使用40–140℉描述危险温区，不能将这两套数值混写为同一原文。本页危险温区采用WHO原文，家庭冷藏操作采用≤4℃的保守设定。CDC冰箱原文为≤40℉，换算约4.44℃；≤4℃不是声称CDC原文精确写成4.0℃。CDC高温条件为暴露环境&gt;90℉，换算约32.22℃，正文以&gt;约32℃作近似。165℉约73.89℃，正文按74℃呈现，指剩菜复热的内部温度。2/1小时时限针对需冷藏的易腐食物与熟食剩菜，并非等到该时限再冷藏，也非时限内一概安全。</a:t>
            </a:r>
          </a:p>
          <a:p>
            <a:endParaRPr/>
          </a:p>
          <a:p>
            <a:r>
              <a:t>科学范围：正文使用“部分致病细菌”以对应CDC关于细菌在适宜温度下繁殖的表述，不把所有微生物的生长性质说成一致。耐热性只指部分细菌产生的特定毒素，举例限定金黄色葡萄球菌；不能推导所有菌或毒素均耐热。回顾保存时间、温度与处理经历，并在不明或明显超限时不冒险，是结合指南保存条件所作的审慎家庭处置建议；WHO手册第7页直接支持不能依赖外观、气味或味道判断安全。</a:t>
            </a:r>
          </a:p>
          <a:p>
            <a:endParaRPr/>
          </a:p>
          <a:p>
            <a:r>
              <a:t>权威来源（核对日期2026-10-19）：</a:t>
            </a:r>
          </a:p>
          <a:p>
            <a:r>
              <a:t>[W] WHO. Five keys to safer food manual.</a:t>
            </a:r>
          </a:p>
          <a:p>
            <a:r>
              <a:t>https://www.who.int/publications/i/item/9789241594639</a:t>
            </a:r>
          </a:p>
          <a:p>
            <a:r>
              <a:t>WHO官方Five Keys专题页所链接手册。第7页说明外观、气味和味道不能可靠判断是否致病；第18–19页说明熟食室温不超过2小时、及时冷藏（最好低于5℃）、5–60℃危险温区以及冷却/冷冻限制生长但不杀灭微生物。</a:t>
            </a:r>
          </a:p>
          <a:p>
            <a:r>
              <a:t>专题页：https://www.who.int/activities/promoting-safe-food-handling/five-key-to-safer-food/</a:t>
            </a:r>
          </a:p>
          <a:p>
            <a:r>
              <a:t>官方手册全文：https://iris.who.int/bitstream/handle/10665/43546/9789241594639_eng.pdf</a:t>
            </a:r>
          </a:p>
          <a:p>
            <a:endParaRPr/>
          </a:p>
          <a:p>
            <a:r>
              <a:t>[C] CDC. Preventing Food Poisoning.</a:t>
            </a:r>
          </a:p>
          <a:p>
            <a:r>
              <a:t>https://www.cdc.gov/food-safety/prevention/index.html</a:t>
            </a:r>
          </a:p>
          <a:p>
            <a:r>
              <a:t>2025-11-24页面。Refrigerate food promptly：易腐食物含熟食剩菜2小时内冷藏；暴露于高于90℉环境时1小时内冷藏。冰箱40℉及以下。热/温食物用多个干净浅容器分装，小份热食可以直接冷藏。Leftovers and casseroles安全内部温度165℉。</a:t>
            </a:r>
          </a:p>
          <a:p>
            <a:endParaRPr/>
          </a:p>
          <a:p>
            <a:r>
              <a:t>[S] CDC. About Staph Food Poisoning.</a:t>
            </a:r>
          </a:p>
          <a:p>
            <a:r>
              <a:t>https://www.cdc.gov/staph-food-poisoning/about/</a:t>
            </a:r>
          </a:p>
          <a:p>
            <a:r>
              <a:t>2024-04-16页面。金黄色葡萄球菌进入受污染食物后可繁殖并产毒；烹调虽可杀死这类细菌，却不破坏已在食物中形成的毒素。该结论限定为这类特定细菌毒素，不能概括为所有细菌或所有毒素均耐热。</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本页建议用时：45秒。</a:t>
            </a:r>
          </a:p>
          <a:p>
            <a:endParaRPr/>
          </a:p>
          <a:p>
            <a:r>
              <a:t>专业依据保证科学准确，人物语言把问题放回日常生活，微观动画解释肉眼看不见的变化。三者共同让观众从熟悉的家庭问题出发，理解风险，再作出具体选择。人物并不责备长辈节俭，而是用“昨晚是不是一直放在台子上”这样的具体问题，引导回顾保存条件。它回应前面提出的受众理解假设，是框架理论在视频措辞和情境中的应用。</a:t>
            </a:r>
          </a:p>
          <a:p>
            <a:r>
              <a:t>理论来源：D:/Chuanbo/PPT/3 健康传播理论.pdf，第37–42页。</a:t>
            </a:r>
          </a:p>
          <a:p>
            <a:endParaRPr/>
          </a:p>
          <a:p>
            <a:r>
              <a:t>[8] 香港食物安全中心. 隔夜熟菜的硝酸盐和亚硝酸盐. 2022年6月.</a:t>
            </a:r>
          </a:p>
          <a:p>
            <a:r>
              <a:t>https://www.cfs.gov.hk/sc_chi/programme/programme_rafs/programme_rafs_fc_02_22.html</a:t>
            </a:r>
          </a:p>
          <a:p>
            <a:endParaRPr/>
          </a:p>
          <a:p>
            <a:r>
              <a:t>[9] WHO. Five Keys to Safer Food Manual. 2006.</a:t>
            </a:r>
          </a:p>
          <a:p>
            <a:r>
              <a:t>https://www.who.int/publications/i/item/9789241594639</a:t>
            </a:r>
          </a:p>
          <a:p>
            <a:endParaRPr/>
          </a:p>
          <a:p>
            <a:r>
              <a:t>[10] CDC. Bacillus cereus Food Poisoning Associated with Fried Rice at Two Child Day Care Centers — Virginia, 1993. MMWR. 1994.</a:t>
            </a:r>
          </a:p>
          <a:p>
            <a:r>
              <a:t>https://www.cdc.gov/mmwr/preview/mmwrhtml/00025744.htm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本页建议用时：80秒。</a:t>
            </a:r>
          </a:p>
          <a:p>
            <a:endParaRPr/>
          </a:p>
          <a:p>
            <a:r>
              <a:t>先区分模式，再说明媒介选择。线性传播模式关注传播者如何组织信息、借助媒介传给受众。本项目由制作团队整理储存变化、风险条件和处理方法，通过剧情科普视频面向核心受众及更广泛观看者。视频按提出疑问、解释机制、给出建议的预设顺序，在有限时间内集中传递相对完整的信息。</a:t>
            </a:r>
          </a:p>
          <a:p>
            <a:r>
              <a:t>控制论传播模式把反馈纳入过程，关注行动怎样根据反馈得到调节。在《好好吃饭》中，玩家作出饮食与生活决策，系统按照规则结算费用、库存与角色状态，玩家看见结果后调整后续安排。选择有可观察的后果，形成选择、反馈、调整的循环。</a:t>
            </a:r>
          </a:p>
          <a:p>
            <a:r>
              <a:t>这是对两种模式关注重点的比较，不能把视频说成绝对单向，评论、试映等仍可提供反馈；也不能把游戏内部的操作反馈等同于完整双向健康传播或已证明的学习效果。</a:t>
            </a:r>
          </a:p>
          <a:p>
            <a:r>
              <a:t>理论依据：《2 传播模式》课件第5–6页、第11–15页。</a:t>
            </a:r>
          </a:p>
          <a:p>
            <a:r>
              <a:t>理论来源：D:/Chuanbo/PPT/2 传播模式.pdf，第5–6页、第11–15页。</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本页建议用时：75秒。</a:t>
            </a:r>
          </a:p>
          <a:p>
            <a:endParaRPr/>
          </a:p>
          <a:p>
            <a:r>
              <a:t>媒介选择来自传播任务的差异。视频适合观看和理解预先组织的故事与解释，其任务是集中讲清储存风险的形成条件和家庭处理方法，局限是不能实时根据每位观众的理解改写叙事。游戏允许玩家主动选择、观察结果、调整策略，将相关知识嵌入生活决策和系统规则，但规则反馈不能直接当作真实学习成效。</a:t>
            </a:r>
          </a:p>
          <a:p>
            <a:r>
              <a:t>框架理论在前面决定怎样组织和突出信息，线性传播模式指导视频的叙事次序，控制论传播模式指导游戏的反馈调节。这是三个概念如何对应作品。我们不按年龄给不同人分配媒介，核心受众与扩展人群都可能接触视频和游戏。</a:t>
            </a:r>
          </a:p>
          <a:p>
            <a:r>
              <a:t>文献[7]为营养教育与饮食行为游戏范围综述，纳入22篇研究，部分结果积极但研究设计和质量存在异质性。因此它支持进一步探索和审校，不能证明游戏优于视频，也不能证明本项目已经有效。</a:t>
            </a:r>
          </a:p>
          <a:p>
            <a:r>
              <a:t>理论来源：D:/Chuanbo/PPT/2 传播模式.pdf，第5–6页、第11–15页。</a:t>
            </a:r>
          </a:p>
          <a:p>
            <a:endParaRPr/>
          </a:p>
          <a:p>
            <a:r>
              <a:t>[7] Baranowski T, Ryan C, Hoyos-Cespedes A, Lu AS. Nutrition Education and Dietary Behavior Change Games: A Scoping Review. Games for Health Journal. 2019;8(3):153–176.</a:t>
            </a:r>
          </a:p>
          <a:p>
            <a:r>
              <a:t>https://doi.org/10.1089/g4h.2018.0070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本页建议用时：15秒。</a:t>
            </a:r>
          </a:p>
          <a:p>
            <a:endParaRPr/>
          </a:p>
          <a:p>
            <a:r>
              <a:t>四部分依次为选题与传播目标、受众分析与框架理论、科学内容与传播策略、视频与互动游戏设计。先由案例和研究提出传播需求，再说明理论怎样落实到具体作品。</a:t>
            </a:r>
          </a:p>
          <a:p>
            <a:endParaRP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419467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本页建议用时：35秒。</a:t>
            </a:r>
          </a:p>
          <a:p>
            <a:endParaRPr/>
          </a:p>
          <a:p>
            <a:r>
              <a:t>视频继续以家庭情境、微观解释和现实处理组织。陈阿姨与女儿林清面对保存经历不同的剩饭剩菜产生自然疑问，在关键处插入旁白与微观解释，再回到分装冷藏或必要时丢弃的选择。框架应用体现在不从责备节俭出发，而是追问保存条件，理解后再行动。现阶段是视频与动画方案，不能展示成已拍摄完成的作品。</a:t>
            </a:r>
          </a:p>
          <a:p>
            <a:r>
              <a:t>理论来源：D:/Chuanbo/PPT/3 健康传播理论.pdf，第37–42页。</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本页建议用时：60秒。</a:t>
            </a:r>
          </a:p>
          <a:p>
            <a:endParaRPr/>
          </a:p>
          <a:p>
            <a:r>
              <a:t>《好好吃饭》是内容丰富的营养健康生活策略游戏，不是专门围绕隔夜饭菜设计的单一科普小游戏。学生篇《撑过这一周》围绕考试周的饮食、预算、精力和复习，食堂、外卖、便利店和宿舍存粮提供不同选择。周阿姨篇《自己的舞台》围绕社区合唱汇演安排饮食、备餐、休息与排练。隔夜饭菜的储存和再热属于其中的相关生活情境。这里保留两张真实操作截图，不虚构人物、卡牌或规则。游戏资源是虚拟机制，专业数值审校和教育效果验证尚未完成。</a:t>
            </a:r>
          </a:p>
          <a:p>
            <a:endParaRPr/>
          </a:p>
          <a:p>
            <a:r>
              <a:t>[7] Baranowski T, Ryan C, Hoyos-Cespedes A, Lu AS. Nutrition Education and Dietary Behavior Change Games: A Scoping Review. Games for Health Journal. 2019;8(3):153–176.</a:t>
            </a:r>
          </a:p>
          <a:p>
            <a:r>
              <a:t>https://doi.org/10.1089/g4h.2018.0070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本页建议用时：45秒。</a:t>
            </a:r>
          </a:p>
          <a:p>
            <a:endParaRPr/>
          </a:p>
          <a:p>
            <a:r>
              <a:t>这张真实截图显示一份常温12小时、未冷藏的青菜。玩家先查看保存历史，系统按既有规则限制不合规熟食进入餐盘，再由玩家作出处置。重点不是让玩家背下“12小时”，更不能把它解释为普遍适用的安全阈值，而是看到时间和温度等保存条件会影响食品取用。该机制体现游戏规则与食品安全依据的结合，后续仍需专业审校。</a:t>
            </a:r>
          </a:p>
          <a:p>
            <a:endParaRPr/>
          </a:p>
          <a:p>
            <a:r>
              <a:t>[7] Baranowski T, Ryan C, Hoyos-Cespedes A, Lu AS. Nutrition Education and Dietary Behavior Change Games: A Scoping Review. Games for Health Journal. 2019;8(3):153–176.</a:t>
            </a:r>
          </a:p>
          <a:p>
            <a:r>
              <a:t>https://doi.org/10.1089/g4h.2018.0070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本页建议用时：45秒。</a:t>
            </a:r>
          </a:p>
          <a:p>
            <a:endParaRPr/>
          </a:p>
          <a:p>
            <a:r>
              <a:t>实际操作中，早餐现做并保存另一份，午餐再热，晚餐选择社区食堂等食物，随后系统结算费用、库存与角色状态，并在每日小结呈现三餐来源、恢复情况及次日相关变化。玩家还可以根据结算改变下一天的安排，形成选择、系统结算、每日小结、调整次日的反馈循环。这体现控制论关于反馈调节后续行动的思想。</a:t>
            </a:r>
          </a:p>
          <a:p>
            <a:r>
              <a:t>截图中余额190、余力61、排练8/70等均为游戏虚拟状态，不能转为现实营养或健康效果。游戏内反馈闭环不等于证明玩家理解食品安全知识，也不证明游戏选择会迁移到现实生活。</a:t>
            </a:r>
          </a:p>
          <a:p>
            <a:r>
              <a:t>理论来源：D:/Chuanbo/PPT/2 传播模式.pdf，第5–6页、第11–15页。</a:t>
            </a:r>
          </a:p>
          <a:p>
            <a:endParaRPr/>
          </a:p>
          <a:p>
            <a:r>
              <a:t>[7] Baranowski T, Ryan C, Hoyos-Cespedes A, Lu AS. Nutrition Education and Dietary Behavior Change Games: A Scoping Review. Games for Health Journal. 2019;8(3):153–176.</a:t>
            </a:r>
          </a:p>
          <a:p>
            <a:r>
              <a:t>https://doi.org/10.1089/g4h.2018.0070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本页建议用时：30秒。</a:t>
            </a:r>
          </a:p>
          <a:p>
            <a:endParaRPr/>
          </a:p>
          <a:p>
            <a:r>
              <a:t>目前已明确传播问题与目标受众，形成视频方案，并有可操作的营养健康生活策略游戏。接下来完善视频和动画，核对食品安全科学口径，继续检查游戏提示和数值。后续按实际条件开展专业审校与机制检查，未来有条件再考虑更系统的传播效果评价。本阶段没有开展目标受众问卷、访谈或正式效果评估，不能把前期设计写成已验证成效。</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本页建议用时：10秒。</a:t>
            </a:r>
          </a:p>
          <a:p>
            <a:endParaRPr/>
          </a:p>
          <a:p>
            <a:r>
              <a:t>以上为项目第一次汇报的前期设计与作品方案，请老师同学批评指正。</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参考文献附页，不计入20分钟主讲时间。</a:t>
            </a:r>
          </a:p>
          <a:p>
            <a:endParaRPr/>
          </a:p>
          <a:p>
            <a:r>
              <a:t>正文[1]为全国消费者知识、风险认知与处理行为研究，[2]为区域老年社区样本，[3]为微信与抖音中老年用户健康信息搜寻研究，[4]为CNNIC媒介覆盖背景，[5]为浙江老年大学健康信息分享研究，[6]为代际数字健康素养协助访谈研究。各自样本、年龄范围和证据角色不同。赵烨、周国正论文的正确DOI为10.3772/j.issn.1673-2286.2024.12.006。</a:t>
            </a:r>
          </a:p>
          <a:p>
            <a:endParaRPr/>
          </a:p>
          <a:p>
            <a:r>
              <a:t>[1] Wang M, Huang L, Liang X, Bai L. Consumer knowledge, risk perception and food-handling behaviors – A national survey in China. Food Control. 2021;122:107789.</a:t>
            </a:r>
          </a:p>
          <a:p>
            <a:r>
              <a:t>https://doi.org/10.1016/j.foodcont.2020.107789</a:t>
            </a:r>
          </a:p>
          <a:p>
            <a:endParaRPr/>
          </a:p>
          <a:p>
            <a:r>
              <a:t>[2] 栗卿，曹睿，袁蒙. 老年人群食品安全意识现状调查及健康教育策略探讨. 食品安全导刊. 2026;20(4):49–52.</a:t>
            </a:r>
          </a:p>
          <a:p>
            <a:r>
              <a:t>https://doi.org/10.16043/j.cnki.cfs.2026.04.013</a:t>
            </a:r>
          </a:p>
          <a:p>
            <a:endParaRPr/>
          </a:p>
          <a:p>
            <a:r>
              <a:t>[3] 赵烨，周国正. 微信与抖音中老年用户健康信息搜寻行为影响因素研究. 数字图书馆论坛. 2024;20(12):45–55.</a:t>
            </a:r>
          </a:p>
          <a:p>
            <a:r>
              <a:t>https://doi.org/10.3772/j.issn.1673-2286.2024.12.006</a:t>
            </a:r>
          </a:p>
          <a:p>
            <a:endParaRPr/>
          </a:p>
          <a:p>
            <a:r>
              <a:t>[4] CNNIC. 第56次《中国互联网络发展状况统计报告》. 2025. 数据截至2025年6月.</a:t>
            </a:r>
          </a:p>
          <a:p>
            <a:r>
              <a:t>https://www.cnnic.cn/n4/2025/0721/c88-11328.html</a:t>
            </a:r>
          </a:p>
          <a:p>
            <a:endParaRPr/>
          </a:p>
          <a:p>
            <a:r>
              <a:t>[5] Wang W, Zhuang X, Shao P. Exploring Health Information Sharing Behavior of Chinese Elderly Adults on WeChat. Healthcare. 2020;8(3):207.</a:t>
            </a:r>
          </a:p>
          <a:p>
            <a:r>
              <a:t>https://doi.org/10.3390/healthcare8030207</a:t>
            </a:r>
          </a:p>
          <a:p>
            <a:endParaRPr/>
          </a:p>
          <a:p>
            <a:r>
              <a:t>[6] Sun J, Yang L. Understanding the factors influencing intergenerational back-feeding on digital health literacy of Chinese older adults: Qualitative interview study. Digital Health. 2026;12:20552076251411034.</a:t>
            </a:r>
          </a:p>
          <a:p>
            <a:r>
              <a:t>https://doi.org/10.1177/20552076251411034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参考文献附页，不计入20分钟主讲时间。</a:t>
            </a:r>
          </a:p>
          <a:p>
            <a:endParaRPr/>
          </a:p>
          <a:p>
            <a:r>
              <a:t>[7]为营养教育与饮食行为游戏范围综述，不证明本项目有效。[8]为香港食物安全中心熟菜硝酸盐与亚硝酸盐资料，[9]为WHO食品安全五大要点手册，[10]为CDC蜡样芽胞杆菌炒饭中毒调查。食品安全来源与传播理论来源分别使用。理论使用课程《3 健康传播理论》第37–42页与《2 传播模式》第5–6页、第11–15页。视频故事使用现有项目剧本，游戏使用实际项目机制与截图。</a:t>
            </a:r>
          </a:p>
          <a:p>
            <a:endParaRPr/>
          </a:p>
          <a:p>
            <a:r>
              <a:t>[7] Baranowski T, Ryan C, Hoyos-Cespedes A, Lu AS. Nutrition Education and Dietary Behavior Change Games: A Scoping Review. Games for Health Journal. 2019;8(3):153–176.</a:t>
            </a:r>
          </a:p>
          <a:p>
            <a:r>
              <a:t>https://doi.org/10.1089/g4h.2018.0070</a:t>
            </a:r>
          </a:p>
          <a:p>
            <a:endParaRPr/>
          </a:p>
          <a:p>
            <a:r>
              <a:t>[8] 香港食物安全中心. 隔夜熟菜的硝酸盐和亚硝酸盐. 2022年6月.</a:t>
            </a:r>
          </a:p>
          <a:p>
            <a:r>
              <a:t>https://www.cfs.gov.hk/sc_chi/programme/programme_rafs/programme_rafs_fc_02_22.html</a:t>
            </a:r>
          </a:p>
          <a:p>
            <a:endParaRPr/>
          </a:p>
          <a:p>
            <a:r>
              <a:t>[9] WHO. Five Keys to Safer Food Manual. 2006.</a:t>
            </a:r>
          </a:p>
          <a:p>
            <a:r>
              <a:t>https://www.who.int/publications/i/item/9789241594639</a:t>
            </a:r>
          </a:p>
          <a:p>
            <a:endParaRPr/>
          </a:p>
          <a:p>
            <a:r>
              <a:t>[10] CDC. Bacillus cereus Food Poisoning Associated with Fried Rice at Two Child Day Care Centers — Virginia, 1993. MMWR. 1994.</a:t>
            </a:r>
          </a:p>
          <a:p>
            <a:r>
              <a:t>https://www.cdc.gov/mmwr/preview/mmwrhtml/00025744.htm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学生实习思考过程记录提纲</a:t>
            </a:r>
          </a:p>
          <a:p>
            <a:r>
              <a:t>一、前期选题与思考（创作初始思维）</a:t>
            </a:r>
          </a:p>
          <a:p>
            <a:endParaRPr/>
          </a:p>
          <a:p>
            <a:r>
              <a:t>1. 本次制作的健康传播材料主题是什么？选题的初衷和依据是什么？（结合课堂理论、社会热点、受众需求、自身认知等说明）</a:t>
            </a:r>
          </a:p>
          <a:p>
            <a:r>
              <a:t>主题是家庭剩饭剩菜的储存、复热与处置。</a:t>
            </a:r>
          </a:p>
          <a:p>
            <a:r>
              <a:t>真实短视频的风险标签与既往研究的操作盲区支持选题，用框架理论重新组织信息。</a:t>
            </a:r>
          </a:p>
          <a:p>
            <a:r>
              <a:t>尊重节约经验，提供条件与做法，游戏展示相关生活决策。</a:t>
            </a:r>
          </a:p>
          <a:p>
            <a:endParaRPr/>
          </a:p>
          <a:p>
            <a:r>
              <a:t>2. 本次材料的核心目标受众是谁？（年龄、职业、健康基础、认知水平、媒介接触习惯）</a:t>
            </a:r>
          </a:p>
          <a:p>
            <a:r>
              <a:t>核心为45岁及以上家庭食品处理者，按家庭角色而非职业定位。</a:t>
            </a:r>
          </a:p>
          <a:p>
            <a:r>
              <a:t>健康基础、知识与媒介习惯存在差异，具体分布尚未调查。</a:t>
            </a:r>
          </a:p>
          <a:p>
            <a:r>
              <a:t>扩展人群为其他年龄的家庭成员，可通过观看、游戏体验和讨论参与。</a:t>
            </a:r>
          </a:p>
          <a:p>
            <a:endParaRPr/>
          </a:p>
          <a:p>
            <a:r>
              <a:t>阶段说明：本提纲用于独立展示创作思考过程，按第一次汇报的当前材料填写。没有开展的目标受众问卷、访谈、正式效果评价和成片制作，不作为已完成结果。第四、第五部分为现阶段可记录的反思与建议，不代替后期全过程复盘。</a:t>
            </a:r>
          </a:p>
          <a:p>
            <a:endParaRPr/>
          </a:p>
          <a:p>
            <a:r>
              <a:t>提纲来源：D:/Chuanbo/学生实习思考过程填写提纲.docx。课程说明见D:/Chuanbo/助教说明.png：提纲解答单独展示，第一次侧重第一、二部分与第三部分第1题，可另外展示已有思考。</a:t>
            </a:r>
          </a:p>
          <a:p>
            <a:r>
              <a:t>项目内容依据：当前《隔夜食验室_第一次汇报_研究与理论深化版.pptx》及D:/Chuanbo/Overnight_Food_Project_Plan.docx。6–8分钟是原方案的建议成片时长，尚未通过试映确定，与汇报开场案例的25秒节选不同。</a:t>
            </a:r>
          </a:p>
          <a:p>
            <a:endParaRPr/>
          </a:p>
          <a:p>
            <a:r>
              <a:t>[1] Wang M, Huang L, Liang X, Bai L. Consumer knowledge, risk perception and food-handling behaviors – A national survey in China. Food Control. 2021;122:107789.</a:t>
            </a:r>
          </a:p>
          <a:p>
            <a:r>
              <a:t>https://doi.org/10.1016/j.foodcont.2020.107789</a:t>
            </a:r>
          </a:p>
          <a:p>
            <a:endParaRPr/>
          </a:p>
          <a:p>
            <a:r>
              <a:t>[2] 栗卿，曹睿，袁蒙. 老年人群食品安全意识现状调查及健康教育策略探讨. 食品安全导刊. 2026;20(4):49–52.</a:t>
            </a:r>
          </a:p>
          <a:p>
            <a:r>
              <a:t>https://doi.org/10.16043/j.cnki.cfs.2026.04.013</a:t>
            </a:r>
          </a:p>
          <a:p>
            <a:endParaRPr/>
          </a:p>
          <a:p>
            <a:r>
              <a:t>[3] 赵烨，周国正. 微信与抖音中老年用户健康信息搜寻行为影响因素研究. 数字图书馆论坛. 2024;20(12):45–55.</a:t>
            </a:r>
          </a:p>
          <a:p>
            <a:r>
              <a:t>https://doi.org/10.3772/j.issn.1673-2286.2024.12.006</a:t>
            </a:r>
          </a:p>
          <a:p>
            <a:endParaRPr/>
          </a:p>
          <a:p>
            <a:r>
              <a:t>[5] Wang W, Zhuang X, Shao P. Exploring Health Information Sharing Behavior of Chinese Elderly Adults on WeChat. Healthcare. 2020;8(3):207.</a:t>
            </a:r>
          </a:p>
          <a:p>
            <a:r>
              <a:t>https://doi.org/10.3390/healthcare8030207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学生实习思考过程记录提纲</a:t>
            </a:r>
          </a:p>
          <a:p>
            <a:r>
              <a:t>一、前期选题与思考（创作初始思维）</a:t>
            </a:r>
          </a:p>
          <a:p>
            <a:endParaRPr/>
          </a:p>
          <a:p>
            <a:r>
              <a:t>3. 针对目标受众，预设的传播目标是什么？（普及知识/纠正误区/引导行为/缓解焦虑等）</a:t>
            </a:r>
          </a:p>
          <a:p>
            <a:r>
              <a:t>希望受众理解风险与时间、温度及处理方式的关系，纠正“隔夜必然有害”或“加热一定安全”的误区，掌握储存、复热和丢弃方法，并有机会参与家庭交流。以上均为待验证的预期目标。</a:t>
            </a:r>
          </a:p>
          <a:p>
            <a:endParaRPr/>
          </a:p>
          <a:p>
            <a:r>
              <a:t>4. 选题阶段你遇到的最大困惑是什么？是否出现选题过大、过小、脱离受众的问题？如何抉择？</a:t>
            </a:r>
          </a:p>
          <a:p>
            <a:r>
              <a:t>难点是收窄主题，同时保留游戏的完整性。</a:t>
            </a:r>
          </a:p>
          <a:p>
            <a:r>
              <a:t>视频聚焦家庭储存与复热。游戏仍是营养健康生活策略作品，只展示其中相关情境。</a:t>
            </a:r>
          </a:p>
          <a:p>
            <a:r>
              <a:t>避免把所有健康问题塞进一段科普。</a:t>
            </a:r>
          </a:p>
          <a:p>
            <a:endParaRPr/>
          </a:p>
          <a:p>
            <a:r>
              <a:t>阶段说明：本提纲用于独立展示创作思考过程，按第一次汇报的当前材料填写。没有开展的目标受众问卷、访谈、正式效果评价和成片制作，不作为已完成结果。第四、第五部分为现阶段可记录的反思与建议，不代替后期全过程复盘。</a:t>
            </a:r>
          </a:p>
          <a:p>
            <a:r>
              <a:t>理论来源：D:/Chuanbo/PPT/3 健康传播理论.pdf，第37–42页；D:/Chuanbo/PPT/2 传播模式.pdf，第5–6页、第11–15页。</a:t>
            </a:r>
          </a:p>
          <a:p>
            <a:endParaRPr/>
          </a:p>
          <a:p>
            <a:r>
              <a:t>提纲来源：D:/Chuanbo/学生实习思考过程填写提纲.docx。课程说明见D:/Chuanbo/助教说明.png：提纲解答单独展示，第一次侧重第一、二部分与第三部分第1题，可另外展示已有思考。</a:t>
            </a:r>
          </a:p>
          <a:p>
            <a:r>
              <a:t>项目内容依据：当前《隔夜食验室_第一次汇报_研究与理论深化版.pptx》及D:/Chuanbo/Overnight_Food_Project_Plan.docx。6–8分钟是原方案的建议成片时长，尚未通过试映确定，与汇报开场案例的25秒节选不同。</a:t>
            </a:r>
          </a:p>
          <a:p>
            <a:endParaRPr/>
          </a:p>
          <a:p>
            <a:r>
              <a:t>[8] 香港食物安全中心. 隔夜熟菜的硝酸盐和亚硝酸盐. 2022年6月.</a:t>
            </a:r>
          </a:p>
          <a:p>
            <a:r>
              <a:t>https://www.cfs.gov.hk/sc_chi/programme/programme_rafs/programme_rafs_fc_02_22.html</a:t>
            </a:r>
          </a:p>
          <a:p>
            <a:endParaRPr/>
          </a:p>
          <a:p>
            <a:r>
              <a:t>[9] WHO. Five Keys to Safer Food Manual. 2006.</a:t>
            </a:r>
          </a:p>
          <a:p>
            <a:r>
              <a:t>https://www.who.int/publications/i/item/9789241594639</a:t>
            </a:r>
          </a:p>
          <a:p>
            <a:endParaRPr/>
          </a:p>
          <a:p>
            <a:r>
              <a:t>[10] CDC. Bacillus cereus Food Poisoning Associated with Fried Rice at Two Child Day Care Centers — Virginia, 1993. MMWR. 1994.</a:t>
            </a:r>
          </a:p>
          <a:p>
            <a:r>
              <a:t>https://www.cdc.gov/mmwr/preview/mmwrhtml/00025744.htm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学生实习思考过程记录提纲</a:t>
            </a:r>
          </a:p>
          <a:p>
            <a:r>
              <a:t>二、内容策划与理论运用思考（核心创作思维）</a:t>
            </a:r>
          </a:p>
          <a:p>
            <a:endParaRPr/>
          </a:p>
          <a:p>
            <a:r>
              <a:t>1. 如何平衡健康内容的科学性和通俗性？素材、数据、知识点的来源是什么？如何规避科普错误？</a:t>
            </a:r>
          </a:p>
          <a:p>
            <a:r>
              <a:t>科学依据回溯WHO、香港食物安全中心与CDC，研究数据标明样本边界。用家庭对话和原理示意动画解释风险，避免把示意当检测。发布前仍需专业审校。</a:t>
            </a:r>
          </a:p>
          <a:p>
            <a:endParaRPr/>
          </a:p>
          <a:p>
            <a:r>
              <a:t>2. 结合受众特点，在内容取舍、语言风格、知识点侧重上做了哪些针对性设计？</a:t>
            </a:r>
          </a:p>
          <a:p>
            <a:r>
              <a:t>围绕时间、温度、保存经历和处置步骤取舍内容。人物不责备节俭习惯，以具体问题引导判断。表达突出重点，控制信息密度与操作负担，受众理解框架仍待验证。</a:t>
            </a:r>
          </a:p>
          <a:p>
            <a:endParaRPr/>
          </a:p>
          <a:p>
            <a:r>
              <a:t>3. 内容策划阶段，遇到的困难是什么？</a:t>
            </a:r>
          </a:p>
          <a:p>
            <a:r>
              <a:t>难点是把研究发现转成设计理由，并把三项理论落到作品。当前按研究方法、实际发现和设计启示组织证据，以框架指导措辞，以两种模式解释视频与游戏。</a:t>
            </a:r>
          </a:p>
          <a:p>
            <a:endParaRPr/>
          </a:p>
          <a:p>
            <a:r>
              <a:t>阶段说明：本提纲用于独立展示创作思考过程，按第一次汇报的当前材料填写。没有开展的目标受众问卷、访谈、正式效果评价和成片制作，不作为已完成结果。第四、第五部分为现阶段可记录的反思与建议，不代替后期全过程复盘。</a:t>
            </a:r>
          </a:p>
          <a:p>
            <a:r>
              <a:t>理论来源：D:/Chuanbo/PPT/3 健康传播理论.pdf，第37–42页；D:/Chuanbo/PPT/2 传播模式.pdf，第5–6页、第11–15页。</a:t>
            </a:r>
          </a:p>
          <a:p>
            <a:endParaRPr/>
          </a:p>
          <a:p>
            <a:r>
              <a:t>提纲来源：D:/Chuanbo/学生实习思考过程填写提纲.docx。课程说明见D:/Chuanbo/助教说明.png：提纲解答单独展示，第一次侧重第一、二部分与第三部分第1题，可另外展示已有思考。</a:t>
            </a:r>
          </a:p>
          <a:p>
            <a:r>
              <a:t>项目内容依据：当前《隔夜食验室_第一次汇报_研究与理论深化版.pptx》及D:/Chuanbo/Overnight_Food_Project_Plan.docx。6–8分钟是原方案的建议成片时长，尚未通过试映确定，与汇报开场案例的25秒节选不同。</a:t>
            </a:r>
          </a:p>
          <a:p>
            <a:endParaRPr/>
          </a:p>
          <a:p>
            <a:r>
              <a:t>[2] 栗卿，曹睿，袁蒙. 老年人群食品安全意识现状调查及健康教育策略探讨. 食品安全导刊. 2026;20(4):49–52.</a:t>
            </a:r>
          </a:p>
          <a:p>
            <a:r>
              <a:t>https://doi.org/10.16043/j.cnki.cfs.2026.04.013</a:t>
            </a:r>
          </a:p>
          <a:p>
            <a:endParaRPr/>
          </a:p>
          <a:p>
            <a:r>
              <a:t>[3] 赵烨，周国正. 微信与抖音中老年用户健康信息搜寻行为影响因素研究. 数字图书馆论坛. 2024;20(12):45–55.</a:t>
            </a:r>
          </a:p>
          <a:p>
            <a:r>
              <a:t>https://doi.org/10.3772/j.issn.1673-2286.2024.12.006</a:t>
            </a:r>
          </a:p>
          <a:p>
            <a:endParaRPr/>
          </a:p>
          <a:p>
            <a:r>
              <a:t>[5] Wang W, Zhuang X, Shao P. Exploring Health Information Sharing Behavior of Chinese Elderly Adults on WeChat. Healthcare. 2020;8(3):207.</a:t>
            </a:r>
          </a:p>
          <a:p>
            <a:r>
              <a:t>https://doi.org/10.3390/healthcare8030207</a:t>
            </a:r>
          </a:p>
          <a:p>
            <a:endParaRPr/>
          </a:p>
          <a:p>
            <a:r>
              <a:t>[8] 香港食物安全中心. 隔夜熟菜的硝酸盐和亚硝酸盐. 2022年6月.</a:t>
            </a:r>
          </a:p>
          <a:p>
            <a:r>
              <a:t>https://www.cfs.gov.hk/sc_chi/programme/programme_rafs/programme_rafs_fc_02_22.html</a:t>
            </a:r>
          </a:p>
          <a:p>
            <a:endParaRPr/>
          </a:p>
          <a:p>
            <a:r>
              <a:t>[9] WHO. Five Keys to Safer Food Manual. 2006.</a:t>
            </a:r>
          </a:p>
          <a:p>
            <a:r>
              <a:t>https://www.who.int/publications/i/item/9789241594639</a:t>
            </a:r>
          </a:p>
          <a:p>
            <a:endParaRPr/>
          </a:p>
          <a:p>
            <a:r>
              <a:t>[10] CDC. Bacillus cereus Food Poisoning Associated with Fried Rice at Two Child Day Care Centers — Virginia, 1993. MMWR. 1994.</a:t>
            </a:r>
          </a:p>
          <a:p>
            <a:r>
              <a:t>https://www.cdc.gov/mmwr/preview/mmwrhtml/00025744.htm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学生实习思考过程记录提纲</a:t>
            </a:r>
          </a:p>
          <a:p>
            <a:r>
              <a:t>三、形式设计与传播适配思考（呈现思维）</a:t>
            </a:r>
          </a:p>
          <a:p>
            <a:endParaRPr/>
          </a:p>
          <a:p>
            <a:r>
              <a:t>1. 选择的传播载体是什么？（海报/公众号/短视频/折页等）选择该载体的理由是什么？对新媒体的评价怎样？</a:t>
            </a:r>
          </a:p>
          <a:p>
            <a:r>
              <a:t>使用剧情科普短视频与《好好吃饭》互动游戏。视频按预设顺序集中解释，游戏让选择产生可观察的反馈。新媒体便于接触与分享，但平台覆盖不等于偏好，也需控制信息过载和操作门槛。</a:t>
            </a:r>
          </a:p>
          <a:p>
            <a:endParaRPr/>
          </a:p>
          <a:p>
            <a:r>
              <a:t>2. 在视觉、排版、结构、时长等形式设计上，如何贴合受众阅读/观看习惯？</a:t>
            </a:r>
          </a:p>
          <a:p>
            <a:r>
              <a:t>原视频方案建议6–8分钟，拟按试用理解情况调整。</a:t>
            </a:r>
          </a:p>
          <a:p>
            <a:r>
              <a:t>以家庭疑问、微观解释和现实处理组织叙事，使用大字幕、清晰口播与低信息密度。</a:t>
            </a:r>
          </a:p>
          <a:p>
            <a:r>
              <a:t>游戏保留真实界面与明确反馈，兼顾数字操作差异。</a:t>
            </a:r>
          </a:p>
          <a:p>
            <a:endParaRPr/>
          </a:p>
          <a:p>
            <a:r>
              <a:t>阶段说明：本提纲用于独立展示创作思考过程，按第一次汇报的当前材料填写。没有开展的目标受众问卷、访谈、正式效果评价和成片制作，不作为已完成结果。第四、第五部分为现阶段可记录的反思与建议，不代替后期全过程复盘。</a:t>
            </a:r>
          </a:p>
          <a:p>
            <a:r>
              <a:t>理论来源：D:/Chuanbo/PPT/3 健康传播理论.pdf，第37–42页；D:/Chuanbo/PPT/2 传播模式.pdf，第5–6页、第11–15页。</a:t>
            </a:r>
          </a:p>
          <a:p>
            <a:endParaRPr/>
          </a:p>
          <a:p>
            <a:r>
              <a:t>提纲来源：D:/Chuanbo/学生实习思考过程填写提纲.docx。课程说明见D:/Chuanbo/助教说明.png：提纲解答单独展示，第一次侧重第一、二部分与第三部分第1题，可另外展示已有思考。</a:t>
            </a:r>
          </a:p>
          <a:p>
            <a:r>
              <a:t>项目内容依据：当前《隔夜食验室_第一次汇报_研究与理论深化版.pptx》及D:/Chuanbo/Overnight_Food_Project_Plan.docx。6–8分钟是原方案的建议成片时长，尚未通过试映确定，与汇报开场案例的25秒节选不同。</a:t>
            </a:r>
          </a:p>
          <a:p>
            <a:endParaRPr/>
          </a:p>
          <a:p>
            <a:r>
              <a:t>[3] 赵烨，周国正. 微信与抖音中老年用户健康信息搜寻行为影响因素研究. 数字图书馆论坛. 2024;20(12):45–55.</a:t>
            </a:r>
          </a:p>
          <a:p>
            <a:r>
              <a:t>https://doi.org/10.3772/j.issn.1673-2286.2024.12.006</a:t>
            </a:r>
          </a:p>
          <a:p>
            <a:endParaRPr/>
          </a:p>
          <a:p>
            <a:r>
              <a:t>[4] CNNIC. 第56次《中国互联网络发展状况统计报告》. 2025. 数据截至2025年6月.</a:t>
            </a:r>
          </a:p>
          <a:p>
            <a:r>
              <a:t>https://www.cnnic.cn/n4/2025/0721/c88-11328.html</a:t>
            </a:r>
          </a:p>
          <a:p>
            <a:endParaRPr/>
          </a:p>
          <a:p>
            <a:r>
              <a:t>[7] Baranowski T, Ryan C, Hoyos-Cespedes A, Lu AS. Nutrition Education and Dietary Behavior Change Games: A Scoping Review. Games for Health Journal. 2019;8(3):153–176.</a:t>
            </a:r>
          </a:p>
          <a:p>
            <a:r>
              <a:t>https://doi.org/10.1089/g4h.2018.0070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9307195" y="6511925"/>
            <a:ext cx="2743200" cy="365125"/>
          </a:xfrm>
        </p:spPr>
        <p:txBody>
          <a:bodyPr/>
          <a:lstStyle>
            <a:lvl1pPr>
              <a:defRPr>
                <a:solidFill>
                  <a:schemeClr val="bg1"/>
                </a:solidFill>
                <a:latin typeface="仓耳玄三M W05" panose="02020400000000000000" charset="-122"/>
                <a:ea typeface="仓耳玄三M W05" panose="02020400000000000000" charset="-122"/>
                <a:cs typeface="仓耳玄三M W05" panose="02020400000000000000" charset="-122"/>
              </a:defRPr>
            </a:lvl1pPr>
          </a:lstStyle>
          <a:p>
            <a:r>
              <a:rPr lang="zh-CN" altLang="en-US"/>
              <a:t>第</a:t>
            </a:r>
            <a:fld id="{565CE74E-AB26-4998-AD42-012C4C1AD076}" type="slidenum">
              <a:rPr lang="zh-CN" altLang="en-US" smtClean="0"/>
              <a:t>‹#›</a:t>
            </a:fld>
            <a:r>
              <a:rPr lang="zh-CN" altLang="en-US"/>
              <a:t>页</a:t>
            </a: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a:xfrm>
            <a:off x="9307195" y="6511925"/>
            <a:ext cx="2743200" cy="365125"/>
          </a:xfrm>
        </p:spPr>
        <p:txBody>
          <a:bodyPr/>
          <a:lstStyle>
            <a:lvl1pPr>
              <a:defRPr>
                <a:solidFill>
                  <a:schemeClr val="bg1"/>
                </a:solidFill>
                <a:latin typeface="仓耳玄三M W05" panose="02020400000000000000" charset="-122"/>
                <a:ea typeface="仓耳玄三M W05" panose="02020400000000000000" charset="-122"/>
                <a:cs typeface="仓耳玄三M W05" panose="02020400000000000000" charset="-122"/>
              </a:defRPr>
            </a:lvl1pPr>
          </a:lstStyle>
          <a:p>
            <a:r>
              <a:rPr lang="zh-CN" altLang="en-US"/>
              <a:t>第</a:t>
            </a:r>
            <a:fld id="{565CE74E-AB26-4998-AD42-012C4C1AD076}" type="slidenum">
              <a:rPr lang="zh-CN" altLang="en-US" smtClean="0"/>
              <a:t>‹#›</a:t>
            </a:fld>
            <a:r>
              <a:rPr lang="zh-CN" altLang="en-US"/>
              <a:t>页</a:t>
            </a: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2026/10/20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2026/10/20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3"/>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2026/10/20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200"/>
    </mc:Choice>
    <mc:Fallback xmlns="">
      <p:transition spd="slow"/>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3.xml"/><Relationship Id="rId11" Type="http://schemas.openxmlformats.org/officeDocument/2006/relationships/image" Target="../media/image11.png"/><Relationship Id="rId5" Type="http://schemas.openxmlformats.org/officeDocument/2006/relationships/slideLayout" Target="../slideLayouts/slideLayout7.xml"/><Relationship Id="rId10" Type="http://schemas.openxmlformats.org/officeDocument/2006/relationships/image" Target="../media/image10.jpeg"/><Relationship Id="rId4" Type="http://schemas.openxmlformats.org/officeDocument/2006/relationships/video" Target="../media/media2.mp4"/><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9.pn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9.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9.png"/><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9.pn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9.png"/><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9.png"/><Relationship Id="rId4" Type="http://schemas.openxmlformats.org/officeDocument/2006/relationships/image" Target="../media/image8.jpe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jpeg"/></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9.png"/><Relationship Id="rId4" Type="http://schemas.openxmlformats.org/officeDocument/2006/relationships/image" Target="../media/image8.jpeg"/></Relationships>
</file>

<file path=ppt/slides/_rels/slide2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7.png"/><Relationship Id="rId7"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14.jpeg"/><Relationship Id="rId5" Type="http://schemas.openxmlformats.org/officeDocument/2006/relationships/image" Target="../media/image9.png"/><Relationship Id="rId4" Type="http://schemas.openxmlformats.org/officeDocument/2006/relationships/image" Target="../media/image8.jpeg"/></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jpeg"/></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jpe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19.jpeg"/></Relationships>
</file>

<file path=ppt/slides/_rels/slide2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18.xml"/><Relationship Id="rId6" Type="http://schemas.openxmlformats.org/officeDocument/2006/relationships/image" Target="../media/image21.jpeg"/><Relationship Id="rId5" Type="http://schemas.openxmlformats.org/officeDocument/2006/relationships/image" Target="../media/image9.png"/><Relationship Id="rId4" Type="http://schemas.openxmlformats.org/officeDocument/2006/relationships/image" Target="../media/image8.jpeg"/></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18.xml"/><Relationship Id="rId6" Type="http://schemas.openxmlformats.org/officeDocument/2006/relationships/image" Target="../media/image21.jpeg"/><Relationship Id="rId5" Type="http://schemas.openxmlformats.org/officeDocument/2006/relationships/image" Target="../media/image9.png"/><Relationship Id="rId4" Type="http://schemas.openxmlformats.org/officeDocument/2006/relationships/image" Target="../media/image8.jpe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8.jpe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8.jpe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8.jpe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18.xml"/><Relationship Id="rId5" Type="http://schemas.openxmlformats.org/officeDocument/2006/relationships/image" Target="../media/image9.png"/><Relationship Id="rId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ot_2"/>
          <p:cNvSpPr/>
          <p:nvPr/>
        </p:nvSpPr>
        <p:spPr>
          <a:xfrm>
            <a:off x="635" y="-71755"/>
            <a:ext cx="12191365" cy="6918960"/>
          </a:xfrm>
          <a:prstGeom prst="rect">
            <a:avLst/>
          </a:prstGeom>
          <a:solidFill>
            <a:srgbClr val="A2383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pic>
        <p:nvPicPr>
          <p:cNvPr id="211" name="picture_211" descr="picture_211"/>
          <p:cNvPicPr>
            <a:picLocks noChangeAspect="1"/>
          </p:cNvPicPr>
          <p:nvPr/>
        </p:nvPicPr>
        <p:blipFill>
          <a:blip r:embed="rId3">
            <a:alphaModFix amt="8000"/>
            <a:grayscl/>
            <a:lum bright="12000" contrast="-6000"/>
          </a:blip>
          <a:stretch>
            <a:fillRect/>
          </a:stretch>
        </p:blipFill>
        <p:spPr>
          <a:xfrm>
            <a:off x="218440" y="235585"/>
            <a:ext cx="12192000" cy="6858000"/>
          </a:xfrm>
          <a:prstGeom prst="rect">
            <a:avLst/>
          </a:prstGeom>
          <a:ln w="12700">
            <a:miter lim="400000"/>
            <a:headEnd/>
            <a:tailEnd/>
          </a:ln>
        </p:spPr>
      </p:pic>
      <p:sp>
        <p:nvSpPr>
          <p:cNvPr id="18" name="slot_18"/>
          <p:cNvSpPr/>
          <p:nvPr/>
        </p:nvSpPr>
        <p:spPr>
          <a:xfrm>
            <a:off x="9568180" y="4211320"/>
            <a:ext cx="2405380" cy="2406650"/>
          </a:xfrm>
          <a:custGeom>
            <a:avLst/>
            <a:gdLst>
              <a:gd name="connsiteX0" fmla="*/ 807720 w 1849755"/>
              <a:gd name="connsiteY0" fmla="*/ 1710690 h 1850707"/>
              <a:gd name="connsiteX1" fmla="*/ 789622 w 1849755"/>
              <a:gd name="connsiteY1" fmla="*/ 1733550 h 1850707"/>
              <a:gd name="connsiteX2" fmla="*/ 791527 w 1849755"/>
              <a:gd name="connsiteY2" fmla="*/ 1747837 h 1850707"/>
              <a:gd name="connsiteX3" fmla="*/ 812482 w 1849755"/>
              <a:gd name="connsiteY3" fmla="*/ 1763077 h 1850707"/>
              <a:gd name="connsiteX4" fmla="*/ 829627 w 1849755"/>
              <a:gd name="connsiteY4" fmla="*/ 1759267 h 1850707"/>
              <a:gd name="connsiteX5" fmla="*/ 838200 w 1849755"/>
              <a:gd name="connsiteY5" fmla="*/ 1744027 h 1850707"/>
              <a:gd name="connsiteX6" fmla="*/ 827722 w 1849755"/>
              <a:gd name="connsiteY6" fmla="*/ 1722120 h 1850707"/>
              <a:gd name="connsiteX7" fmla="*/ 810577 w 1849755"/>
              <a:gd name="connsiteY7" fmla="*/ 1711642 h 1850707"/>
              <a:gd name="connsiteX8" fmla="*/ 1232535 w 1849755"/>
              <a:gd name="connsiteY8" fmla="*/ 1657350 h 1850707"/>
              <a:gd name="connsiteX9" fmla="*/ 1229678 w 1849755"/>
              <a:gd name="connsiteY9" fmla="*/ 1685925 h 1850707"/>
              <a:gd name="connsiteX10" fmla="*/ 1238250 w 1849755"/>
              <a:gd name="connsiteY10" fmla="*/ 1697355 h 1850707"/>
              <a:gd name="connsiteX11" fmla="*/ 1263968 w 1849755"/>
              <a:gd name="connsiteY11" fmla="*/ 1699260 h 1850707"/>
              <a:gd name="connsiteX12" fmla="*/ 1276350 w 1849755"/>
              <a:gd name="connsiteY12" fmla="*/ 1686878 h 1850707"/>
              <a:gd name="connsiteX13" fmla="*/ 1275397 w 1849755"/>
              <a:gd name="connsiteY13" fmla="*/ 1670685 h 1850707"/>
              <a:gd name="connsiteX14" fmla="*/ 1255395 w 1849755"/>
              <a:gd name="connsiteY14" fmla="*/ 1657350 h 1850707"/>
              <a:gd name="connsiteX15" fmla="*/ 1235393 w 1849755"/>
              <a:gd name="connsiteY15" fmla="*/ 1657350 h 1850707"/>
              <a:gd name="connsiteX16" fmla="*/ 1024890 w 1849755"/>
              <a:gd name="connsiteY16" fmla="*/ 1654493 h 1850707"/>
              <a:gd name="connsiteX17" fmla="*/ 1010602 w 1849755"/>
              <a:gd name="connsiteY17" fmla="*/ 1667828 h 1850707"/>
              <a:gd name="connsiteX18" fmla="*/ 1010602 w 1849755"/>
              <a:gd name="connsiteY18" fmla="*/ 1683068 h 1850707"/>
              <a:gd name="connsiteX19" fmla="*/ 1019175 w 1849755"/>
              <a:gd name="connsiteY19" fmla="*/ 1704023 h 1850707"/>
              <a:gd name="connsiteX20" fmla="*/ 1035367 w 1849755"/>
              <a:gd name="connsiteY20" fmla="*/ 1708785 h 1850707"/>
              <a:gd name="connsiteX21" fmla="*/ 1049655 w 1849755"/>
              <a:gd name="connsiteY21" fmla="*/ 1697355 h 1850707"/>
              <a:gd name="connsiteX22" fmla="*/ 1049655 w 1849755"/>
              <a:gd name="connsiteY22" fmla="*/ 1684020 h 1850707"/>
              <a:gd name="connsiteX23" fmla="*/ 1041082 w 1849755"/>
              <a:gd name="connsiteY23" fmla="*/ 1660208 h 1850707"/>
              <a:gd name="connsiteX24" fmla="*/ 1024890 w 1849755"/>
              <a:gd name="connsiteY24" fmla="*/ 1654493 h 1850707"/>
              <a:gd name="connsiteX25" fmla="*/ 827722 w 1849755"/>
              <a:gd name="connsiteY25" fmla="*/ 1653540 h 1850707"/>
              <a:gd name="connsiteX26" fmla="*/ 812482 w 1849755"/>
              <a:gd name="connsiteY26" fmla="*/ 1656397 h 1850707"/>
              <a:gd name="connsiteX27" fmla="*/ 805815 w 1849755"/>
              <a:gd name="connsiteY27" fmla="*/ 1667827 h 1850707"/>
              <a:gd name="connsiteX28" fmla="*/ 810577 w 1849755"/>
              <a:gd name="connsiteY28" fmla="*/ 1681162 h 1850707"/>
              <a:gd name="connsiteX29" fmla="*/ 820102 w 1849755"/>
              <a:gd name="connsiteY29" fmla="*/ 1688782 h 1850707"/>
              <a:gd name="connsiteX30" fmla="*/ 826770 w 1849755"/>
              <a:gd name="connsiteY30" fmla="*/ 1692592 h 1850707"/>
              <a:gd name="connsiteX31" fmla="*/ 831532 w 1849755"/>
              <a:gd name="connsiteY31" fmla="*/ 1695450 h 1850707"/>
              <a:gd name="connsiteX32" fmla="*/ 846772 w 1849755"/>
              <a:gd name="connsiteY32" fmla="*/ 1676400 h 1850707"/>
              <a:gd name="connsiteX33" fmla="*/ 842962 w 1849755"/>
              <a:gd name="connsiteY33" fmla="*/ 1661160 h 1850707"/>
              <a:gd name="connsiteX34" fmla="*/ 827722 w 1849755"/>
              <a:gd name="connsiteY34" fmla="*/ 1653540 h 1850707"/>
              <a:gd name="connsiteX35" fmla="*/ 831532 w 1849755"/>
              <a:gd name="connsiteY35" fmla="*/ 1644967 h 1850707"/>
              <a:gd name="connsiteX36" fmla="*/ 858202 w 1849755"/>
              <a:gd name="connsiteY36" fmla="*/ 1656397 h 1850707"/>
              <a:gd name="connsiteX37" fmla="*/ 864870 w 1849755"/>
              <a:gd name="connsiteY37" fmla="*/ 1677352 h 1850707"/>
              <a:gd name="connsiteX38" fmla="*/ 842010 w 1849755"/>
              <a:gd name="connsiteY38" fmla="*/ 1701165 h 1850707"/>
              <a:gd name="connsiteX39" fmla="*/ 860107 w 1849755"/>
              <a:gd name="connsiteY39" fmla="*/ 1717357 h 1850707"/>
              <a:gd name="connsiteX40" fmla="*/ 862012 w 1849755"/>
              <a:gd name="connsiteY40" fmla="*/ 1736407 h 1850707"/>
              <a:gd name="connsiteX41" fmla="*/ 855345 w 1849755"/>
              <a:gd name="connsiteY41" fmla="*/ 1754505 h 1850707"/>
              <a:gd name="connsiteX42" fmla="*/ 825817 w 1849755"/>
              <a:gd name="connsiteY42" fmla="*/ 1772602 h 1850707"/>
              <a:gd name="connsiteX43" fmla="*/ 807720 w 1849755"/>
              <a:gd name="connsiteY43" fmla="*/ 1772602 h 1850707"/>
              <a:gd name="connsiteX44" fmla="*/ 774382 w 1849755"/>
              <a:gd name="connsiteY44" fmla="*/ 1752600 h 1850707"/>
              <a:gd name="connsiteX45" fmla="*/ 771525 w 1849755"/>
              <a:gd name="connsiteY45" fmla="*/ 1733550 h 1850707"/>
              <a:gd name="connsiteX46" fmla="*/ 784860 w 1849755"/>
              <a:gd name="connsiteY46" fmla="*/ 1712595 h 1850707"/>
              <a:gd name="connsiteX47" fmla="*/ 800100 w 1849755"/>
              <a:gd name="connsiteY47" fmla="*/ 1705927 h 1850707"/>
              <a:gd name="connsiteX48" fmla="*/ 783907 w 1849755"/>
              <a:gd name="connsiteY48" fmla="*/ 1674495 h 1850707"/>
              <a:gd name="connsiteX49" fmla="*/ 809625 w 1849755"/>
              <a:gd name="connsiteY49" fmla="*/ 1645920 h 1850707"/>
              <a:gd name="connsiteX50" fmla="*/ 831532 w 1849755"/>
              <a:gd name="connsiteY50" fmla="*/ 1644967 h 1850707"/>
              <a:gd name="connsiteX51" fmla="*/ 1028700 w 1849755"/>
              <a:gd name="connsiteY51" fmla="*/ 1644015 h 1850707"/>
              <a:gd name="connsiteX52" fmla="*/ 1070610 w 1849755"/>
              <a:gd name="connsiteY52" fmla="*/ 1661160 h 1850707"/>
              <a:gd name="connsiteX53" fmla="*/ 1077277 w 1849755"/>
              <a:gd name="connsiteY53" fmla="*/ 1689735 h 1850707"/>
              <a:gd name="connsiteX54" fmla="*/ 1073467 w 1849755"/>
              <a:gd name="connsiteY54" fmla="*/ 1730693 h 1850707"/>
              <a:gd name="connsiteX55" fmla="*/ 1050607 w 1849755"/>
              <a:gd name="connsiteY55" fmla="*/ 1761173 h 1850707"/>
              <a:gd name="connsiteX56" fmla="*/ 1014412 w 1849755"/>
              <a:gd name="connsiteY56" fmla="*/ 1776413 h 1850707"/>
              <a:gd name="connsiteX57" fmla="*/ 1005840 w 1849755"/>
              <a:gd name="connsiteY57" fmla="*/ 1771650 h 1850707"/>
              <a:gd name="connsiteX58" fmla="*/ 1007745 w 1849755"/>
              <a:gd name="connsiteY58" fmla="*/ 1767840 h 1850707"/>
              <a:gd name="connsiteX59" fmla="*/ 1015365 w 1849755"/>
              <a:gd name="connsiteY59" fmla="*/ 1767840 h 1850707"/>
              <a:gd name="connsiteX60" fmla="*/ 1042035 w 1849755"/>
              <a:gd name="connsiteY60" fmla="*/ 1753553 h 1850707"/>
              <a:gd name="connsiteX61" fmla="*/ 1049655 w 1849755"/>
              <a:gd name="connsiteY61" fmla="*/ 1741170 h 1850707"/>
              <a:gd name="connsiteX62" fmla="*/ 1054417 w 1849755"/>
              <a:gd name="connsiteY62" fmla="*/ 1706880 h 1850707"/>
              <a:gd name="connsiteX63" fmla="*/ 1039177 w 1849755"/>
              <a:gd name="connsiteY63" fmla="*/ 1722120 h 1850707"/>
              <a:gd name="connsiteX64" fmla="*/ 1024890 w 1849755"/>
              <a:gd name="connsiteY64" fmla="*/ 1725930 h 1850707"/>
              <a:gd name="connsiteX65" fmla="*/ 1002030 w 1849755"/>
              <a:gd name="connsiteY65" fmla="*/ 1720215 h 1850707"/>
              <a:gd name="connsiteX66" fmla="*/ 989647 w 1849755"/>
              <a:gd name="connsiteY66" fmla="*/ 1695450 h 1850707"/>
              <a:gd name="connsiteX67" fmla="*/ 1004887 w 1849755"/>
              <a:gd name="connsiteY67" fmla="*/ 1653540 h 1850707"/>
              <a:gd name="connsiteX68" fmla="*/ 1028700 w 1849755"/>
              <a:gd name="connsiteY68" fmla="*/ 1644015 h 1850707"/>
              <a:gd name="connsiteX69" fmla="*/ 1236345 w 1849755"/>
              <a:gd name="connsiteY69" fmla="*/ 1598295 h 1850707"/>
              <a:gd name="connsiteX70" fmla="*/ 1219200 w 1849755"/>
              <a:gd name="connsiteY70" fmla="*/ 1600200 h 1850707"/>
              <a:gd name="connsiteX71" fmla="*/ 1207770 w 1849755"/>
              <a:gd name="connsiteY71" fmla="*/ 1610678 h 1850707"/>
              <a:gd name="connsiteX72" fmla="*/ 1207770 w 1849755"/>
              <a:gd name="connsiteY72" fmla="*/ 1624013 h 1850707"/>
              <a:gd name="connsiteX73" fmla="*/ 1219200 w 1849755"/>
              <a:gd name="connsiteY73" fmla="*/ 1633538 h 1850707"/>
              <a:gd name="connsiteX74" fmla="*/ 1230630 w 1849755"/>
              <a:gd name="connsiteY74" fmla="*/ 1634490 h 1850707"/>
              <a:gd name="connsiteX75" fmla="*/ 1238250 w 1849755"/>
              <a:gd name="connsiteY75" fmla="*/ 1634490 h 1850707"/>
              <a:gd name="connsiteX76" fmla="*/ 1243965 w 1849755"/>
              <a:gd name="connsiteY76" fmla="*/ 1634490 h 1850707"/>
              <a:gd name="connsiteX77" fmla="*/ 1247775 w 1849755"/>
              <a:gd name="connsiteY77" fmla="*/ 1608773 h 1850707"/>
              <a:gd name="connsiteX78" fmla="*/ 1236345 w 1849755"/>
              <a:gd name="connsiteY78" fmla="*/ 1598295 h 1850707"/>
              <a:gd name="connsiteX79" fmla="*/ 580073 w 1849755"/>
              <a:gd name="connsiteY79" fmla="*/ 1586865 h 1850707"/>
              <a:gd name="connsiteX80" fmla="*/ 639128 w 1849755"/>
              <a:gd name="connsiteY80" fmla="*/ 1592580 h 1850707"/>
              <a:gd name="connsiteX81" fmla="*/ 640080 w 1849755"/>
              <a:gd name="connsiteY81" fmla="*/ 1594485 h 1850707"/>
              <a:gd name="connsiteX82" fmla="*/ 632460 w 1849755"/>
              <a:gd name="connsiteY82" fmla="*/ 1608772 h 1850707"/>
              <a:gd name="connsiteX83" fmla="*/ 622935 w 1849755"/>
              <a:gd name="connsiteY83" fmla="*/ 1627822 h 1850707"/>
              <a:gd name="connsiteX84" fmla="*/ 607695 w 1849755"/>
              <a:gd name="connsiteY84" fmla="*/ 1660207 h 1850707"/>
              <a:gd name="connsiteX85" fmla="*/ 591503 w 1849755"/>
              <a:gd name="connsiteY85" fmla="*/ 1698307 h 1850707"/>
              <a:gd name="connsiteX86" fmla="*/ 593408 w 1849755"/>
              <a:gd name="connsiteY86" fmla="*/ 1702117 h 1850707"/>
              <a:gd name="connsiteX87" fmla="*/ 608648 w 1849755"/>
              <a:gd name="connsiteY87" fmla="*/ 1710690 h 1850707"/>
              <a:gd name="connsiteX88" fmla="*/ 609600 w 1849755"/>
              <a:gd name="connsiteY88" fmla="*/ 1711642 h 1850707"/>
              <a:gd name="connsiteX89" fmla="*/ 609600 w 1849755"/>
              <a:gd name="connsiteY89" fmla="*/ 1717357 h 1850707"/>
              <a:gd name="connsiteX90" fmla="*/ 608648 w 1849755"/>
              <a:gd name="connsiteY90" fmla="*/ 1718310 h 1850707"/>
              <a:gd name="connsiteX91" fmla="*/ 580073 w 1849755"/>
              <a:gd name="connsiteY91" fmla="*/ 1704975 h 1850707"/>
              <a:gd name="connsiteX92" fmla="*/ 544830 w 1849755"/>
              <a:gd name="connsiteY92" fmla="*/ 1689735 h 1850707"/>
              <a:gd name="connsiteX93" fmla="*/ 543878 w 1849755"/>
              <a:gd name="connsiteY93" fmla="*/ 1688782 h 1850707"/>
              <a:gd name="connsiteX94" fmla="*/ 545783 w 1849755"/>
              <a:gd name="connsiteY94" fmla="*/ 1684020 h 1850707"/>
              <a:gd name="connsiteX95" fmla="*/ 546735 w 1849755"/>
              <a:gd name="connsiteY95" fmla="*/ 1684020 h 1850707"/>
              <a:gd name="connsiteX96" fmla="*/ 555308 w 1849755"/>
              <a:gd name="connsiteY96" fmla="*/ 1686877 h 1850707"/>
              <a:gd name="connsiteX97" fmla="*/ 564833 w 1849755"/>
              <a:gd name="connsiteY97" fmla="*/ 1689735 h 1850707"/>
              <a:gd name="connsiteX98" fmla="*/ 568643 w 1849755"/>
              <a:gd name="connsiteY98" fmla="*/ 1687830 h 1850707"/>
              <a:gd name="connsiteX99" fmla="*/ 584835 w 1849755"/>
              <a:gd name="connsiteY99" fmla="*/ 1656397 h 1850707"/>
              <a:gd name="connsiteX100" fmla="*/ 594360 w 1849755"/>
              <a:gd name="connsiteY100" fmla="*/ 1635442 h 1850707"/>
              <a:gd name="connsiteX101" fmla="*/ 604838 w 1849755"/>
              <a:gd name="connsiteY101" fmla="*/ 1611630 h 1850707"/>
              <a:gd name="connsiteX102" fmla="*/ 607695 w 1849755"/>
              <a:gd name="connsiteY102" fmla="*/ 1604962 h 1850707"/>
              <a:gd name="connsiteX103" fmla="*/ 607695 w 1849755"/>
              <a:gd name="connsiteY103" fmla="*/ 1600200 h 1850707"/>
              <a:gd name="connsiteX104" fmla="*/ 601980 w 1849755"/>
              <a:gd name="connsiteY104" fmla="*/ 1600200 h 1850707"/>
              <a:gd name="connsiteX105" fmla="*/ 578168 w 1849755"/>
              <a:gd name="connsiteY105" fmla="*/ 1600200 h 1850707"/>
              <a:gd name="connsiteX106" fmla="*/ 577215 w 1849755"/>
              <a:gd name="connsiteY106" fmla="*/ 1599247 h 1850707"/>
              <a:gd name="connsiteX107" fmla="*/ 580073 w 1849755"/>
              <a:gd name="connsiteY107" fmla="*/ 1587817 h 1850707"/>
              <a:gd name="connsiteX108" fmla="*/ 1245870 w 1849755"/>
              <a:gd name="connsiteY108" fmla="*/ 1585913 h 1850707"/>
              <a:gd name="connsiteX109" fmla="*/ 1263015 w 1849755"/>
              <a:gd name="connsiteY109" fmla="*/ 1600200 h 1850707"/>
              <a:gd name="connsiteX110" fmla="*/ 1256347 w 1849755"/>
              <a:gd name="connsiteY110" fmla="*/ 1632585 h 1850707"/>
              <a:gd name="connsiteX111" fmla="*/ 1280160 w 1849755"/>
              <a:gd name="connsiteY111" fmla="*/ 1636395 h 1850707"/>
              <a:gd name="connsiteX112" fmla="*/ 1292543 w 1849755"/>
              <a:gd name="connsiteY112" fmla="*/ 1651635 h 1850707"/>
              <a:gd name="connsiteX113" fmla="*/ 1296353 w 1849755"/>
              <a:gd name="connsiteY113" fmla="*/ 1670685 h 1850707"/>
              <a:gd name="connsiteX114" fmla="*/ 1280160 w 1849755"/>
              <a:gd name="connsiteY114" fmla="*/ 1701165 h 1850707"/>
              <a:gd name="connsiteX115" fmla="*/ 1263968 w 1849755"/>
              <a:gd name="connsiteY115" fmla="*/ 1710690 h 1850707"/>
              <a:gd name="connsiteX116" fmla="*/ 1224915 w 1849755"/>
              <a:gd name="connsiteY116" fmla="*/ 1710690 h 1850707"/>
              <a:gd name="connsiteX117" fmla="*/ 1212533 w 1849755"/>
              <a:gd name="connsiteY117" fmla="*/ 1696403 h 1850707"/>
              <a:gd name="connsiteX118" fmla="*/ 1212533 w 1849755"/>
              <a:gd name="connsiteY118" fmla="*/ 1671638 h 1850707"/>
              <a:gd name="connsiteX119" fmla="*/ 1222058 w 1849755"/>
              <a:gd name="connsiteY119" fmla="*/ 1658303 h 1850707"/>
              <a:gd name="connsiteX120" fmla="*/ 1191578 w 1849755"/>
              <a:gd name="connsiteY120" fmla="*/ 1639253 h 1850707"/>
              <a:gd name="connsiteX121" fmla="*/ 1199198 w 1849755"/>
              <a:gd name="connsiteY121" fmla="*/ 1602105 h 1850707"/>
              <a:gd name="connsiteX122" fmla="*/ 1217295 w 1849755"/>
              <a:gd name="connsiteY122" fmla="*/ 1589723 h 1850707"/>
              <a:gd name="connsiteX123" fmla="*/ 1245870 w 1849755"/>
              <a:gd name="connsiteY123" fmla="*/ 1585913 h 1850707"/>
              <a:gd name="connsiteX124" fmla="*/ 156210 w 1849755"/>
              <a:gd name="connsiteY124" fmla="*/ 1192530 h 1850707"/>
              <a:gd name="connsiteX125" fmla="*/ 139065 w 1849755"/>
              <a:gd name="connsiteY125" fmla="*/ 1204912 h 1850707"/>
              <a:gd name="connsiteX126" fmla="*/ 140018 w 1849755"/>
              <a:gd name="connsiteY126" fmla="*/ 1225867 h 1850707"/>
              <a:gd name="connsiteX127" fmla="*/ 142875 w 1849755"/>
              <a:gd name="connsiteY127" fmla="*/ 1232535 h 1850707"/>
              <a:gd name="connsiteX128" fmla="*/ 193358 w 1849755"/>
              <a:gd name="connsiteY128" fmla="*/ 1213485 h 1850707"/>
              <a:gd name="connsiteX129" fmla="*/ 192405 w 1849755"/>
              <a:gd name="connsiteY129" fmla="*/ 1209675 h 1850707"/>
              <a:gd name="connsiteX130" fmla="*/ 179070 w 1849755"/>
              <a:gd name="connsiteY130" fmla="*/ 1192530 h 1850707"/>
              <a:gd name="connsiteX131" fmla="*/ 156210 w 1849755"/>
              <a:gd name="connsiteY131" fmla="*/ 1192530 h 1850707"/>
              <a:gd name="connsiteX132" fmla="*/ 159068 w 1849755"/>
              <a:gd name="connsiteY132" fmla="*/ 1161097 h 1850707"/>
              <a:gd name="connsiteX133" fmla="*/ 174308 w 1849755"/>
              <a:gd name="connsiteY133" fmla="*/ 1167765 h 1850707"/>
              <a:gd name="connsiteX134" fmla="*/ 186690 w 1849755"/>
              <a:gd name="connsiteY134" fmla="*/ 1182052 h 1850707"/>
              <a:gd name="connsiteX135" fmla="*/ 196215 w 1849755"/>
              <a:gd name="connsiteY135" fmla="*/ 1202055 h 1850707"/>
              <a:gd name="connsiteX136" fmla="*/ 200025 w 1849755"/>
              <a:gd name="connsiteY136" fmla="*/ 1211580 h 1850707"/>
              <a:gd name="connsiteX137" fmla="*/ 232410 w 1849755"/>
              <a:gd name="connsiteY137" fmla="*/ 1199197 h 1850707"/>
              <a:gd name="connsiteX138" fmla="*/ 237173 w 1849755"/>
              <a:gd name="connsiteY138" fmla="*/ 1196340 h 1850707"/>
              <a:gd name="connsiteX139" fmla="*/ 239078 w 1849755"/>
              <a:gd name="connsiteY139" fmla="*/ 1190625 h 1850707"/>
              <a:gd name="connsiteX140" fmla="*/ 238125 w 1849755"/>
              <a:gd name="connsiteY140" fmla="*/ 1184910 h 1850707"/>
              <a:gd name="connsiteX141" fmla="*/ 237173 w 1849755"/>
              <a:gd name="connsiteY141" fmla="*/ 1178242 h 1850707"/>
              <a:gd name="connsiteX142" fmla="*/ 243840 w 1849755"/>
              <a:gd name="connsiteY142" fmla="*/ 1175385 h 1850707"/>
              <a:gd name="connsiteX143" fmla="*/ 267653 w 1849755"/>
              <a:gd name="connsiteY143" fmla="*/ 1237297 h 1850707"/>
              <a:gd name="connsiteX144" fmla="*/ 260985 w 1849755"/>
              <a:gd name="connsiteY144" fmla="*/ 1239202 h 1850707"/>
              <a:gd name="connsiteX145" fmla="*/ 258128 w 1849755"/>
              <a:gd name="connsiteY145" fmla="*/ 1233487 h 1850707"/>
              <a:gd name="connsiteX146" fmla="*/ 255270 w 1849755"/>
              <a:gd name="connsiteY146" fmla="*/ 1228725 h 1850707"/>
              <a:gd name="connsiteX147" fmla="*/ 250508 w 1849755"/>
              <a:gd name="connsiteY147" fmla="*/ 1225867 h 1850707"/>
              <a:gd name="connsiteX148" fmla="*/ 244793 w 1849755"/>
              <a:gd name="connsiteY148" fmla="*/ 1226820 h 1850707"/>
              <a:gd name="connsiteX149" fmla="*/ 164783 w 1849755"/>
              <a:gd name="connsiteY149" fmla="*/ 1257300 h 1850707"/>
              <a:gd name="connsiteX150" fmla="*/ 160020 w 1849755"/>
              <a:gd name="connsiteY150" fmla="*/ 1260157 h 1850707"/>
              <a:gd name="connsiteX151" fmla="*/ 158115 w 1849755"/>
              <a:gd name="connsiteY151" fmla="*/ 1265872 h 1850707"/>
              <a:gd name="connsiteX152" fmla="*/ 159068 w 1849755"/>
              <a:gd name="connsiteY152" fmla="*/ 1272540 h 1850707"/>
              <a:gd name="connsiteX153" fmla="*/ 160020 w 1849755"/>
              <a:gd name="connsiteY153" fmla="*/ 1278255 h 1850707"/>
              <a:gd name="connsiteX154" fmla="*/ 153353 w 1849755"/>
              <a:gd name="connsiteY154" fmla="*/ 1281112 h 1850707"/>
              <a:gd name="connsiteX155" fmla="*/ 129540 w 1849755"/>
              <a:gd name="connsiteY155" fmla="*/ 1218247 h 1850707"/>
              <a:gd name="connsiteX156" fmla="*/ 123825 w 1849755"/>
              <a:gd name="connsiteY156" fmla="*/ 1183005 h 1850707"/>
              <a:gd name="connsiteX157" fmla="*/ 140970 w 1849755"/>
              <a:gd name="connsiteY157" fmla="*/ 1163002 h 1850707"/>
              <a:gd name="connsiteX158" fmla="*/ 159068 w 1849755"/>
              <a:gd name="connsiteY158" fmla="*/ 1161097 h 1850707"/>
              <a:gd name="connsiteX159" fmla="*/ 1615440 w 1849755"/>
              <a:gd name="connsiteY159" fmla="*/ 1152525 h 1850707"/>
              <a:gd name="connsiteX160" fmla="*/ 1622107 w 1849755"/>
              <a:gd name="connsiteY160" fmla="*/ 1154430 h 1850707"/>
              <a:gd name="connsiteX161" fmla="*/ 1620202 w 1849755"/>
              <a:gd name="connsiteY161" fmla="*/ 1161097 h 1850707"/>
              <a:gd name="connsiteX162" fmla="*/ 1619250 w 1849755"/>
              <a:gd name="connsiteY162" fmla="*/ 1167765 h 1850707"/>
              <a:gd name="connsiteX163" fmla="*/ 1621155 w 1849755"/>
              <a:gd name="connsiteY163" fmla="*/ 1173480 h 1850707"/>
              <a:gd name="connsiteX164" fmla="*/ 1625917 w 1849755"/>
              <a:gd name="connsiteY164" fmla="*/ 1176337 h 1850707"/>
              <a:gd name="connsiteX165" fmla="*/ 1645920 w 1849755"/>
              <a:gd name="connsiteY165" fmla="*/ 1183957 h 1850707"/>
              <a:gd name="connsiteX166" fmla="*/ 1650682 w 1849755"/>
              <a:gd name="connsiteY166" fmla="*/ 1185862 h 1850707"/>
              <a:gd name="connsiteX167" fmla="*/ 1654492 w 1849755"/>
              <a:gd name="connsiteY167" fmla="*/ 1186815 h 1850707"/>
              <a:gd name="connsiteX168" fmla="*/ 1659255 w 1849755"/>
              <a:gd name="connsiteY168" fmla="*/ 1186815 h 1850707"/>
              <a:gd name="connsiteX169" fmla="*/ 1666875 w 1849755"/>
              <a:gd name="connsiteY169" fmla="*/ 1185862 h 1850707"/>
              <a:gd name="connsiteX170" fmla="*/ 1691640 w 1849755"/>
              <a:gd name="connsiteY170" fmla="*/ 1182052 h 1850707"/>
              <a:gd name="connsiteX171" fmla="*/ 1714500 w 1849755"/>
              <a:gd name="connsiteY171" fmla="*/ 1178242 h 1850707"/>
              <a:gd name="connsiteX172" fmla="*/ 1724025 w 1849755"/>
              <a:gd name="connsiteY172" fmla="*/ 1175385 h 1850707"/>
              <a:gd name="connsiteX173" fmla="*/ 1730692 w 1849755"/>
              <a:gd name="connsiteY173" fmla="*/ 1171575 h 1850707"/>
              <a:gd name="connsiteX174" fmla="*/ 1734502 w 1849755"/>
              <a:gd name="connsiteY174" fmla="*/ 1166812 h 1850707"/>
              <a:gd name="connsiteX175" fmla="*/ 1737360 w 1849755"/>
              <a:gd name="connsiteY175" fmla="*/ 1162050 h 1850707"/>
              <a:gd name="connsiteX176" fmla="*/ 1744027 w 1849755"/>
              <a:gd name="connsiteY176" fmla="*/ 1164907 h 1850707"/>
              <a:gd name="connsiteX177" fmla="*/ 1719262 w 1849755"/>
              <a:gd name="connsiteY177" fmla="*/ 1229677 h 1850707"/>
              <a:gd name="connsiteX178" fmla="*/ 1712595 w 1849755"/>
              <a:gd name="connsiteY178" fmla="*/ 1226820 h 1850707"/>
              <a:gd name="connsiteX179" fmla="*/ 1716405 w 1849755"/>
              <a:gd name="connsiteY179" fmla="*/ 1214437 h 1850707"/>
              <a:gd name="connsiteX180" fmla="*/ 1714500 w 1849755"/>
              <a:gd name="connsiteY180" fmla="*/ 1210627 h 1850707"/>
              <a:gd name="connsiteX181" fmla="*/ 1710690 w 1849755"/>
              <a:gd name="connsiteY181" fmla="*/ 1210627 h 1850707"/>
              <a:gd name="connsiteX182" fmla="*/ 1701165 w 1849755"/>
              <a:gd name="connsiteY182" fmla="*/ 1211580 h 1850707"/>
              <a:gd name="connsiteX183" fmla="*/ 1684020 w 1849755"/>
              <a:gd name="connsiteY183" fmla="*/ 1214437 h 1850707"/>
              <a:gd name="connsiteX184" fmla="*/ 1657350 w 1849755"/>
              <a:gd name="connsiteY184" fmla="*/ 1219200 h 1850707"/>
              <a:gd name="connsiteX185" fmla="*/ 1683067 w 1849755"/>
              <a:gd name="connsiteY185" fmla="*/ 1253490 h 1850707"/>
              <a:gd name="connsiteX186" fmla="*/ 1692592 w 1849755"/>
              <a:gd name="connsiteY186" fmla="*/ 1263967 h 1850707"/>
              <a:gd name="connsiteX187" fmla="*/ 1698307 w 1849755"/>
              <a:gd name="connsiteY187" fmla="*/ 1262062 h 1850707"/>
              <a:gd name="connsiteX188" fmla="*/ 1704022 w 1849755"/>
              <a:gd name="connsiteY188" fmla="*/ 1251585 h 1850707"/>
              <a:gd name="connsiteX189" fmla="*/ 1710690 w 1849755"/>
              <a:gd name="connsiteY189" fmla="*/ 1253490 h 1850707"/>
              <a:gd name="connsiteX190" fmla="*/ 1694497 w 1849755"/>
              <a:gd name="connsiteY190" fmla="*/ 1295400 h 1850707"/>
              <a:gd name="connsiteX191" fmla="*/ 1686877 w 1849755"/>
              <a:gd name="connsiteY191" fmla="*/ 1292542 h 1850707"/>
              <a:gd name="connsiteX192" fmla="*/ 1687830 w 1849755"/>
              <a:gd name="connsiteY192" fmla="*/ 1286827 h 1850707"/>
              <a:gd name="connsiteX193" fmla="*/ 1687830 w 1849755"/>
              <a:gd name="connsiteY193" fmla="*/ 1281112 h 1850707"/>
              <a:gd name="connsiteX194" fmla="*/ 1684972 w 1849755"/>
              <a:gd name="connsiteY194" fmla="*/ 1273492 h 1850707"/>
              <a:gd name="connsiteX195" fmla="*/ 1680210 w 1849755"/>
              <a:gd name="connsiteY195" fmla="*/ 1265872 h 1850707"/>
              <a:gd name="connsiteX196" fmla="*/ 1667827 w 1849755"/>
              <a:gd name="connsiteY196" fmla="*/ 1248727 h 1850707"/>
              <a:gd name="connsiteX197" fmla="*/ 1652587 w 1849755"/>
              <a:gd name="connsiteY197" fmla="*/ 1228725 h 1850707"/>
              <a:gd name="connsiteX198" fmla="*/ 1644015 w 1849755"/>
              <a:gd name="connsiteY198" fmla="*/ 1219200 h 1850707"/>
              <a:gd name="connsiteX199" fmla="*/ 1631632 w 1849755"/>
              <a:gd name="connsiteY199" fmla="*/ 1213485 h 1850707"/>
              <a:gd name="connsiteX200" fmla="*/ 1615440 w 1849755"/>
              <a:gd name="connsiteY200" fmla="*/ 1206817 h 1850707"/>
              <a:gd name="connsiteX201" fmla="*/ 1609725 w 1849755"/>
              <a:gd name="connsiteY201" fmla="*/ 1205865 h 1850707"/>
              <a:gd name="connsiteX202" fmla="*/ 1604962 w 1849755"/>
              <a:gd name="connsiteY202" fmla="*/ 1208722 h 1850707"/>
              <a:gd name="connsiteX203" fmla="*/ 1601152 w 1849755"/>
              <a:gd name="connsiteY203" fmla="*/ 1213485 h 1850707"/>
              <a:gd name="connsiteX204" fmla="*/ 1597342 w 1849755"/>
              <a:gd name="connsiteY204" fmla="*/ 1219200 h 1850707"/>
              <a:gd name="connsiteX205" fmla="*/ 1590675 w 1849755"/>
              <a:gd name="connsiteY205" fmla="*/ 1216342 h 1850707"/>
              <a:gd name="connsiteX206" fmla="*/ 1739265 w 1849755"/>
              <a:gd name="connsiteY206" fmla="*/ 964883 h 1850707"/>
              <a:gd name="connsiteX207" fmla="*/ 1773555 w 1849755"/>
              <a:gd name="connsiteY207" fmla="*/ 968693 h 1850707"/>
              <a:gd name="connsiteX208" fmla="*/ 1759267 w 1849755"/>
              <a:gd name="connsiteY208" fmla="*/ 1085850 h 1850707"/>
              <a:gd name="connsiteX209" fmla="*/ 1726882 w 1849755"/>
              <a:gd name="connsiteY209" fmla="*/ 1081088 h 1850707"/>
              <a:gd name="connsiteX210" fmla="*/ 1727835 w 1849755"/>
              <a:gd name="connsiteY210" fmla="*/ 1074420 h 1850707"/>
              <a:gd name="connsiteX211" fmla="*/ 1744980 w 1849755"/>
              <a:gd name="connsiteY211" fmla="*/ 1067753 h 1850707"/>
              <a:gd name="connsiteX212" fmla="*/ 1755457 w 1849755"/>
              <a:gd name="connsiteY212" fmla="*/ 1058228 h 1850707"/>
              <a:gd name="connsiteX213" fmla="*/ 1756410 w 1849755"/>
              <a:gd name="connsiteY213" fmla="*/ 1051560 h 1850707"/>
              <a:gd name="connsiteX214" fmla="*/ 1757362 w 1849755"/>
              <a:gd name="connsiteY214" fmla="*/ 1044893 h 1850707"/>
              <a:gd name="connsiteX215" fmla="*/ 1757362 w 1849755"/>
              <a:gd name="connsiteY215" fmla="*/ 1041083 h 1850707"/>
              <a:gd name="connsiteX216" fmla="*/ 1662112 w 1849755"/>
              <a:gd name="connsiteY216" fmla="*/ 1029653 h 1850707"/>
              <a:gd name="connsiteX217" fmla="*/ 1656397 w 1849755"/>
              <a:gd name="connsiteY217" fmla="*/ 1030605 h 1850707"/>
              <a:gd name="connsiteX218" fmla="*/ 1652587 w 1849755"/>
              <a:gd name="connsiteY218" fmla="*/ 1034415 h 1850707"/>
              <a:gd name="connsiteX219" fmla="*/ 1650682 w 1849755"/>
              <a:gd name="connsiteY219" fmla="*/ 1040130 h 1850707"/>
              <a:gd name="connsiteX220" fmla="*/ 1648777 w 1849755"/>
              <a:gd name="connsiteY220" fmla="*/ 1046798 h 1850707"/>
              <a:gd name="connsiteX221" fmla="*/ 1642110 w 1849755"/>
              <a:gd name="connsiteY221" fmla="*/ 1045845 h 1850707"/>
              <a:gd name="connsiteX222" fmla="*/ 1649730 w 1849755"/>
              <a:gd name="connsiteY222" fmla="*/ 978218 h 1850707"/>
              <a:gd name="connsiteX223" fmla="*/ 1656397 w 1849755"/>
              <a:gd name="connsiteY223" fmla="*/ 979170 h 1850707"/>
              <a:gd name="connsiteX224" fmla="*/ 1656397 w 1849755"/>
              <a:gd name="connsiteY224" fmla="*/ 985838 h 1850707"/>
              <a:gd name="connsiteX225" fmla="*/ 1656397 w 1849755"/>
              <a:gd name="connsiteY225" fmla="*/ 992505 h 1850707"/>
              <a:gd name="connsiteX226" fmla="*/ 1659255 w 1849755"/>
              <a:gd name="connsiteY226" fmla="*/ 997268 h 1850707"/>
              <a:gd name="connsiteX227" fmla="*/ 1664970 w 1849755"/>
              <a:gd name="connsiteY227" fmla="*/ 999173 h 1850707"/>
              <a:gd name="connsiteX228" fmla="*/ 1761172 w 1849755"/>
              <a:gd name="connsiteY228" fmla="*/ 1010603 h 1850707"/>
              <a:gd name="connsiteX229" fmla="*/ 1761172 w 1849755"/>
              <a:gd name="connsiteY229" fmla="*/ 1006793 h 1850707"/>
              <a:gd name="connsiteX230" fmla="*/ 1762125 w 1849755"/>
              <a:gd name="connsiteY230" fmla="*/ 1000125 h 1850707"/>
              <a:gd name="connsiteX231" fmla="*/ 1762125 w 1849755"/>
              <a:gd name="connsiteY231" fmla="*/ 993458 h 1850707"/>
              <a:gd name="connsiteX232" fmla="*/ 1753552 w 1849755"/>
              <a:gd name="connsiteY232" fmla="*/ 982028 h 1850707"/>
              <a:gd name="connsiteX233" fmla="*/ 1738312 w 1849755"/>
              <a:gd name="connsiteY233" fmla="*/ 971550 h 1850707"/>
              <a:gd name="connsiteX234" fmla="*/ 199073 w 1849755"/>
              <a:gd name="connsiteY234" fmla="*/ 952500 h 1850707"/>
              <a:gd name="connsiteX235" fmla="*/ 212408 w 1849755"/>
              <a:gd name="connsiteY235" fmla="*/ 1065847 h 1850707"/>
              <a:gd name="connsiteX236" fmla="*/ 205740 w 1849755"/>
              <a:gd name="connsiteY236" fmla="*/ 1066800 h 1850707"/>
              <a:gd name="connsiteX237" fmla="*/ 203835 w 1849755"/>
              <a:gd name="connsiteY237" fmla="*/ 1060132 h 1850707"/>
              <a:gd name="connsiteX238" fmla="*/ 201930 w 1849755"/>
              <a:gd name="connsiteY238" fmla="*/ 1054417 h 1850707"/>
              <a:gd name="connsiteX239" fmla="*/ 198120 w 1849755"/>
              <a:gd name="connsiteY239" fmla="*/ 1050607 h 1850707"/>
              <a:gd name="connsiteX240" fmla="*/ 192405 w 1849755"/>
              <a:gd name="connsiteY240" fmla="*/ 1050607 h 1850707"/>
              <a:gd name="connsiteX241" fmla="*/ 106680 w 1849755"/>
              <a:gd name="connsiteY241" fmla="*/ 1060132 h 1850707"/>
              <a:gd name="connsiteX242" fmla="*/ 101918 w 1849755"/>
              <a:gd name="connsiteY242" fmla="*/ 1062037 h 1850707"/>
              <a:gd name="connsiteX243" fmla="*/ 99060 w 1849755"/>
              <a:gd name="connsiteY243" fmla="*/ 1066800 h 1850707"/>
              <a:gd name="connsiteX244" fmla="*/ 98108 w 1849755"/>
              <a:gd name="connsiteY244" fmla="*/ 1073467 h 1850707"/>
              <a:gd name="connsiteX245" fmla="*/ 98108 w 1849755"/>
              <a:gd name="connsiteY245" fmla="*/ 1080135 h 1850707"/>
              <a:gd name="connsiteX246" fmla="*/ 91440 w 1849755"/>
              <a:gd name="connsiteY246" fmla="*/ 1081087 h 1850707"/>
              <a:gd name="connsiteX247" fmla="*/ 79058 w 1849755"/>
              <a:gd name="connsiteY247" fmla="*/ 973455 h 1850707"/>
              <a:gd name="connsiteX248" fmla="*/ 108585 w 1849755"/>
              <a:gd name="connsiteY248" fmla="*/ 971550 h 1850707"/>
              <a:gd name="connsiteX249" fmla="*/ 109538 w 1849755"/>
              <a:gd name="connsiteY249" fmla="*/ 978217 h 1850707"/>
              <a:gd name="connsiteX250" fmla="*/ 96203 w 1849755"/>
              <a:gd name="connsiteY250" fmla="*/ 988695 h 1850707"/>
              <a:gd name="connsiteX251" fmla="*/ 89535 w 1849755"/>
              <a:gd name="connsiteY251" fmla="*/ 1002030 h 1850707"/>
              <a:gd name="connsiteX252" fmla="*/ 89535 w 1849755"/>
              <a:gd name="connsiteY252" fmla="*/ 1008697 h 1850707"/>
              <a:gd name="connsiteX253" fmla="*/ 90488 w 1849755"/>
              <a:gd name="connsiteY253" fmla="*/ 1016317 h 1850707"/>
              <a:gd name="connsiteX254" fmla="*/ 92393 w 1849755"/>
              <a:gd name="connsiteY254" fmla="*/ 1033462 h 1850707"/>
              <a:gd name="connsiteX255" fmla="*/ 139065 w 1849755"/>
              <a:gd name="connsiteY255" fmla="*/ 1027747 h 1850707"/>
              <a:gd name="connsiteX256" fmla="*/ 137160 w 1849755"/>
              <a:gd name="connsiteY256" fmla="*/ 1015365 h 1850707"/>
              <a:gd name="connsiteX257" fmla="*/ 135255 w 1849755"/>
              <a:gd name="connsiteY257" fmla="*/ 1006792 h 1850707"/>
              <a:gd name="connsiteX258" fmla="*/ 130493 w 1849755"/>
              <a:gd name="connsiteY258" fmla="*/ 1000125 h 1850707"/>
              <a:gd name="connsiteX259" fmla="*/ 122873 w 1849755"/>
              <a:gd name="connsiteY259" fmla="*/ 997267 h 1850707"/>
              <a:gd name="connsiteX260" fmla="*/ 114300 w 1849755"/>
              <a:gd name="connsiteY260" fmla="*/ 995362 h 1850707"/>
              <a:gd name="connsiteX261" fmla="*/ 113348 w 1849755"/>
              <a:gd name="connsiteY261" fmla="*/ 988695 h 1850707"/>
              <a:gd name="connsiteX262" fmla="*/ 163830 w 1849755"/>
              <a:gd name="connsiteY262" fmla="*/ 982980 h 1850707"/>
              <a:gd name="connsiteX263" fmla="*/ 164783 w 1849755"/>
              <a:gd name="connsiteY263" fmla="*/ 989647 h 1850707"/>
              <a:gd name="connsiteX264" fmla="*/ 156210 w 1849755"/>
              <a:gd name="connsiteY264" fmla="*/ 993457 h 1850707"/>
              <a:gd name="connsiteX265" fmla="*/ 149543 w 1849755"/>
              <a:gd name="connsiteY265" fmla="*/ 998220 h 1850707"/>
              <a:gd name="connsiteX266" fmla="*/ 145733 w 1849755"/>
              <a:gd name="connsiteY266" fmla="*/ 1004887 h 1850707"/>
              <a:gd name="connsiteX267" fmla="*/ 145733 w 1849755"/>
              <a:gd name="connsiteY267" fmla="*/ 1013460 h 1850707"/>
              <a:gd name="connsiteX268" fmla="*/ 146685 w 1849755"/>
              <a:gd name="connsiteY268" fmla="*/ 1025842 h 1850707"/>
              <a:gd name="connsiteX269" fmla="*/ 181928 w 1849755"/>
              <a:gd name="connsiteY269" fmla="*/ 1022032 h 1850707"/>
              <a:gd name="connsiteX270" fmla="*/ 190500 w 1849755"/>
              <a:gd name="connsiteY270" fmla="*/ 1020127 h 1850707"/>
              <a:gd name="connsiteX271" fmla="*/ 195263 w 1849755"/>
              <a:gd name="connsiteY271" fmla="*/ 1016317 h 1850707"/>
              <a:gd name="connsiteX272" fmla="*/ 196215 w 1849755"/>
              <a:gd name="connsiteY272" fmla="*/ 1010602 h 1850707"/>
              <a:gd name="connsiteX273" fmla="*/ 195263 w 1849755"/>
              <a:gd name="connsiteY273" fmla="*/ 1000125 h 1850707"/>
              <a:gd name="connsiteX274" fmla="*/ 194310 w 1849755"/>
              <a:gd name="connsiteY274" fmla="*/ 992505 h 1850707"/>
              <a:gd name="connsiteX275" fmla="*/ 193358 w 1849755"/>
              <a:gd name="connsiteY275" fmla="*/ 984885 h 1850707"/>
              <a:gd name="connsiteX276" fmla="*/ 191453 w 1849755"/>
              <a:gd name="connsiteY276" fmla="*/ 978217 h 1850707"/>
              <a:gd name="connsiteX277" fmla="*/ 188595 w 1849755"/>
              <a:gd name="connsiteY277" fmla="*/ 973455 h 1850707"/>
              <a:gd name="connsiteX278" fmla="*/ 175260 w 1849755"/>
              <a:gd name="connsiteY278" fmla="*/ 965835 h 1850707"/>
              <a:gd name="connsiteX279" fmla="*/ 161925 w 1849755"/>
              <a:gd name="connsiteY279" fmla="*/ 961072 h 1850707"/>
              <a:gd name="connsiteX280" fmla="*/ 160973 w 1849755"/>
              <a:gd name="connsiteY280" fmla="*/ 954405 h 1850707"/>
              <a:gd name="connsiteX281" fmla="*/ 925830 w 1849755"/>
              <a:gd name="connsiteY281" fmla="*/ 826770 h 1850707"/>
              <a:gd name="connsiteX282" fmla="*/ 876300 w 1849755"/>
              <a:gd name="connsiteY282" fmla="*/ 876300 h 1850707"/>
              <a:gd name="connsiteX283" fmla="*/ 876300 w 1849755"/>
              <a:gd name="connsiteY283" fmla="*/ 905828 h 1850707"/>
              <a:gd name="connsiteX284" fmla="*/ 801053 w 1849755"/>
              <a:gd name="connsiteY284" fmla="*/ 929640 h 1850707"/>
              <a:gd name="connsiteX285" fmla="*/ 693420 w 1849755"/>
              <a:gd name="connsiteY285" fmla="*/ 1003935 h 1850707"/>
              <a:gd name="connsiteX286" fmla="*/ 604838 w 1849755"/>
              <a:gd name="connsiteY286" fmla="*/ 1112520 h 1850707"/>
              <a:gd name="connsiteX287" fmla="*/ 534353 w 1849755"/>
              <a:gd name="connsiteY287" fmla="*/ 1245870 h 1850707"/>
              <a:gd name="connsiteX288" fmla="*/ 559118 w 1849755"/>
              <a:gd name="connsiteY288" fmla="*/ 1308735 h 1850707"/>
              <a:gd name="connsiteX289" fmla="*/ 621983 w 1849755"/>
              <a:gd name="connsiteY289" fmla="*/ 1283018 h 1850707"/>
              <a:gd name="connsiteX290" fmla="*/ 759143 w 1849755"/>
              <a:gd name="connsiteY290" fmla="*/ 1072515 h 1850707"/>
              <a:gd name="connsiteX291" fmla="*/ 875348 w 1849755"/>
              <a:gd name="connsiteY291" fmla="*/ 1002983 h 1850707"/>
              <a:gd name="connsiteX292" fmla="*/ 875348 w 1849755"/>
              <a:gd name="connsiteY292" fmla="*/ 1081088 h 1850707"/>
              <a:gd name="connsiteX293" fmla="*/ 846773 w 1849755"/>
              <a:gd name="connsiteY293" fmla="*/ 1123950 h 1850707"/>
              <a:gd name="connsiteX294" fmla="*/ 834390 w 1849755"/>
              <a:gd name="connsiteY294" fmla="*/ 1131570 h 1850707"/>
              <a:gd name="connsiteX295" fmla="*/ 775335 w 1849755"/>
              <a:gd name="connsiteY295" fmla="*/ 1187768 h 1850707"/>
              <a:gd name="connsiteX296" fmla="*/ 697230 w 1849755"/>
              <a:gd name="connsiteY296" fmla="*/ 1363980 h 1850707"/>
              <a:gd name="connsiteX297" fmla="*/ 734378 w 1849755"/>
              <a:gd name="connsiteY297" fmla="*/ 1421130 h 1850707"/>
              <a:gd name="connsiteX298" fmla="*/ 791528 w 1849755"/>
              <a:gd name="connsiteY298" fmla="*/ 1383983 h 1850707"/>
              <a:gd name="connsiteX299" fmla="*/ 851535 w 1849755"/>
              <a:gd name="connsiteY299" fmla="*/ 1246823 h 1850707"/>
              <a:gd name="connsiteX300" fmla="*/ 925830 w 1849755"/>
              <a:gd name="connsiteY300" fmla="*/ 1199198 h 1850707"/>
              <a:gd name="connsiteX301" fmla="*/ 1000125 w 1849755"/>
              <a:gd name="connsiteY301" fmla="*/ 1246823 h 1850707"/>
              <a:gd name="connsiteX302" fmla="*/ 1060133 w 1849755"/>
              <a:gd name="connsiteY302" fmla="*/ 1383983 h 1850707"/>
              <a:gd name="connsiteX303" fmla="*/ 1117283 w 1849755"/>
              <a:gd name="connsiteY303" fmla="*/ 1421130 h 1850707"/>
              <a:gd name="connsiteX304" fmla="*/ 1154430 w 1849755"/>
              <a:gd name="connsiteY304" fmla="*/ 1363980 h 1850707"/>
              <a:gd name="connsiteX305" fmla="*/ 1076325 w 1849755"/>
              <a:gd name="connsiteY305" fmla="*/ 1187768 h 1850707"/>
              <a:gd name="connsiteX306" fmla="*/ 1017270 w 1849755"/>
              <a:gd name="connsiteY306" fmla="*/ 1131570 h 1850707"/>
              <a:gd name="connsiteX307" fmla="*/ 1004888 w 1849755"/>
              <a:gd name="connsiteY307" fmla="*/ 1123950 h 1850707"/>
              <a:gd name="connsiteX308" fmla="*/ 976313 w 1849755"/>
              <a:gd name="connsiteY308" fmla="*/ 1081088 h 1850707"/>
              <a:gd name="connsiteX309" fmla="*/ 976313 w 1849755"/>
              <a:gd name="connsiteY309" fmla="*/ 1002983 h 1850707"/>
              <a:gd name="connsiteX310" fmla="*/ 1092518 w 1849755"/>
              <a:gd name="connsiteY310" fmla="*/ 1072515 h 1850707"/>
              <a:gd name="connsiteX311" fmla="*/ 1229678 w 1849755"/>
              <a:gd name="connsiteY311" fmla="*/ 1283018 h 1850707"/>
              <a:gd name="connsiteX312" fmla="*/ 1292543 w 1849755"/>
              <a:gd name="connsiteY312" fmla="*/ 1308735 h 1850707"/>
              <a:gd name="connsiteX313" fmla="*/ 1317308 w 1849755"/>
              <a:gd name="connsiteY313" fmla="*/ 1245870 h 1850707"/>
              <a:gd name="connsiteX314" fmla="*/ 1246823 w 1849755"/>
              <a:gd name="connsiteY314" fmla="*/ 1112520 h 1850707"/>
              <a:gd name="connsiteX315" fmla="*/ 1158240 w 1849755"/>
              <a:gd name="connsiteY315" fmla="*/ 1003935 h 1850707"/>
              <a:gd name="connsiteX316" fmla="*/ 1050608 w 1849755"/>
              <a:gd name="connsiteY316" fmla="*/ 929640 h 1850707"/>
              <a:gd name="connsiteX317" fmla="*/ 975360 w 1849755"/>
              <a:gd name="connsiteY317" fmla="*/ 905828 h 1850707"/>
              <a:gd name="connsiteX318" fmla="*/ 975360 w 1849755"/>
              <a:gd name="connsiteY318" fmla="*/ 876300 h 1850707"/>
              <a:gd name="connsiteX319" fmla="*/ 925830 w 1849755"/>
              <a:gd name="connsiteY319" fmla="*/ 826770 h 1850707"/>
              <a:gd name="connsiteX320" fmla="*/ 1765935 w 1849755"/>
              <a:gd name="connsiteY320" fmla="*/ 802958 h 1850707"/>
              <a:gd name="connsiteX321" fmla="*/ 1772603 w 1849755"/>
              <a:gd name="connsiteY321" fmla="*/ 870585 h 1850707"/>
              <a:gd name="connsiteX322" fmla="*/ 1765935 w 1849755"/>
              <a:gd name="connsiteY322" fmla="*/ 871538 h 1850707"/>
              <a:gd name="connsiteX323" fmla="*/ 1764983 w 1849755"/>
              <a:gd name="connsiteY323" fmla="*/ 864870 h 1850707"/>
              <a:gd name="connsiteX324" fmla="*/ 1763078 w 1849755"/>
              <a:gd name="connsiteY324" fmla="*/ 858203 h 1850707"/>
              <a:gd name="connsiteX325" fmla="*/ 1759268 w 1849755"/>
              <a:gd name="connsiteY325" fmla="*/ 854393 h 1850707"/>
              <a:gd name="connsiteX326" fmla="*/ 1753553 w 1849755"/>
              <a:gd name="connsiteY326" fmla="*/ 853440 h 1850707"/>
              <a:gd name="connsiteX327" fmla="*/ 1667828 w 1849755"/>
              <a:gd name="connsiteY327" fmla="*/ 862013 h 1850707"/>
              <a:gd name="connsiteX328" fmla="*/ 1662113 w 1849755"/>
              <a:gd name="connsiteY328" fmla="*/ 863918 h 1850707"/>
              <a:gd name="connsiteX329" fmla="*/ 1659255 w 1849755"/>
              <a:gd name="connsiteY329" fmla="*/ 868680 h 1850707"/>
              <a:gd name="connsiteX330" fmla="*/ 1658303 w 1849755"/>
              <a:gd name="connsiteY330" fmla="*/ 874395 h 1850707"/>
              <a:gd name="connsiteX331" fmla="*/ 1658303 w 1849755"/>
              <a:gd name="connsiteY331" fmla="*/ 881063 h 1850707"/>
              <a:gd name="connsiteX332" fmla="*/ 1651635 w 1849755"/>
              <a:gd name="connsiteY332" fmla="*/ 883920 h 1850707"/>
              <a:gd name="connsiteX333" fmla="*/ 1644968 w 1849755"/>
              <a:gd name="connsiteY333" fmla="*/ 816293 h 1850707"/>
              <a:gd name="connsiteX334" fmla="*/ 1651635 w 1849755"/>
              <a:gd name="connsiteY334" fmla="*/ 815340 h 1850707"/>
              <a:gd name="connsiteX335" fmla="*/ 1652588 w 1849755"/>
              <a:gd name="connsiteY335" fmla="*/ 822008 h 1850707"/>
              <a:gd name="connsiteX336" fmla="*/ 1654493 w 1849755"/>
              <a:gd name="connsiteY336" fmla="*/ 827723 h 1850707"/>
              <a:gd name="connsiteX337" fmla="*/ 1658303 w 1849755"/>
              <a:gd name="connsiteY337" fmla="*/ 831533 h 1850707"/>
              <a:gd name="connsiteX338" fmla="*/ 1664018 w 1849755"/>
              <a:gd name="connsiteY338" fmla="*/ 832485 h 1850707"/>
              <a:gd name="connsiteX339" fmla="*/ 1749743 w 1849755"/>
              <a:gd name="connsiteY339" fmla="*/ 823913 h 1850707"/>
              <a:gd name="connsiteX340" fmla="*/ 1754505 w 1849755"/>
              <a:gd name="connsiteY340" fmla="*/ 822008 h 1850707"/>
              <a:gd name="connsiteX341" fmla="*/ 1757363 w 1849755"/>
              <a:gd name="connsiteY341" fmla="*/ 817245 h 1850707"/>
              <a:gd name="connsiteX342" fmla="*/ 1758315 w 1849755"/>
              <a:gd name="connsiteY342" fmla="*/ 810578 h 1850707"/>
              <a:gd name="connsiteX343" fmla="*/ 1759268 w 1849755"/>
              <a:gd name="connsiteY343" fmla="*/ 803910 h 1850707"/>
              <a:gd name="connsiteX344" fmla="*/ 94297 w 1849755"/>
              <a:gd name="connsiteY344" fmla="*/ 735330 h 1850707"/>
              <a:gd name="connsiteX345" fmla="*/ 100965 w 1849755"/>
              <a:gd name="connsiteY345" fmla="*/ 736282 h 1850707"/>
              <a:gd name="connsiteX346" fmla="*/ 101917 w 1849755"/>
              <a:gd name="connsiteY346" fmla="*/ 752475 h 1850707"/>
              <a:gd name="connsiteX347" fmla="*/ 108585 w 1849755"/>
              <a:gd name="connsiteY347" fmla="*/ 766762 h 1850707"/>
              <a:gd name="connsiteX348" fmla="*/ 120967 w 1849755"/>
              <a:gd name="connsiteY348" fmla="*/ 783907 h 1850707"/>
              <a:gd name="connsiteX349" fmla="*/ 134302 w 1849755"/>
              <a:gd name="connsiteY349" fmla="*/ 801052 h 1850707"/>
              <a:gd name="connsiteX350" fmla="*/ 161925 w 1849755"/>
              <a:gd name="connsiteY350" fmla="*/ 784860 h 1850707"/>
              <a:gd name="connsiteX351" fmla="*/ 193357 w 1849755"/>
              <a:gd name="connsiteY351" fmla="*/ 765810 h 1850707"/>
              <a:gd name="connsiteX352" fmla="*/ 200977 w 1849755"/>
              <a:gd name="connsiteY352" fmla="*/ 760095 h 1850707"/>
              <a:gd name="connsiteX353" fmla="*/ 207645 w 1849755"/>
              <a:gd name="connsiteY353" fmla="*/ 752475 h 1850707"/>
              <a:gd name="connsiteX354" fmla="*/ 209550 w 1849755"/>
              <a:gd name="connsiteY354" fmla="*/ 747712 h 1850707"/>
              <a:gd name="connsiteX355" fmla="*/ 210502 w 1849755"/>
              <a:gd name="connsiteY355" fmla="*/ 742950 h 1850707"/>
              <a:gd name="connsiteX356" fmla="*/ 218122 w 1849755"/>
              <a:gd name="connsiteY356" fmla="*/ 745807 h 1850707"/>
              <a:gd name="connsiteX357" fmla="*/ 211455 w 1849755"/>
              <a:gd name="connsiteY357" fmla="*/ 793432 h 1850707"/>
              <a:gd name="connsiteX358" fmla="*/ 180975 w 1849755"/>
              <a:gd name="connsiteY358" fmla="*/ 808672 h 1850707"/>
              <a:gd name="connsiteX359" fmla="*/ 149542 w 1849755"/>
              <a:gd name="connsiteY359" fmla="*/ 826770 h 1850707"/>
              <a:gd name="connsiteX360" fmla="*/ 148590 w 1849755"/>
              <a:gd name="connsiteY360" fmla="*/ 831532 h 1850707"/>
              <a:gd name="connsiteX361" fmla="*/ 186690 w 1849755"/>
              <a:gd name="connsiteY361" fmla="*/ 837247 h 1850707"/>
              <a:gd name="connsiteX362" fmla="*/ 192405 w 1849755"/>
              <a:gd name="connsiteY362" fmla="*/ 837247 h 1850707"/>
              <a:gd name="connsiteX363" fmla="*/ 196215 w 1849755"/>
              <a:gd name="connsiteY363" fmla="*/ 833437 h 1850707"/>
              <a:gd name="connsiteX364" fmla="*/ 198120 w 1849755"/>
              <a:gd name="connsiteY364" fmla="*/ 829627 h 1850707"/>
              <a:gd name="connsiteX365" fmla="*/ 200025 w 1849755"/>
              <a:gd name="connsiteY365" fmla="*/ 823912 h 1850707"/>
              <a:gd name="connsiteX366" fmla="*/ 206692 w 1849755"/>
              <a:gd name="connsiteY366" fmla="*/ 824865 h 1850707"/>
              <a:gd name="connsiteX367" fmla="*/ 197167 w 1849755"/>
              <a:gd name="connsiteY367" fmla="*/ 888682 h 1850707"/>
              <a:gd name="connsiteX368" fmla="*/ 190500 w 1849755"/>
              <a:gd name="connsiteY368" fmla="*/ 886777 h 1850707"/>
              <a:gd name="connsiteX369" fmla="*/ 190500 w 1849755"/>
              <a:gd name="connsiteY369" fmla="*/ 880110 h 1850707"/>
              <a:gd name="connsiteX370" fmla="*/ 190500 w 1849755"/>
              <a:gd name="connsiteY370" fmla="*/ 874395 h 1850707"/>
              <a:gd name="connsiteX371" fmla="*/ 187642 w 1849755"/>
              <a:gd name="connsiteY371" fmla="*/ 869632 h 1850707"/>
              <a:gd name="connsiteX372" fmla="*/ 182880 w 1849755"/>
              <a:gd name="connsiteY372" fmla="*/ 867727 h 1850707"/>
              <a:gd name="connsiteX373" fmla="*/ 97155 w 1849755"/>
              <a:gd name="connsiteY373" fmla="*/ 855345 h 1850707"/>
              <a:gd name="connsiteX374" fmla="*/ 92392 w 1849755"/>
              <a:gd name="connsiteY374" fmla="*/ 855345 h 1850707"/>
              <a:gd name="connsiteX375" fmla="*/ 88582 w 1849755"/>
              <a:gd name="connsiteY375" fmla="*/ 859155 h 1850707"/>
              <a:gd name="connsiteX376" fmla="*/ 85725 w 1849755"/>
              <a:gd name="connsiteY376" fmla="*/ 864870 h 1850707"/>
              <a:gd name="connsiteX377" fmla="*/ 83820 w 1849755"/>
              <a:gd name="connsiteY377" fmla="*/ 870585 h 1850707"/>
              <a:gd name="connsiteX378" fmla="*/ 76200 w 1849755"/>
              <a:gd name="connsiteY378" fmla="*/ 869632 h 1850707"/>
              <a:gd name="connsiteX379" fmla="*/ 85725 w 1849755"/>
              <a:gd name="connsiteY379" fmla="*/ 802957 h 1850707"/>
              <a:gd name="connsiteX380" fmla="*/ 92392 w 1849755"/>
              <a:gd name="connsiteY380" fmla="*/ 803910 h 1850707"/>
              <a:gd name="connsiteX381" fmla="*/ 92392 w 1849755"/>
              <a:gd name="connsiteY381" fmla="*/ 810577 h 1850707"/>
              <a:gd name="connsiteX382" fmla="*/ 92392 w 1849755"/>
              <a:gd name="connsiteY382" fmla="*/ 817245 h 1850707"/>
              <a:gd name="connsiteX383" fmla="*/ 95250 w 1849755"/>
              <a:gd name="connsiteY383" fmla="*/ 822007 h 1850707"/>
              <a:gd name="connsiteX384" fmla="*/ 100012 w 1849755"/>
              <a:gd name="connsiteY384" fmla="*/ 823912 h 1850707"/>
              <a:gd name="connsiteX385" fmla="*/ 140970 w 1849755"/>
              <a:gd name="connsiteY385" fmla="*/ 829627 h 1850707"/>
              <a:gd name="connsiteX386" fmla="*/ 141922 w 1849755"/>
              <a:gd name="connsiteY386" fmla="*/ 825817 h 1850707"/>
              <a:gd name="connsiteX387" fmla="*/ 129540 w 1849755"/>
              <a:gd name="connsiteY387" fmla="*/ 808672 h 1850707"/>
              <a:gd name="connsiteX388" fmla="*/ 117157 w 1849755"/>
              <a:gd name="connsiteY388" fmla="*/ 792480 h 1850707"/>
              <a:gd name="connsiteX389" fmla="*/ 106680 w 1849755"/>
              <a:gd name="connsiteY389" fmla="*/ 781050 h 1850707"/>
              <a:gd name="connsiteX390" fmla="*/ 99060 w 1849755"/>
              <a:gd name="connsiteY390" fmla="*/ 776287 h 1850707"/>
              <a:gd name="connsiteX391" fmla="*/ 96202 w 1849755"/>
              <a:gd name="connsiteY391" fmla="*/ 779145 h 1850707"/>
              <a:gd name="connsiteX392" fmla="*/ 93345 w 1849755"/>
              <a:gd name="connsiteY392" fmla="*/ 788670 h 1850707"/>
              <a:gd name="connsiteX393" fmla="*/ 86677 w 1849755"/>
              <a:gd name="connsiteY393" fmla="*/ 787717 h 1850707"/>
              <a:gd name="connsiteX394" fmla="*/ 1698308 w 1849755"/>
              <a:gd name="connsiteY394" fmla="*/ 618173 h 1850707"/>
              <a:gd name="connsiteX395" fmla="*/ 1712595 w 1849755"/>
              <a:gd name="connsiteY395" fmla="*/ 622935 h 1850707"/>
              <a:gd name="connsiteX396" fmla="*/ 1724978 w 1849755"/>
              <a:gd name="connsiteY396" fmla="*/ 634365 h 1850707"/>
              <a:gd name="connsiteX397" fmla="*/ 1734503 w 1849755"/>
              <a:gd name="connsiteY397" fmla="*/ 651510 h 1850707"/>
              <a:gd name="connsiteX398" fmla="*/ 1738313 w 1849755"/>
              <a:gd name="connsiteY398" fmla="*/ 670560 h 1850707"/>
              <a:gd name="connsiteX399" fmla="*/ 1737360 w 1849755"/>
              <a:gd name="connsiteY399" fmla="*/ 685800 h 1850707"/>
              <a:gd name="connsiteX400" fmla="*/ 1744028 w 1849755"/>
              <a:gd name="connsiteY400" fmla="*/ 688658 h 1850707"/>
              <a:gd name="connsiteX401" fmla="*/ 1746885 w 1849755"/>
              <a:gd name="connsiteY401" fmla="*/ 695325 h 1850707"/>
              <a:gd name="connsiteX402" fmla="*/ 1707833 w 1849755"/>
              <a:gd name="connsiteY402" fmla="*/ 709613 h 1850707"/>
              <a:gd name="connsiteX403" fmla="*/ 1705928 w 1849755"/>
              <a:gd name="connsiteY403" fmla="*/ 702945 h 1850707"/>
              <a:gd name="connsiteX404" fmla="*/ 1717358 w 1849755"/>
              <a:gd name="connsiteY404" fmla="*/ 692468 h 1850707"/>
              <a:gd name="connsiteX405" fmla="*/ 1725930 w 1849755"/>
              <a:gd name="connsiteY405" fmla="*/ 681990 h 1850707"/>
              <a:gd name="connsiteX406" fmla="*/ 1730693 w 1849755"/>
              <a:gd name="connsiteY406" fmla="*/ 670560 h 1850707"/>
              <a:gd name="connsiteX407" fmla="*/ 1729740 w 1849755"/>
              <a:gd name="connsiteY407" fmla="*/ 657225 h 1850707"/>
              <a:gd name="connsiteX408" fmla="*/ 1720215 w 1849755"/>
              <a:gd name="connsiteY408" fmla="*/ 644843 h 1850707"/>
              <a:gd name="connsiteX409" fmla="*/ 1705928 w 1849755"/>
              <a:gd name="connsiteY409" fmla="*/ 642938 h 1850707"/>
              <a:gd name="connsiteX410" fmla="*/ 1696403 w 1849755"/>
              <a:gd name="connsiteY410" fmla="*/ 651510 h 1850707"/>
              <a:gd name="connsiteX411" fmla="*/ 1693545 w 1849755"/>
              <a:gd name="connsiteY411" fmla="*/ 669608 h 1850707"/>
              <a:gd name="connsiteX412" fmla="*/ 1693545 w 1849755"/>
              <a:gd name="connsiteY412" fmla="*/ 682943 h 1850707"/>
              <a:gd name="connsiteX413" fmla="*/ 1693545 w 1849755"/>
              <a:gd name="connsiteY413" fmla="*/ 695325 h 1850707"/>
              <a:gd name="connsiteX414" fmla="*/ 1686878 w 1849755"/>
              <a:gd name="connsiteY414" fmla="*/ 717233 h 1850707"/>
              <a:gd name="connsiteX415" fmla="*/ 1668780 w 1849755"/>
              <a:gd name="connsiteY415" fmla="*/ 730568 h 1850707"/>
              <a:gd name="connsiteX416" fmla="*/ 1653540 w 1849755"/>
              <a:gd name="connsiteY416" fmla="*/ 731520 h 1850707"/>
              <a:gd name="connsiteX417" fmla="*/ 1638300 w 1849755"/>
              <a:gd name="connsiteY417" fmla="*/ 725805 h 1850707"/>
              <a:gd name="connsiteX418" fmla="*/ 1624965 w 1849755"/>
              <a:gd name="connsiteY418" fmla="*/ 713423 h 1850707"/>
              <a:gd name="connsiteX419" fmla="*/ 1611630 w 1849755"/>
              <a:gd name="connsiteY419" fmla="*/ 696278 h 1850707"/>
              <a:gd name="connsiteX420" fmla="*/ 1607820 w 1849755"/>
              <a:gd name="connsiteY420" fmla="*/ 675323 h 1850707"/>
              <a:gd name="connsiteX421" fmla="*/ 1608773 w 1849755"/>
              <a:gd name="connsiteY421" fmla="*/ 658178 h 1850707"/>
              <a:gd name="connsiteX422" fmla="*/ 1601153 w 1849755"/>
              <a:gd name="connsiteY422" fmla="*/ 654368 h 1850707"/>
              <a:gd name="connsiteX423" fmla="*/ 1599248 w 1849755"/>
              <a:gd name="connsiteY423" fmla="*/ 647700 h 1850707"/>
              <a:gd name="connsiteX424" fmla="*/ 1641158 w 1849755"/>
              <a:gd name="connsiteY424" fmla="*/ 632460 h 1850707"/>
              <a:gd name="connsiteX425" fmla="*/ 1643063 w 1849755"/>
              <a:gd name="connsiteY425" fmla="*/ 639128 h 1850707"/>
              <a:gd name="connsiteX426" fmla="*/ 1632585 w 1849755"/>
              <a:gd name="connsiteY426" fmla="*/ 649605 h 1850707"/>
              <a:gd name="connsiteX427" fmla="*/ 1624013 w 1849755"/>
              <a:gd name="connsiteY427" fmla="*/ 661988 h 1850707"/>
              <a:gd name="connsiteX428" fmla="*/ 1619250 w 1849755"/>
              <a:gd name="connsiteY428" fmla="*/ 676275 h 1850707"/>
              <a:gd name="connsiteX429" fmla="*/ 1620203 w 1849755"/>
              <a:gd name="connsiteY429" fmla="*/ 691515 h 1850707"/>
              <a:gd name="connsiteX430" fmla="*/ 1631633 w 1849755"/>
              <a:gd name="connsiteY430" fmla="*/ 706755 h 1850707"/>
              <a:gd name="connsiteX431" fmla="*/ 1646873 w 1849755"/>
              <a:gd name="connsiteY431" fmla="*/ 707708 h 1850707"/>
              <a:gd name="connsiteX432" fmla="*/ 1656398 w 1849755"/>
              <a:gd name="connsiteY432" fmla="*/ 699135 h 1850707"/>
              <a:gd name="connsiteX433" fmla="*/ 1659255 w 1849755"/>
              <a:gd name="connsiteY433" fmla="*/ 681038 h 1850707"/>
              <a:gd name="connsiteX434" fmla="*/ 1659255 w 1849755"/>
              <a:gd name="connsiteY434" fmla="*/ 666750 h 1850707"/>
              <a:gd name="connsiteX435" fmla="*/ 1659255 w 1849755"/>
              <a:gd name="connsiteY435" fmla="*/ 654368 h 1850707"/>
              <a:gd name="connsiteX436" fmla="*/ 1666875 w 1849755"/>
              <a:gd name="connsiteY436" fmla="*/ 632460 h 1850707"/>
              <a:gd name="connsiteX437" fmla="*/ 1684020 w 1849755"/>
              <a:gd name="connsiteY437" fmla="*/ 620078 h 1850707"/>
              <a:gd name="connsiteX438" fmla="*/ 1698308 w 1849755"/>
              <a:gd name="connsiteY438" fmla="*/ 618173 h 1850707"/>
              <a:gd name="connsiteX439" fmla="*/ 148590 w 1849755"/>
              <a:gd name="connsiteY439" fmla="*/ 579120 h 1850707"/>
              <a:gd name="connsiteX440" fmla="*/ 155257 w 1849755"/>
              <a:gd name="connsiteY440" fmla="*/ 581977 h 1850707"/>
              <a:gd name="connsiteX441" fmla="*/ 153352 w 1849755"/>
              <a:gd name="connsiteY441" fmla="*/ 588645 h 1850707"/>
              <a:gd name="connsiteX442" fmla="*/ 152400 w 1849755"/>
              <a:gd name="connsiteY442" fmla="*/ 595312 h 1850707"/>
              <a:gd name="connsiteX443" fmla="*/ 154305 w 1849755"/>
              <a:gd name="connsiteY443" fmla="*/ 601027 h 1850707"/>
              <a:gd name="connsiteX444" fmla="*/ 159067 w 1849755"/>
              <a:gd name="connsiteY444" fmla="*/ 603885 h 1850707"/>
              <a:gd name="connsiteX445" fmla="*/ 239077 w 1849755"/>
              <a:gd name="connsiteY445" fmla="*/ 636270 h 1850707"/>
              <a:gd name="connsiteX446" fmla="*/ 243840 w 1849755"/>
              <a:gd name="connsiteY446" fmla="*/ 637222 h 1850707"/>
              <a:gd name="connsiteX447" fmla="*/ 248602 w 1849755"/>
              <a:gd name="connsiteY447" fmla="*/ 634365 h 1850707"/>
              <a:gd name="connsiteX448" fmla="*/ 252412 w 1849755"/>
              <a:gd name="connsiteY448" fmla="*/ 629602 h 1850707"/>
              <a:gd name="connsiteX449" fmla="*/ 256222 w 1849755"/>
              <a:gd name="connsiteY449" fmla="*/ 622935 h 1850707"/>
              <a:gd name="connsiteX450" fmla="*/ 263842 w 1849755"/>
              <a:gd name="connsiteY450" fmla="*/ 624840 h 1850707"/>
              <a:gd name="connsiteX451" fmla="*/ 238125 w 1849755"/>
              <a:gd name="connsiteY451" fmla="*/ 687705 h 1850707"/>
              <a:gd name="connsiteX452" fmla="*/ 231457 w 1849755"/>
              <a:gd name="connsiteY452" fmla="*/ 684847 h 1850707"/>
              <a:gd name="connsiteX453" fmla="*/ 233362 w 1849755"/>
              <a:gd name="connsiteY453" fmla="*/ 678180 h 1850707"/>
              <a:gd name="connsiteX454" fmla="*/ 234315 w 1849755"/>
              <a:gd name="connsiteY454" fmla="*/ 672465 h 1850707"/>
              <a:gd name="connsiteX455" fmla="*/ 232410 w 1849755"/>
              <a:gd name="connsiteY455" fmla="*/ 667702 h 1850707"/>
              <a:gd name="connsiteX456" fmla="*/ 227647 w 1849755"/>
              <a:gd name="connsiteY456" fmla="*/ 664845 h 1850707"/>
              <a:gd name="connsiteX457" fmla="*/ 147637 w 1849755"/>
              <a:gd name="connsiteY457" fmla="*/ 632460 h 1850707"/>
              <a:gd name="connsiteX458" fmla="*/ 142875 w 1849755"/>
              <a:gd name="connsiteY458" fmla="*/ 631507 h 1850707"/>
              <a:gd name="connsiteX459" fmla="*/ 138112 w 1849755"/>
              <a:gd name="connsiteY459" fmla="*/ 634365 h 1850707"/>
              <a:gd name="connsiteX460" fmla="*/ 134302 w 1849755"/>
              <a:gd name="connsiteY460" fmla="*/ 639127 h 1850707"/>
              <a:gd name="connsiteX461" fmla="*/ 130492 w 1849755"/>
              <a:gd name="connsiteY461" fmla="*/ 644842 h 1850707"/>
              <a:gd name="connsiteX462" fmla="*/ 123825 w 1849755"/>
              <a:gd name="connsiteY462" fmla="*/ 641985 h 1850707"/>
              <a:gd name="connsiteX463" fmla="*/ 1624013 w 1849755"/>
              <a:gd name="connsiteY463" fmla="*/ 458153 h 1850707"/>
              <a:gd name="connsiteX464" fmla="*/ 1581150 w 1849755"/>
              <a:gd name="connsiteY464" fmla="*/ 485775 h 1850707"/>
              <a:gd name="connsiteX465" fmla="*/ 1584960 w 1849755"/>
              <a:gd name="connsiteY465" fmla="*/ 491490 h 1850707"/>
              <a:gd name="connsiteX466" fmla="*/ 1601153 w 1849755"/>
              <a:gd name="connsiteY466" fmla="*/ 503873 h 1850707"/>
              <a:gd name="connsiteX467" fmla="*/ 1622108 w 1849755"/>
              <a:gd name="connsiteY467" fmla="*/ 498158 h 1850707"/>
              <a:gd name="connsiteX468" fmla="*/ 1633538 w 1849755"/>
              <a:gd name="connsiteY468" fmla="*/ 482918 h 1850707"/>
              <a:gd name="connsiteX469" fmla="*/ 1627823 w 1849755"/>
              <a:gd name="connsiteY469" fmla="*/ 463868 h 1850707"/>
              <a:gd name="connsiteX470" fmla="*/ 1603058 w 1849755"/>
              <a:gd name="connsiteY470" fmla="*/ 412433 h 1850707"/>
              <a:gd name="connsiteX471" fmla="*/ 1640205 w 1849755"/>
              <a:gd name="connsiteY471" fmla="*/ 469583 h 1850707"/>
              <a:gd name="connsiteX472" fmla="*/ 1653540 w 1849755"/>
              <a:gd name="connsiteY472" fmla="*/ 502920 h 1850707"/>
              <a:gd name="connsiteX473" fmla="*/ 1642110 w 1849755"/>
              <a:gd name="connsiteY473" fmla="*/ 524828 h 1850707"/>
              <a:gd name="connsiteX474" fmla="*/ 1621155 w 1849755"/>
              <a:gd name="connsiteY474" fmla="*/ 529590 h 1850707"/>
              <a:gd name="connsiteX475" fmla="*/ 1599248 w 1849755"/>
              <a:gd name="connsiteY475" fmla="*/ 517208 h 1850707"/>
              <a:gd name="connsiteX476" fmla="*/ 1591628 w 1849755"/>
              <a:gd name="connsiteY476" fmla="*/ 538163 h 1850707"/>
              <a:gd name="connsiteX477" fmla="*/ 1583055 w 1849755"/>
              <a:gd name="connsiteY477" fmla="*/ 562928 h 1850707"/>
              <a:gd name="connsiteX478" fmla="*/ 1580198 w 1849755"/>
              <a:gd name="connsiteY478" fmla="*/ 573405 h 1850707"/>
              <a:gd name="connsiteX479" fmla="*/ 1579245 w 1849755"/>
              <a:gd name="connsiteY479" fmla="*/ 583883 h 1850707"/>
              <a:gd name="connsiteX480" fmla="*/ 1581150 w 1849755"/>
              <a:gd name="connsiteY480" fmla="*/ 588645 h 1850707"/>
              <a:gd name="connsiteX481" fmla="*/ 1583055 w 1849755"/>
              <a:gd name="connsiteY481" fmla="*/ 592455 h 1850707"/>
              <a:gd name="connsiteX482" fmla="*/ 1577340 w 1849755"/>
              <a:gd name="connsiteY482" fmla="*/ 596265 h 1850707"/>
              <a:gd name="connsiteX483" fmla="*/ 1551623 w 1849755"/>
              <a:gd name="connsiteY483" fmla="*/ 557213 h 1850707"/>
              <a:gd name="connsiteX484" fmla="*/ 1565910 w 1849755"/>
              <a:gd name="connsiteY484" fmla="*/ 524828 h 1850707"/>
              <a:gd name="connsiteX485" fmla="*/ 1576388 w 1849755"/>
              <a:gd name="connsiteY485" fmla="*/ 494348 h 1850707"/>
              <a:gd name="connsiteX486" fmla="*/ 1573530 w 1849755"/>
              <a:gd name="connsiteY486" fmla="*/ 490538 h 1850707"/>
              <a:gd name="connsiteX487" fmla="*/ 1542098 w 1849755"/>
              <a:gd name="connsiteY487" fmla="*/ 510540 h 1850707"/>
              <a:gd name="connsiteX488" fmla="*/ 1538288 w 1849755"/>
              <a:gd name="connsiteY488" fmla="*/ 514350 h 1850707"/>
              <a:gd name="connsiteX489" fmla="*/ 1537335 w 1849755"/>
              <a:gd name="connsiteY489" fmla="*/ 520065 h 1850707"/>
              <a:gd name="connsiteX490" fmla="*/ 1539240 w 1849755"/>
              <a:gd name="connsiteY490" fmla="*/ 524828 h 1850707"/>
              <a:gd name="connsiteX491" fmla="*/ 1541145 w 1849755"/>
              <a:gd name="connsiteY491" fmla="*/ 530543 h 1850707"/>
              <a:gd name="connsiteX492" fmla="*/ 1535430 w 1849755"/>
              <a:gd name="connsiteY492" fmla="*/ 534353 h 1850707"/>
              <a:gd name="connsiteX493" fmla="*/ 1500188 w 1849755"/>
              <a:gd name="connsiteY493" fmla="*/ 479108 h 1850707"/>
              <a:gd name="connsiteX494" fmla="*/ 1505903 w 1849755"/>
              <a:gd name="connsiteY494" fmla="*/ 475298 h 1850707"/>
              <a:gd name="connsiteX495" fmla="*/ 1509713 w 1849755"/>
              <a:gd name="connsiteY495" fmla="*/ 481013 h 1850707"/>
              <a:gd name="connsiteX496" fmla="*/ 1513523 w 1849755"/>
              <a:gd name="connsiteY496" fmla="*/ 484823 h 1850707"/>
              <a:gd name="connsiteX497" fmla="*/ 1519238 w 1849755"/>
              <a:gd name="connsiteY497" fmla="*/ 486728 h 1850707"/>
              <a:gd name="connsiteX498" fmla="*/ 1524000 w 1849755"/>
              <a:gd name="connsiteY498" fmla="*/ 484823 h 1850707"/>
              <a:gd name="connsiteX499" fmla="*/ 1596390 w 1849755"/>
              <a:gd name="connsiteY499" fmla="*/ 438150 h 1850707"/>
              <a:gd name="connsiteX500" fmla="*/ 1600200 w 1849755"/>
              <a:gd name="connsiteY500" fmla="*/ 434340 h 1850707"/>
              <a:gd name="connsiteX501" fmla="*/ 1601153 w 1849755"/>
              <a:gd name="connsiteY501" fmla="*/ 428625 h 1850707"/>
              <a:gd name="connsiteX502" fmla="*/ 1599248 w 1849755"/>
              <a:gd name="connsiteY502" fmla="*/ 421958 h 1850707"/>
              <a:gd name="connsiteX503" fmla="*/ 1597343 w 1849755"/>
              <a:gd name="connsiteY503" fmla="*/ 416243 h 1850707"/>
              <a:gd name="connsiteX504" fmla="*/ 1016318 w 1849755"/>
              <a:gd name="connsiteY504" fmla="*/ 398145 h 1850707"/>
              <a:gd name="connsiteX505" fmla="*/ 968693 w 1849755"/>
              <a:gd name="connsiteY505" fmla="*/ 447675 h 1850707"/>
              <a:gd name="connsiteX506" fmla="*/ 968693 w 1849755"/>
              <a:gd name="connsiteY506" fmla="*/ 449580 h 1850707"/>
              <a:gd name="connsiteX507" fmla="*/ 968693 w 1849755"/>
              <a:gd name="connsiteY507" fmla="*/ 733425 h 1850707"/>
              <a:gd name="connsiteX508" fmla="*/ 968693 w 1849755"/>
              <a:gd name="connsiteY508" fmla="*/ 758190 h 1850707"/>
              <a:gd name="connsiteX509" fmla="*/ 1005840 w 1849755"/>
              <a:gd name="connsiteY509" fmla="*/ 803910 h 1850707"/>
              <a:gd name="connsiteX510" fmla="*/ 1188720 w 1849755"/>
              <a:gd name="connsiteY510" fmla="*/ 899160 h 1850707"/>
              <a:gd name="connsiteX511" fmla="*/ 1351598 w 1849755"/>
              <a:gd name="connsiteY511" fmla="*/ 1087755 h 1850707"/>
              <a:gd name="connsiteX512" fmla="*/ 1418273 w 1849755"/>
              <a:gd name="connsiteY512" fmla="*/ 1102043 h 1850707"/>
              <a:gd name="connsiteX513" fmla="*/ 1440180 w 1849755"/>
              <a:gd name="connsiteY513" fmla="*/ 1062038 h 1850707"/>
              <a:gd name="connsiteX514" fmla="*/ 1432560 w 1849755"/>
              <a:gd name="connsiteY514" fmla="*/ 1035368 h 1850707"/>
              <a:gd name="connsiteX515" fmla="*/ 1249680 w 1849755"/>
              <a:gd name="connsiteY515" fmla="*/ 825818 h 1850707"/>
              <a:gd name="connsiteX516" fmla="*/ 1066800 w 1849755"/>
              <a:gd name="connsiteY516" fmla="*/ 721995 h 1850707"/>
              <a:gd name="connsiteX517" fmla="*/ 1066800 w 1849755"/>
              <a:gd name="connsiteY517" fmla="*/ 611505 h 1850707"/>
              <a:gd name="connsiteX518" fmla="*/ 1331595 w 1849755"/>
              <a:gd name="connsiteY518" fmla="*/ 757238 h 1850707"/>
              <a:gd name="connsiteX519" fmla="*/ 1399223 w 1849755"/>
              <a:gd name="connsiteY519" fmla="*/ 751523 h 1850707"/>
              <a:gd name="connsiteX520" fmla="*/ 1393508 w 1849755"/>
              <a:gd name="connsiteY520" fmla="*/ 683895 h 1850707"/>
              <a:gd name="connsiteX521" fmla="*/ 1223010 w 1849755"/>
              <a:gd name="connsiteY521" fmla="*/ 570548 h 1850707"/>
              <a:gd name="connsiteX522" fmla="*/ 1065848 w 1849755"/>
              <a:gd name="connsiteY522" fmla="*/ 512445 h 1850707"/>
              <a:gd name="connsiteX523" fmla="*/ 1065848 w 1849755"/>
              <a:gd name="connsiteY523" fmla="*/ 447675 h 1850707"/>
              <a:gd name="connsiteX524" fmla="*/ 1016318 w 1849755"/>
              <a:gd name="connsiteY524" fmla="*/ 398145 h 1850707"/>
              <a:gd name="connsiteX525" fmla="*/ 833438 w 1849755"/>
              <a:gd name="connsiteY525" fmla="*/ 398145 h 1850707"/>
              <a:gd name="connsiteX526" fmla="*/ 783908 w 1849755"/>
              <a:gd name="connsiteY526" fmla="*/ 447675 h 1850707"/>
              <a:gd name="connsiteX527" fmla="*/ 783908 w 1849755"/>
              <a:gd name="connsiteY527" fmla="*/ 512445 h 1850707"/>
              <a:gd name="connsiteX528" fmla="*/ 626745 w 1849755"/>
              <a:gd name="connsiteY528" fmla="*/ 570548 h 1850707"/>
              <a:gd name="connsiteX529" fmla="*/ 456248 w 1849755"/>
              <a:gd name="connsiteY529" fmla="*/ 683895 h 1850707"/>
              <a:gd name="connsiteX530" fmla="*/ 451485 w 1849755"/>
              <a:gd name="connsiteY530" fmla="*/ 751523 h 1850707"/>
              <a:gd name="connsiteX531" fmla="*/ 519113 w 1849755"/>
              <a:gd name="connsiteY531" fmla="*/ 757238 h 1850707"/>
              <a:gd name="connsiteX532" fmla="*/ 783908 w 1849755"/>
              <a:gd name="connsiteY532" fmla="*/ 611505 h 1850707"/>
              <a:gd name="connsiteX533" fmla="*/ 783908 w 1849755"/>
              <a:gd name="connsiteY533" fmla="*/ 721995 h 1850707"/>
              <a:gd name="connsiteX534" fmla="*/ 601028 w 1849755"/>
              <a:gd name="connsiteY534" fmla="*/ 825818 h 1850707"/>
              <a:gd name="connsiteX535" fmla="*/ 418148 w 1849755"/>
              <a:gd name="connsiteY535" fmla="*/ 1035368 h 1850707"/>
              <a:gd name="connsiteX536" fmla="*/ 410528 w 1849755"/>
              <a:gd name="connsiteY536" fmla="*/ 1062038 h 1850707"/>
              <a:gd name="connsiteX537" fmla="*/ 432435 w 1849755"/>
              <a:gd name="connsiteY537" fmla="*/ 1102043 h 1850707"/>
              <a:gd name="connsiteX538" fmla="*/ 499110 w 1849755"/>
              <a:gd name="connsiteY538" fmla="*/ 1087755 h 1850707"/>
              <a:gd name="connsiteX539" fmla="*/ 661988 w 1849755"/>
              <a:gd name="connsiteY539" fmla="*/ 899160 h 1850707"/>
              <a:gd name="connsiteX540" fmla="*/ 844868 w 1849755"/>
              <a:gd name="connsiteY540" fmla="*/ 803910 h 1850707"/>
              <a:gd name="connsiteX541" fmla="*/ 882015 w 1849755"/>
              <a:gd name="connsiteY541" fmla="*/ 758190 h 1850707"/>
              <a:gd name="connsiteX542" fmla="*/ 882015 w 1849755"/>
              <a:gd name="connsiteY542" fmla="*/ 733425 h 1850707"/>
              <a:gd name="connsiteX543" fmla="*/ 882015 w 1849755"/>
              <a:gd name="connsiteY543" fmla="*/ 449580 h 1850707"/>
              <a:gd name="connsiteX544" fmla="*/ 882015 w 1849755"/>
              <a:gd name="connsiteY544" fmla="*/ 447675 h 1850707"/>
              <a:gd name="connsiteX545" fmla="*/ 833438 w 1849755"/>
              <a:gd name="connsiteY545" fmla="*/ 398145 h 1850707"/>
              <a:gd name="connsiteX546" fmla="*/ 278130 w 1849755"/>
              <a:gd name="connsiteY546" fmla="*/ 373380 h 1850707"/>
              <a:gd name="connsiteX547" fmla="*/ 283845 w 1849755"/>
              <a:gd name="connsiteY547" fmla="*/ 377190 h 1850707"/>
              <a:gd name="connsiteX548" fmla="*/ 280987 w 1849755"/>
              <a:gd name="connsiteY548" fmla="*/ 382905 h 1850707"/>
              <a:gd name="connsiteX549" fmla="*/ 279082 w 1849755"/>
              <a:gd name="connsiteY549" fmla="*/ 391477 h 1850707"/>
              <a:gd name="connsiteX550" fmla="*/ 282892 w 1849755"/>
              <a:gd name="connsiteY550" fmla="*/ 400050 h 1850707"/>
              <a:gd name="connsiteX551" fmla="*/ 295275 w 1849755"/>
              <a:gd name="connsiteY551" fmla="*/ 410527 h 1850707"/>
              <a:gd name="connsiteX552" fmla="*/ 366712 w 1849755"/>
              <a:gd name="connsiteY552" fmla="*/ 461962 h 1850707"/>
              <a:gd name="connsiteX553" fmla="*/ 358140 w 1849755"/>
              <a:gd name="connsiteY553" fmla="*/ 474345 h 1850707"/>
              <a:gd name="connsiteX554" fmla="*/ 237172 w 1849755"/>
              <a:gd name="connsiteY554" fmla="*/ 481012 h 1850707"/>
              <a:gd name="connsiteX555" fmla="*/ 283845 w 1849755"/>
              <a:gd name="connsiteY555" fmla="*/ 514350 h 1850707"/>
              <a:gd name="connsiteX556" fmla="*/ 298132 w 1849755"/>
              <a:gd name="connsiteY556" fmla="*/ 522922 h 1850707"/>
              <a:gd name="connsiteX557" fmla="*/ 307657 w 1849755"/>
              <a:gd name="connsiteY557" fmla="*/ 523875 h 1850707"/>
              <a:gd name="connsiteX558" fmla="*/ 314325 w 1849755"/>
              <a:gd name="connsiteY558" fmla="*/ 520065 h 1850707"/>
              <a:gd name="connsiteX559" fmla="*/ 320992 w 1849755"/>
              <a:gd name="connsiteY559" fmla="*/ 514350 h 1850707"/>
              <a:gd name="connsiteX560" fmla="*/ 326707 w 1849755"/>
              <a:gd name="connsiteY560" fmla="*/ 518160 h 1850707"/>
              <a:gd name="connsiteX561" fmla="*/ 296227 w 1849755"/>
              <a:gd name="connsiteY561" fmla="*/ 561022 h 1850707"/>
              <a:gd name="connsiteX562" fmla="*/ 290512 w 1849755"/>
              <a:gd name="connsiteY562" fmla="*/ 557212 h 1850707"/>
              <a:gd name="connsiteX563" fmla="*/ 294322 w 1849755"/>
              <a:gd name="connsiteY563" fmla="*/ 550545 h 1850707"/>
              <a:gd name="connsiteX564" fmla="*/ 296227 w 1849755"/>
              <a:gd name="connsiteY564" fmla="*/ 542925 h 1850707"/>
              <a:gd name="connsiteX565" fmla="*/ 292417 w 1849755"/>
              <a:gd name="connsiteY565" fmla="*/ 534352 h 1850707"/>
              <a:gd name="connsiteX566" fmla="*/ 279082 w 1849755"/>
              <a:gd name="connsiteY566" fmla="*/ 523875 h 1850707"/>
              <a:gd name="connsiteX567" fmla="*/ 232410 w 1849755"/>
              <a:gd name="connsiteY567" fmla="*/ 490537 h 1850707"/>
              <a:gd name="connsiteX568" fmla="*/ 224790 w 1849755"/>
              <a:gd name="connsiteY568" fmla="*/ 486727 h 1850707"/>
              <a:gd name="connsiteX569" fmla="*/ 217170 w 1849755"/>
              <a:gd name="connsiteY569" fmla="*/ 485775 h 1850707"/>
              <a:gd name="connsiteX570" fmla="*/ 209550 w 1849755"/>
              <a:gd name="connsiteY570" fmla="*/ 488632 h 1850707"/>
              <a:gd name="connsiteX571" fmla="*/ 201930 w 1849755"/>
              <a:gd name="connsiteY571" fmla="*/ 494347 h 1850707"/>
              <a:gd name="connsiteX572" fmla="*/ 196215 w 1849755"/>
              <a:gd name="connsiteY572" fmla="*/ 490537 h 1850707"/>
              <a:gd name="connsiteX573" fmla="*/ 222885 w 1849755"/>
              <a:gd name="connsiteY573" fmla="*/ 453390 h 1850707"/>
              <a:gd name="connsiteX574" fmla="*/ 328612 w 1849755"/>
              <a:gd name="connsiteY574" fmla="*/ 447675 h 1850707"/>
              <a:gd name="connsiteX575" fmla="*/ 290512 w 1849755"/>
              <a:gd name="connsiteY575" fmla="*/ 421005 h 1850707"/>
              <a:gd name="connsiteX576" fmla="*/ 276225 w 1849755"/>
              <a:gd name="connsiteY576" fmla="*/ 412432 h 1850707"/>
              <a:gd name="connsiteX577" fmla="*/ 266700 w 1849755"/>
              <a:gd name="connsiteY577" fmla="*/ 411480 h 1850707"/>
              <a:gd name="connsiteX578" fmla="*/ 260032 w 1849755"/>
              <a:gd name="connsiteY578" fmla="*/ 415290 h 1850707"/>
              <a:gd name="connsiteX579" fmla="*/ 253365 w 1849755"/>
              <a:gd name="connsiteY579" fmla="*/ 420052 h 1850707"/>
              <a:gd name="connsiteX580" fmla="*/ 247650 w 1849755"/>
              <a:gd name="connsiteY580" fmla="*/ 415290 h 1850707"/>
              <a:gd name="connsiteX581" fmla="*/ 925830 w 1849755"/>
              <a:gd name="connsiteY581" fmla="*/ 296228 h 1850707"/>
              <a:gd name="connsiteX582" fmla="*/ 1555433 w 1849755"/>
              <a:gd name="connsiteY582" fmla="*/ 925830 h 1850707"/>
              <a:gd name="connsiteX583" fmla="*/ 925830 w 1849755"/>
              <a:gd name="connsiteY583" fmla="*/ 1555433 h 1850707"/>
              <a:gd name="connsiteX584" fmla="*/ 296228 w 1849755"/>
              <a:gd name="connsiteY584" fmla="*/ 925830 h 1850707"/>
              <a:gd name="connsiteX585" fmla="*/ 925830 w 1849755"/>
              <a:gd name="connsiteY585" fmla="*/ 296228 h 1850707"/>
              <a:gd name="connsiteX586" fmla="*/ 925830 w 1849755"/>
              <a:gd name="connsiteY586" fmla="*/ 261937 h 1850707"/>
              <a:gd name="connsiteX587" fmla="*/ 667702 w 1849755"/>
              <a:gd name="connsiteY587" fmla="*/ 314325 h 1850707"/>
              <a:gd name="connsiteX588" fmla="*/ 456247 w 1849755"/>
              <a:gd name="connsiteY588" fmla="*/ 456247 h 1850707"/>
              <a:gd name="connsiteX589" fmla="*/ 314325 w 1849755"/>
              <a:gd name="connsiteY589" fmla="*/ 667702 h 1850707"/>
              <a:gd name="connsiteX590" fmla="*/ 261937 w 1849755"/>
              <a:gd name="connsiteY590" fmla="*/ 925830 h 1850707"/>
              <a:gd name="connsiteX591" fmla="*/ 314325 w 1849755"/>
              <a:gd name="connsiteY591" fmla="*/ 1183957 h 1850707"/>
              <a:gd name="connsiteX592" fmla="*/ 456247 w 1849755"/>
              <a:gd name="connsiteY592" fmla="*/ 1395412 h 1850707"/>
              <a:gd name="connsiteX593" fmla="*/ 667702 w 1849755"/>
              <a:gd name="connsiteY593" fmla="*/ 1537335 h 1850707"/>
              <a:gd name="connsiteX594" fmla="*/ 925830 w 1849755"/>
              <a:gd name="connsiteY594" fmla="*/ 1589722 h 1850707"/>
              <a:gd name="connsiteX595" fmla="*/ 1183957 w 1849755"/>
              <a:gd name="connsiteY595" fmla="*/ 1537335 h 1850707"/>
              <a:gd name="connsiteX596" fmla="*/ 1395412 w 1849755"/>
              <a:gd name="connsiteY596" fmla="*/ 1395412 h 1850707"/>
              <a:gd name="connsiteX597" fmla="*/ 1537335 w 1849755"/>
              <a:gd name="connsiteY597" fmla="*/ 1183957 h 1850707"/>
              <a:gd name="connsiteX598" fmla="*/ 1589722 w 1849755"/>
              <a:gd name="connsiteY598" fmla="*/ 925830 h 1850707"/>
              <a:gd name="connsiteX599" fmla="*/ 1537335 w 1849755"/>
              <a:gd name="connsiteY599" fmla="*/ 667702 h 1850707"/>
              <a:gd name="connsiteX600" fmla="*/ 1395412 w 1849755"/>
              <a:gd name="connsiteY600" fmla="*/ 456247 h 1850707"/>
              <a:gd name="connsiteX601" fmla="*/ 1183957 w 1849755"/>
              <a:gd name="connsiteY601" fmla="*/ 314325 h 1850707"/>
              <a:gd name="connsiteX602" fmla="*/ 925830 w 1849755"/>
              <a:gd name="connsiteY602" fmla="*/ 261937 h 1850707"/>
              <a:gd name="connsiteX603" fmla="*/ 1454467 w 1849755"/>
              <a:gd name="connsiteY603" fmla="*/ 259080 h 1850707"/>
              <a:gd name="connsiteX604" fmla="*/ 1534477 w 1849755"/>
              <a:gd name="connsiteY604" fmla="*/ 331470 h 1850707"/>
              <a:gd name="connsiteX605" fmla="*/ 1514475 w 1849755"/>
              <a:gd name="connsiteY605" fmla="*/ 356235 h 1850707"/>
              <a:gd name="connsiteX606" fmla="*/ 1509712 w 1849755"/>
              <a:gd name="connsiteY606" fmla="*/ 351472 h 1850707"/>
              <a:gd name="connsiteX607" fmla="*/ 1512570 w 1849755"/>
              <a:gd name="connsiteY607" fmla="*/ 335280 h 1850707"/>
              <a:gd name="connsiteX608" fmla="*/ 1509712 w 1849755"/>
              <a:gd name="connsiteY608" fmla="*/ 320992 h 1850707"/>
              <a:gd name="connsiteX609" fmla="*/ 1504950 w 1849755"/>
              <a:gd name="connsiteY609" fmla="*/ 315277 h 1850707"/>
              <a:gd name="connsiteX610" fmla="*/ 1499235 w 1849755"/>
              <a:gd name="connsiteY610" fmla="*/ 309562 h 1850707"/>
              <a:gd name="connsiteX611" fmla="*/ 1485900 w 1849755"/>
              <a:gd name="connsiteY611" fmla="*/ 298132 h 1850707"/>
              <a:gd name="connsiteX612" fmla="*/ 1454467 w 1849755"/>
              <a:gd name="connsiteY612" fmla="*/ 332422 h 1850707"/>
              <a:gd name="connsiteX613" fmla="*/ 1463992 w 1849755"/>
              <a:gd name="connsiteY613" fmla="*/ 340995 h 1850707"/>
              <a:gd name="connsiteX614" fmla="*/ 1470660 w 1849755"/>
              <a:gd name="connsiteY614" fmla="*/ 345757 h 1850707"/>
              <a:gd name="connsiteX615" fmla="*/ 1479232 w 1849755"/>
              <a:gd name="connsiteY615" fmla="*/ 347662 h 1850707"/>
              <a:gd name="connsiteX616" fmla="*/ 1486852 w 1849755"/>
              <a:gd name="connsiteY616" fmla="*/ 344805 h 1850707"/>
              <a:gd name="connsiteX617" fmla="*/ 1494472 w 1849755"/>
              <a:gd name="connsiteY617" fmla="*/ 340042 h 1850707"/>
              <a:gd name="connsiteX618" fmla="*/ 1499235 w 1849755"/>
              <a:gd name="connsiteY618" fmla="*/ 344805 h 1850707"/>
              <a:gd name="connsiteX619" fmla="*/ 1464945 w 1849755"/>
              <a:gd name="connsiteY619" fmla="*/ 381952 h 1850707"/>
              <a:gd name="connsiteX620" fmla="*/ 1460182 w 1849755"/>
              <a:gd name="connsiteY620" fmla="*/ 377190 h 1850707"/>
              <a:gd name="connsiteX621" fmla="*/ 1463992 w 1849755"/>
              <a:gd name="connsiteY621" fmla="*/ 368617 h 1850707"/>
              <a:gd name="connsiteX622" fmla="*/ 1465897 w 1849755"/>
              <a:gd name="connsiteY622" fmla="*/ 360045 h 1850707"/>
              <a:gd name="connsiteX623" fmla="*/ 1463992 w 1849755"/>
              <a:gd name="connsiteY623" fmla="*/ 352425 h 1850707"/>
              <a:gd name="connsiteX624" fmla="*/ 1458277 w 1849755"/>
              <a:gd name="connsiteY624" fmla="*/ 345757 h 1850707"/>
              <a:gd name="connsiteX625" fmla="*/ 1448752 w 1849755"/>
              <a:gd name="connsiteY625" fmla="*/ 337185 h 1850707"/>
              <a:gd name="connsiteX626" fmla="*/ 1424940 w 1849755"/>
              <a:gd name="connsiteY626" fmla="*/ 362902 h 1850707"/>
              <a:gd name="connsiteX627" fmla="*/ 1419225 w 1849755"/>
              <a:gd name="connsiteY627" fmla="*/ 369570 h 1850707"/>
              <a:gd name="connsiteX628" fmla="*/ 1418272 w 1849755"/>
              <a:gd name="connsiteY628" fmla="*/ 375285 h 1850707"/>
              <a:gd name="connsiteX629" fmla="*/ 1421130 w 1849755"/>
              <a:gd name="connsiteY629" fmla="*/ 381000 h 1850707"/>
              <a:gd name="connsiteX630" fmla="*/ 1428750 w 1849755"/>
              <a:gd name="connsiteY630" fmla="*/ 388620 h 1850707"/>
              <a:gd name="connsiteX631" fmla="*/ 1434465 w 1849755"/>
              <a:gd name="connsiteY631" fmla="*/ 393382 h 1850707"/>
              <a:gd name="connsiteX632" fmla="*/ 1440180 w 1849755"/>
              <a:gd name="connsiteY632" fmla="*/ 398145 h 1850707"/>
              <a:gd name="connsiteX633" fmla="*/ 1445895 w 1849755"/>
              <a:gd name="connsiteY633" fmla="*/ 401955 h 1850707"/>
              <a:gd name="connsiteX634" fmla="*/ 1450657 w 1849755"/>
              <a:gd name="connsiteY634" fmla="*/ 402907 h 1850707"/>
              <a:gd name="connsiteX635" fmla="*/ 1465897 w 1849755"/>
              <a:gd name="connsiteY635" fmla="*/ 400050 h 1850707"/>
              <a:gd name="connsiteX636" fmla="*/ 1479232 w 1849755"/>
              <a:gd name="connsiteY636" fmla="*/ 395287 h 1850707"/>
              <a:gd name="connsiteX637" fmla="*/ 1483995 w 1849755"/>
              <a:gd name="connsiteY637" fmla="*/ 399097 h 1850707"/>
              <a:gd name="connsiteX638" fmla="*/ 1456372 w 1849755"/>
              <a:gd name="connsiteY638" fmla="*/ 425767 h 1850707"/>
              <a:gd name="connsiteX639" fmla="*/ 1371600 w 1849755"/>
              <a:gd name="connsiteY639" fmla="*/ 348615 h 1850707"/>
              <a:gd name="connsiteX640" fmla="*/ 1376362 w 1849755"/>
              <a:gd name="connsiteY640" fmla="*/ 343852 h 1850707"/>
              <a:gd name="connsiteX641" fmla="*/ 1382077 w 1849755"/>
              <a:gd name="connsiteY641" fmla="*/ 347662 h 1850707"/>
              <a:gd name="connsiteX642" fmla="*/ 1386840 w 1849755"/>
              <a:gd name="connsiteY642" fmla="*/ 350520 h 1850707"/>
              <a:gd name="connsiteX643" fmla="*/ 1392555 w 1849755"/>
              <a:gd name="connsiteY643" fmla="*/ 351472 h 1850707"/>
              <a:gd name="connsiteX644" fmla="*/ 1397317 w 1849755"/>
              <a:gd name="connsiteY644" fmla="*/ 348615 h 1850707"/>
              <a:gd name="connsiteX645" fmla="*/ 1455420 w 1849755"/>
              <a:gd name="connsiteY645" fmla="*/ 284797 h 1850707"/>
              <a:gd name="connsiteX646" fmla="*/ 1458277 w 1849755"/>
              <a:gd name="connsiteY646" fmla="*/ 280035 h 1850707"/>
              <a:gd name="connsiteX647" fmla="*/ 1457325 w 1849755"/>
              <a:gd name="connsiteY647" fmla="*/ 274320 h 1850707"/>
              <a:gd name="connsiteX648" fmla="*/ 1453515 w 1849755"/>
              <a:gd name="connsiteY648" fmla="*/ 268605 h 1850707"/>
              <a:gd name="connsiteX649" fmla="*/ 1449705 w 1849755"/>
              <a:gd name="connsiteY649" fmla="*/ 263842 h 1850707"/>
              <a:gd name="connsiteX650" fmla="*/ 925830 w 1849755"/>
              <a:gd name="connsiteY650" fmla="*/ 241935 h 1850707"/>
              <a:gd name="connsiteX651" fmla="*/ 1192530 w 1849755"/>
              <a:gd name="connsiteY651" fmla="*/ 295275 h 1850707"/>
              <a:gd name="connsiteX652" fmla="*/ 1409700 w 1849755"/>
              <a:gd name="connsiteY652" fmla="*/ 441960 h 1850707"/>
              <a:gd name="connsiteX653" fmla="*/ 1556385 w 1849755"/>
              <a:gd name="connsiteY653" fmla="*/ 659130 h 1850707"/>
              <a:gd name="connsiteX654" fmla="*/ 1610677 w 1849755"/>
              <a:gd name="connsiteY654" fmla="*/ 925830 h 1850707"/>
              <a:gd name="connsiteX655" fmla="*/ 1556385 w 1849755"/>
              <a:gd name="connsiteY655" fmla="*/ 1192530 h 1850707"/>
              <a:gd name="connsiteX656" fmla="*/ 1409700 w 1849755"/>
              <a:gd name="connsiteY656" fmla="*/ 1409700 h 1850707"/>
              <a:gd name="connsiteX657" fmla="*/ 1192530 w 1849755"/>
              <a:gd name="connsiteY657" fmla="*/ 1556385 h 1850707"/>
              <a:gd name="connsiteX658" fmla="*/ 925830 w 1849755"/>
              <a:gd name="connsiteY658" fmla="*/ 1610677 h 1850707"/>
              <a:gd name="connsiteX659" fmla="*/ 659130 w 1849755"/>
              <a:gd name="connsiteY659" fmla="*/ 1556385 h 1850707"/>
              <a:gd name="connsiteX660" fmla="*/ 441960 w 1849755"/>
              <a:gd name="connsiteY660" fmla="*/ 1409700 h 1850707"/>
              <a:gd name="connsiteX661" fmla="*/ 295275 w 1849755"/>
              <a:gd name="connsiteY661" fmla="*/ 1192530 h 1850707"/>
              <a:gd name="connsiteX662" fmla="*/ 241935 w 1849755"/>
              <a:gd name="connsiteY662" fmla="*/ 925830 h 1850707"/>
              <a:gd name="connsiteX663" fmla="*/ 295275 w 1849755"/>
              <a:gd name="connsiteY663" fmla="*/ 659130 h 1850707"/>
              <a:gd name="connsiteX664" fmla="*/ 441960 w 1849755"/>
              <a:gd name="connsiteY664" fmla="*/ 441960 h 1850707"/>
              <a:gd name="connsiteX665" fmla="*/ 659130 w 1849755"/>
              <a:gd name="connsiteY665" fmla="*/ 295275 h 1850707"/>
              <a:gd name="connsiteX666" fmla="*/ 925830 w 1849755"/>
              <a:gd name="connsiteY666" fmla="*/ 241935 h 1850707"/>
              <a:gd name="connsiteX667" fmla="*/ 435292 w 1849755"/>
              <a:gd name="connsiteY667" fmla="*/ 233363 h 1850707"/>
              <a:gd name="connsiteX668" fmla="*/ 463867 w 1849755"/>
              <a:gd name="connsiteY668" fmla="*/ 267653 h 1850707"/>
              <a:gd name="connsiteX669" fmla="*/ 458152 w 1849755"/>
              <a:gd name="connsiteY669" fmla="*/ 272415 h 1850707"/>
              <a:gd name="connsiteX670" fmla="*/ 427672 w 1849755"/>
              <a:gd name="connsiteY670" fmla="*/ 259080 h 1850707"/>
              <a:gd name="connsiteX671" fmla="*/ 403860 w 1849755"/>
              <a:gd name="connsiteY671" fmla="*/ 265748 h 1850707"/>
              <a:gd name="connsiteX672" fmla="*/ 393382 w 1849755"/>
              <a:gd name="connsiteY672" fmla="*/ 293370 h 1850707"/>
              <a:gd name="connsiteX673" fmla="*/ 411480 w 1849755"/>
              <a:gd name="connsiteY673" fmla="*/ 329565 h 1850707"/>
              <a:gd name="connsiteX674" fmla="*/ 444817 w 1849755"/>
              <a:gd name="connsiteY674" fmla="*/ 357188 h 1850707"/>
              <a:gd name="connsiteX675" fmla="*/ 473392 w 1849755"/>
              <a:gd name="connsiteY675" fmla="*/ 353378 h 1850707"/>
              <a:gd name="connsiteX676" fmla="*/ 481965 w 1849755"/>
              <a:gd name="connsiteY676" fmla="*/ 342900 h 1850707"/>
              <a:gd name="connsiteX677" fmla="*/ 485775 w 1849755"/>
              <a:gd name="connsiteY677" fmla="*/ 333375 h 1850707"/>
              <a:gd name="connsiteX678" fmla="*/ 470535 w 1849755"/>
              <a:gd name="connsiteY678" fmla="*/ 314325 h 1850707"/>
              <a:gd name="connsiteX679" fmla="*/ 466725 w 1849755"/>
              <a:gd name="connsiteY679" fmla="*/ 311468 h 1850707"/>
              <a:gd name="connsiteX680" fmla="*/ 461010 w 1849755"/>
              <a:gd name="connsiteY680" fmla="*/ 311468 h 1850707"/>
              <a:gd name="connsiteX681" fmla="*/ 454342 w 1849755"/>
              <a:gd name="connsiteY681" fmla="*/ 314325 h 1850707"/>
              <a:gd name="connsiteX682" fmla="*/ 448627 w 1849755"/>
              <a:gd name="connsiteY682" fmla="*/ 317183 h 1850707"/>
              <a:gd name="connsiteX683" fmla="*/ 444817 w 1849755"/>
              <a:gd name="connsiteY683" fmla="*/ 312420 h 1850707"/>
              <a:gd name="connsiteX684" fmla="*/ 494347 w 1849755"/>
              <a:gd name="connsiteY684" fmla="*/ 272415 h 1850707"/>
              <a:gd name="connsiteX685" fmla="*/ 495300 w 1849755"/>
              <a:gd name="connsiteY685" fmla="*/ 276225 h 1850707"/>
              <a:gd name="connsiteX686" fmla="*/ 492442 w 1849755"/>
              <a:gd name="connsiteY686" fmla="*/ 280035 h 1850707"/>
              <a:gd name="connsiteX687" fmla="*/ 489585 w 1849755"/>
              <a:gd name="connsiteY687" fmla="*/ 283845 h 1850707"/>
              <a:gd name="connsiteX688" fmla="*/ 488632 w 1849755"/>
              <a:gd name="connsiteY688" fmla="*/ 289560 h 1850707"/>
              <a:gd name="connsiteX689" fmla="*/ 491490 w 1849755"/>
              <a:gd name="connsiteY689" fmla="*/ 294323 h 1850707"/>
              <a:gd name="connsiteX690" fmla="*/ 500062 w 1849755"/>
              <a:gd name="connsiteY690" fmla="*/ 305753 h 1850707"/>
              <a:gd name="connsiteX691" fmla="*/ 504825 w 1849755"/>
              <a:gd name="connsiteY691" fmla="*/ 311468 h 1850707"/>
              <a:gd name="connsiteX692" fmla="*/ 508635 w 1849755"/>
              <a:gd name="connsiteY692" fmla="*/ 316230 h 1850707"/>
              <a:gd name="connsiteX693" fmla="*/ 495300 w 1849755"/>
              <a:gd name="connsiteY693" fmla="*/ 340043 h 1850707"/>
              <a:gd name="connsiteX694" fmla="*/ 474345 w 1849755"/>
              <a:gd name="connsiteY694" fmla="*/ 362903 h 1850707"/>
              <a:gd name="connsiteX695" fmla="*/ 452437 w 1849755"/>
              <a:gd name="connsiteY695" fmla="*/ 375285 h 1850707"/>
              <a:gd name="connsiteX696" fmla="*/ 428625 w 1849755"/>
              <a:gd name="connsiteY696" fmla="*/ 378143 h 1850707"/>
              <a:gd name="connsiteX697" fmla="*/ 405765 w 1849755"/>
              <a:gd name="connsiteY697" fmla="*/ 371475 h 1850707"/>
              <a:gd name="connsiteX698" fmla="*/ 384810 w 1849755"/>
              <a:gd name="connsiteY698" fmla="*/ 353378 h 1850707"/>
              <a:gd name="connsiteX699" fmla="*/ 372427 w 1849755"/>
              <a:gd name="connsiteY699" fmla="*/ 329565 h 1850707"/>
              <a:gd name="connsiteX700" fmla="*/ 369570 w 1849755"/>
              <a:gd name="connsiteY700" fmla="*/ 304800 h 1850707"/>
              <a:gd name="connsiteX701" fmla="*/ 378142 w 1849755"/>
              <a:gd name="connsiteY701" fmla="*/ 280988 h 1850707"/>
              <a:gd name="connsiteX702" fmla="*/ 397192 w 1849755"/>
              <a:gd name="connsiteY702" fmla="*/ 260033 h 1850707"/>
              <a:gd name="connsiteX703" fmla="*/ 413385 w 1849755"/>
              <a:gd name="connsiteY703" fmla="*/ 249555 h 1850707"/>
              <a:gd name="connsiteX704" fmla="*/ 428625 w 1849755"/>
              <a:gd name="connsiteY704" fmla="*/ 244793 h 1850707"/>
              <a:gd name="connsiteX705" fmla="*/ 429577 w 1849755"/>
              <a:gd name="connsiteY705" fmla="*/ 238125 h 1850707"/>
              <a:gd name="connsiteX706" fmla="*/ 1258252 w 1849755"/>
              <a:gd name="connsiteY706" fmla="*/ 140970 h 1850707"/>
              <a:gd name="connsiteX707" fmla="*/ 1316355 w 1849755"/>
              <a:gd name="connsiteY707" fmla="*/ 172402 h 1850707"/>
              <a:gd name="connsiteX708" fmla="*/ 1313497 w 1849755"/>
              <a:gd name="connsiteY708" fmla="*/ 178117 h 1850707"/>
              <a:gd name="connsiteX709" fmla="*/ 1301115 w 1849755"/>
              <a:gd name="connsiteY709" fmla="*/ 174307 h 1850707"/>
              <a:gd name="connsiteX710" fmla="*/ 1296352 w 1849755"/>
              <a:gd name="connsiteY710" fmla="*/ 175260 h 1850707"/>
              <a:gd name="connsiteX711" fmla="*/ 1295400 w 1849755"/>
              <a:gd name="connsiteY711" fmla="*/ 177165 h 1850707"/>
              <a:gd name="connsiteX712" fmla="*/ 1294447 w 1849755"/>
              <a:gd name="connsiteY712" fmla="*/ 180022 h 1850707"/>
              <a:gd name="connsiteX713" fmla="*/ 1291590 w 1849755"/>
              <a:gd name="connsiteY713" fmla="*/ 206692 h 1850707"/>
              <a:gd name="connsiteX714" fmla="*/ 1285875 w 1849755"/>
              <a:gd name="connsiteY714" fmla="*/ 263842 h 1850707"/>
              <a:gd name="connsiteX715" fmla="*/ 1316355 w 1849755"/>
              <a:gd name="connsiteY715" fmla="*/ 238125 h 1850707"/>
              <a:gd name="connsiteX716" fmla="*/ 1337310 w 1849755"/>
              <a:gd name="connsiteY716" fmla="*/ 220027 h 1850707"/>
              <a:gd name="connsiteX717" fmla="*/ 1344930 w 1849755"/>
              <a:gd name="connsiteY717" fmla="*/ 212407 h 1850707"/>
              <a:gd name="connsiteX718" fmla="*/ 1349692 w 1849755"/>
              <a:gd name="connsiteY718" fmla="*/ 206692 h 1850707"/>
              <a:gd name="connsiteX719" fmla="*/ 1347787 w 1849755"/>
              <a:gd name="connsiteY719" fmla="*/ 200977 h 1850707"/>
              <a:gd name="connsiteX720" fmla="*/ 1336357 w 1849755"/>
              <a:gd name="connsiteY720" fmla="*/ 191452 h 1850707"/>
              <a:gd name="connsiteX721" fmla="*/ 1339215 w 1849755"/>
              <a:gd name="connsiteY721" fmla="*/ 185737 h 1850707"/>
              <a:gd name="connsiteX722" fmla="*/ 1383030 w 1849755"/>
              <a:gd name="connsiteY722" fmla="*/ 208597 h 1850707"/>
              <a:gd name="connsiteX723" fmla="*/ 1381125 w 1849755"/>
              <a:gd name="connsiteY723" fmla="*/ 214312 h 1850707"/>
              <a:gd name="connsiteX724" fmla="*/ 1375410 w 1849755"/>
              <a:gd name="connsiteY724" fmla="*/ 212407 h 1850707"/>
              <a:gd name="connsiteX725" fmla="*/ 1369695 w 1849755"/>
              <a:gd name="connsiteY725" fmla="*/ 212407 h 1850707"/>
              <a:gd name="connsiteX726" fmla="*/ 1362075 w 1849755"/>
              <a:gd name="connsiteY726" fmla="*/ 213360 h 1850707"/>
              <a:gd name="connsiteX727" fmla="*/ 1355407 w 1849755"/>
              <a:gd name="connsiteY727" fmla="*/ 217170 h 1850707"/>
              <a:gd name="connsiteX728" fmla="*/ 1341120 w 1849755"/>
              <a:gd name="connsiteY728" fmla="*/ 228600 h 1850707"/>
              <a:gd name="connsiteX729" fmla="*/ 1319212 w 1849755"/>
              <a:gd name="connsiteY729" fmla="*/ 246697 h 1850707"/>
              <a:gd name="connsiteX730" fmla="*/ 1295400 w 1849755"/>
              <a:gd name="connsiteY730" fmla="*/ 266700 h 1850707"/>
              <a:gd name="connsiteX731" fmla="*/ 1270635 w 1849755"/>
              <a:gd name="connsiteY731" fmla="*/ 287655 h 1850707"/>
              <a:gd name="connsiteX732" fmla="*/ 1255395 w 1849755"/>
              <a:gd name="connsiteY732" fmla="*/ 280035 h 1850707"/>
              <a:gd name="connsiteX733" fmla="*/ 1262062 w 1849755"/>
              <a:gd name="connsiteY733" fmla="*/ 215265 h 1850707"/>
              <a:gd name="connsiteX734" fmla="*/ 1266825 w 1849755"/>
              <a:gd name="connsiteY734" fmla="*/ 169545 h 1850707"/>
              <a:gd name="connsiteX735" fmla="*/ 1266825 w 1849755"/>
              <a:gd name="connsiteY735" fmla="*/ 161925 h 1850707"/>
              <a:gd name="connsiteX736" fmla="*/ 1263967 w 1849755"/>
              <a:gd name="connsiteY736" fmla="*/ 155257 h 1850707"/>
              <a:gd name="connsiteX737" fmla="*/ 1260157 w 1849755"/>
              <a:gd name="connsiteY737" fmla="*/ 150495 h 1850707"/>
              <a:gd name="connsiteX738" fmla="*/ 1255395 w 1849755"/>
              <a:gd name="connsiteY738" fmla="*/ 146685 h 1850707"/>
              <a:gd name="connsiteX739" fmla="*/ 1105853 w 1849755"/>
              <a:gd name="connsiteY739" fmla="*/ 95250 h 1850707"/>
              <a:gd name="connsiteX740" fmla="*/ 1171575 w 1849755"/>
              <a:gd name="connsiteY740" fmla="*/ 112395 h 1850707"/>
              <a:gd name="connsiteX741" fmla="*/ 1169670 w 1849755"/>
              <a:gd name="connsiteY741" fmla="*/ 119062 h 1850707"/>
              <a:gd name="connsiteX742" fmla="*/ 1163003 w 1849755"/>
              <a:gd name="connsiteY742" fmla="*/ 118110 h 1850707"/>
              <a:gd name="connsiteX743" fmla="*/ 1156335 w 1849755"/>
              <a:gd name="connsiteY743" fmla="*/ 118110 h 1850707"/>
              <a:gd name="connsiteX744" fmla="*/ 1151573 w 1849755"/>
              <a:gd name="connsiteY744" fmla="*/ 120015 h 1850707"/>
              <a:gd name="connsiteX745" fmla="*/ 1148715 w 1849755"/>
              <a:gd name="connsiteY745" fmla="*/ 124777 h 1850707"/>
              <a:gd name="connsiteX746" fmla="*/ 1126808 w 1849755"/>
              <a:gd name="connsiteY746" fmla="*/ 208597 h 1850707"/>
              <a:gd name="connsiteX747" fmla="*/ 1126808 w 1849755"/>
              <a:gd name="connsiteY747" fmla="*/ 214312 h 1850707"/>
              <a:gd name="connsiteX748" fmla="*/ 1130618 w 1849755"/>
              <a:gd name="connsiteY748" fmla="*/ 219075 h 1850707"/>
              <a:gd name="connsiteX749" fmla="*/ 1136333 w 1849755"/>
              <a:gd name="connsiteY749" fmla="*/ 221932 h 1850707"/>
              <a:gd name="connsiteX750" fmla="*/ 1143000 w 1849755"/>
              <a:gd name="connsiteY750" fmla="*/ 224790 h 1850707"/>
              <a:gd name="connsiteX751" fmla="*/ 1141095 w 1849755"/>
              <a:gd name="connsiteY751" fmla="*/ 230505 h 1850707"/>
              <a:gd name="connsiteX752" fmla="*/ 1075373 w 1849755"/>
              <a:gd name="connsiteY752" fmla="*/ 213360 h 1850707"/>
              <a:gd name="connsiteX753" fmla="*/ 1077278 w 1849755"/>
              <a:gd name="connsiteY753" fmla="*/ 206692 h 1850707"/>
              <a:gd name="connsiteX754" fmla="*/ 1083945 w 1849755"/>
              <a:gd name="connsiteY754" fmla="*/ 207645 h 1850707"/>
              <a:gd name="connsiteX755" fmla="*/ 1090613 w 1849755"/>
              <a:gd name="connsiteY755" fmla="*/ 208597 h 1850707"/>
              <a:gd name="connsiteX756" fmla="*/ 1095375 w 1849755"/>
              <a:gd name="connsiteY756" fmla="*/ 206692 h 1850707"/>
              <a:gd name="connsiteX757" fmla="*/ 1098233 w 1849755"/>
              <a:gd name="connsiteY757" fmla="*/ 201930 h 1850707"/>
              <a:gd name="connsiteX758" fmla="*/ 1120140 w 1849755"/>
              <a:gd name="connsiteY758" fmla="*/ 118110 h 1850707"/>
              <a:gd name="connsiteX759" fmla="*/ 1120140 w 1849755"/>
              <a:gd name="connsiteY759" fmla="*/ 112395 h 1850707"/>
              <a:gd name="connsiteX760" fmla="*/ 1116330 w 1849755"/>
              <a:gd name="connsiteY760" fmla="*/ 107632 h 1850707"/>
              <a:gd name="connsiteX761" fmla="*/ 1110615 w 1849755"/>
              <a:gd name="connsiteY761" fmla="*/ 104775 h 1850707"/>
              <a:gd name="connsiteX762" fmla="*/ 1103948 w 1849755"/>
              <a:gd name="connsiteY762" fmla="*/ 101917 h 1850707"/>
              <a:gd name="connsiteX763" fmla="*/ 777240 w 1849755"/>
              <a:gd name="connsiteY763" fmla="*/ 88583 h 1850707"/>
              <a:gd name="connsiteX764" fmla="*/ 779145 w 1849755"/>
              <a:gd name="connsiteY764" fmla="*/ 93345 h 1850707"/>
              <a:gd name="connsiteX765" fmla="*/ 772477 w 1849755"/>
              <a:gd name="connsiteY765" fmla="*/ 96203 h 1850707"/>
              <a:gd name="connsiteX766" fmla="*/ 765810 w 1849755"/>
              <a:gd name="connsiteY766" fmla="*/ 100965 h 1850707"/>
              <a:gd name="connsiteX767" fmla="*/ 762952 w 1849755"/>
              <a:gd name="connsiteY767" fmla="*/ 109538 h 1850707"/>
              <a:gd name="connsiteX768" fmla="*/ 765810 w 1849755"/>
              <a:gd name="connsiteY768" fmla="*/ 125730 h 1850707"/>
              <a:gd name="connsiteX769" fmla="*/ 777240 w 1849755"/>
              <a:gd name="connsiteY769" fmla="*/ 169545 h 1850707"/>
              <a:gd name="connsiteX770" fmla="*/ 772477 w 1849755"/>
              <a:gd name="connsiteY770" fmla="*/ 203835 h 1850707"/>
              <a:gd name="connsiteX771" fmla="*/ 741045 w 1849755"/>
              <a:gd name="connsiteY771" fmla="*/ 224790 h 1850707"/>
              <a:gd name="connsiteX772" fmla="*/ 699135 w 1849755"/>
              <a:gd name="connsiteY772" fmla="*/ 223838 h 1850707"/>
              <a:gd name="connsiteX773" fmla="*/ 677227 w 1849755"/>
              <a:gd name="connsiteY773" fmla="*/ 196215 h 1850707"/>
              <a:gd name="connsiteX774" fmla="*/ 661035 w 1849755"/>
              <a:gd name="connsiteY774" fmla="*/ 136208 h 1850707"/>
              <a:gd name="connsiteX775" fmla="*/ 658177 w 1849755"/>
              <a:gd name="connsiteY775" fmla="*/ 131445 h 1850707"/>
              <a:gd name="connsiteX776" fmla="*/ 653415 w 1849755"/>
              <a:gd name="connsiteY776" fmla="*/ 128588 h 1850707"/>
              <a:gd name="connsiteX777" fmla="*/ 647700 w 1849755"/>
              <a:gd name="connsiteY777" fmla="*/ 128588 h 1850707"/>
              <a:gd name="connsiteX778" fmla="*/ 641985 w 1849755"/>
              <a:gd name="connsiteY778" fmla="*/ 129540 h 1850707"/>
              <a:gd name="connsiteX779" fmla="*/ 640080 w 1849755"/>
              <a:gd name="connsiteY779" fmla="*/ 123825 h 1850707"/>
              <a:gd name="connsiteX780" fmla="*/ 701992 w 1849755"/>
              <a:gd name="connsiteY780" fmla="*/ 107633 h 1850707"/>
              <a:gd name="connsiteX781" fmla="*/ 703897 w 1849755"/>
              <a:gd name="connsiteY781" fmla="*/ 114300 h 1850707"/>
              <a:gd name="connsiteX782" fmla="*/ 699135 w 1849755"/>
              <a:gd name="connsiteY782" fmla="*/ 116205 h 1850707"/>
              <a:gd name="connsiteX783" fmla="*/ 694372 w 1849755"/>
              <a:gd name="connsiteY783" fmla="*/ 119063 h 1850707"/>
              <a:gd name="connsiteX784" fmla="*/ 690562 w 1849755"/>
              <a:gd name="connsiteY784" fmla="*/ 123825 h 1850707"/>
              <a:gd name="connsiteX785" fmla="*/ 690562 w 1849755"/>
              <a:gd name="connsiteY785" fmla="*/ 129540 h 1850707"/>
              <a:gd name="connsiteX786" fmla="*/ 706755 w 1849755"/>
              <a:gd name="connsiteY786" fmla="*/ 188595 h 1850707"/>
              <a:gd name="connsiteX787" fmla="*/ 721042 w 1849755"/>
              <a:gd name="connsiteY787" fmla="*/ 212408 h 1850707"/>
              <a:gd name="connsiteX788" fmla="*/ 745807 w 1849755"/>
              <a:gd name="connsiteY788" fmla="*/ 214313 h 1850707"/>
              <a:gd name="connsiteX789" fmla="*/ 765810 w 1849755"/>
              <a:gd name="connsiteY789" fmla="*/ 199073 h 1850707"/>
              <a:gd name="connsiteX790" fmla="*/ 766762 w 1849755"/>
              <a:gd name="connsiteY790" fmla="*/ 171450 h 1850707"/>
              <a:gd name="connsiteX791" fmla="*/ 756285 w 1849755"/>
              <a:gd name="connsiteY791" fmla="*/ 131445 h 1850707"/>
              <a:gd name="connsiteX792" fmla="*/ 750570 w 1849755"/>
              <a:gd name="connsiteY792" fmla="*/ 116205 h 1850707"/>
              <a:gd name="connsiteX793" fmla="*/ 743902 w 1849755"/>
              <a:gd name="connsiteY793" fmla="*/ 109538 h 1850707"/>
              <a:gd name="connsiteX794" fmla="*/ 735330 w 1849755"/>
              <a:gd name="connsiteY794" fmla="*/ 108585 h 1850707"/>
              <a:gd name="connsiteX795" fmla="*/ 727710 w 1849755"/>
              <a:gd name="connsiteY795" fmla="*/ 108585 h 1850707"/>
              <a:gd name="connsiteX796" fmla="*/ 725805 w 1849755"/>
              <a:gd name="connsiteY796" fmla="*/ 101918 h 1850707"/>
              <a:gd name="connsiteX797" fmla="*/ 867728 w 1849755"/>
              <a:gd name="connsiteY797" fmla="*/ 76200 h 1850707"/>
              <a:gd name="connsiteX798" fmla="*/ 913448 w 1849755"/>
              <a:gd name="connsiteY798" fmla="*/ 77152 h 1850707"/>
              <a:gd name="connsiteX799" fmla="*/ 979170 w 1849755"/>
              <a:gd name="connsiteY799" fmla="*/ 160972 h 1850707"/>
              <a:gd name="connsiteX800" fmla="*/ 980123 w 1849755"/>
              <a:gd name="connsiteY800" fmla="*/ 114300 h 1850707"/>
              <a:gd name="connsiteX801" fmla="*/ 979170 w 1849755"/>
              <a:gd name="connsiteY801" fmla="*/ 98107 h 1850707"/>
              <a:gd name="connsiteX802" fmla="*/ 974408 w 1849755"/>
              <a:gd name="connsiteY802" fmla="*/ 90487 h 1850707"/>
              <a:gd name="connsiteX803" fmla="*/ 966788 w 1849755"/>
              <a:gd name="connsiteY803" fmla="*/ 86677 h 1850707"/>
              <a:gd name="connsiteX804" fmla="*/ 959168 w 1849755"/>
              <a:gd name="connsiteY804" fmla="*/ 84772 h 1850707"/>
              <a:gd name="connsiteX805" fmla="*/ 959168 w 1849755"/>
              <a:gd name="connsiteY805" fmla="*/ 78105 h 1850707"/>
              <a:gd name="connsiteX806" fmla="*/ 1011555 w 1849755"/>
              <a:gd name="connsiteY806" fmla="*/ 79057 h 1850707"/>
              <a:gd name="connsiteX807" fmla="*/ 1009650 w 1849755"/>
              <a:gd name="connsiteY807" fmla="*/ 84772 h 1850707"/>
              <a:gd name="connsiteX808" fmla="*/ 1002983 w 1849755"/>
              <a:gd name="connsiteY808" fmla="*/ 85725 h 1850707"/>
              <a:gd name="connsiteX809" fmla="*/ 995363 w 1849755"/>
              <a:gd name="connsiteY809" fmla="*/ 88582 h 1850707"/>
              <a:gd name="connsiteX810" fmla="*/ 990600 w 1849755"/>
              <a:gd name="connsiteY810" fmla="*/ 96202 h 1850707"/>
              <a:gd name="connsiteX811" fmla="*/ 988695 w 1849755"/>
              <a:gd name="connsiteY811" fmla="*/ 112395 h 1850707"/>
              <a:gd name="connsiteX812" fmla="*/ 987743 w 1849755"/>
              <a:gd name="connsiteY812" fmla="*/ 200025 h 1850707"/>
              <a:gd name="connsiteX813" fmla="*/ 972503 w 1849755"/>
              <a:gd name="connsiteY813" fmla="*/ 200025 h 1850707"/>
              <a:gd name="connsiteX814" fmla="*/ 898208 w 1849755"/>
              <a:gd name="connsiteY814" fmla="*/ 104775 h 1850707"/>
              <a:gd name="connsiteX815" fmla="*/ 897255 w 1849755"/>
              <a:gd name="connsiteY815" fmla="*/ 161925 h 1850707"/>
              <a:gd name="connsiteX816" fmla="*/ 898208 w 1849755"/>
              <a:gd name="connsiteY816" fmla="*/ 178117 h 1850707"/>
              <a:gd name="connsiteX817" fmla="*/ 902970 w 1849755"/>
              <a:gd name="connsiteY817" fmla="*/ 186690 h 1850707"/>
              <a:gd name="connsiteX818" fmla="*/ 910590 w 1849755"/>
              <a:gd name="connsiteY818" fmla="*/ 190500 h 1850707"/>
              <a:gd name="connsiteX819" fmla="*/ 918210 w 1849755"/>
              <a:gd name="connsiteY819" fmla="*/ 192405 h 1850707"/>
              <a:gd name="connsiteX820" fmla="*/ 918210 w 1849755"/>
              <a:gd name="connsiteY820" fmla="*/ 199072 h 1850707"/>
              <a:gd name="connsiteX821" fmla="*/ 865823 w 1849755"/>
              <a:gd name="connsiteY821" fmla="*/ 198120 h 1850707"/>
              <a:gd name="connsiteX822" fmla="*/ 865823 w 1849755"/>
              <a:gd name="connsiteY822" fmla="*/ 191452 h 1850707"/>
              <a:gd name="connsiteX823" fmla="*/ 873443 w 1849755"/>
              <a:gd name="connsiteY823" fmla="*/ 190500 h 1850707"/>
              <a:gd name="connsiteX824" fmla="*/ 881063 w 1849755"/>
              <a:gd name="connsiteY824" fmla="*/ 187642 h 1850707"/>
              <a:gd name="connsiteX825" fmla="*/ 885825 w 1849755"/>
              <a:gd name="connsiteY825" fmla="*/ 180022 h 1850707"/>
              <a:gd name="connsiteX826" fmla="*/ 886778 w 1849755"/>
              <a:gd name="connsiteY826" fmla="*/ 162877 h 1850707"/>
              <a:gd name="connsiteX827" fmla="*/ 887730 w 1849755"/>
              <a:gd name="connsiteY827" fmla="*/ 104775 h 1850707"/>
              <a:gd name="connsiteX828" fmla="*/ 886778 w 1849755"/>
              <a:gd name="connsiteY828" fmla="*/ 96202 h 1850707"/>
              <a:gd name="connsiteX829" fmla="*/ 882968 w 1849755"/>
              <a:gd name="connsiteY829" fmla="*/ 89535 h 1850707"/>
              <a:gd name="connsiteX830" fmla="*/ 876300 w 1849755"/>
              <a:gd name="connsiteY830" fmla="*/ 84772 h 1850707"/>
              <a:gd name="connsiteX831" fmla="*/ 867728 w 1849755"/>
              <a:gd name="connsiteY831" fmla="*/ 81915 h 1850707"/>
              <a:gd name="connsiteX832" fmla="*/ 925830 w 1849755"/>
              <a:gd name="connsiteY832" fmla="*/ 29527 h 1850707"/>
              <a:gd name="connsiteX833" fmla="*/ 577215 w 1849755"/>
              <a:gd name="connsiteY833" fmla="*/ 100012 h 1850707"/>
              <a:gd name="connsiteX834" fmla="*/ 292417 w 1849755"/>
              <a:gd name="connsiteY834" fmla="*/ 292417 h 1850707"/>
              <a:gd name="connsiteX835" fmla="*/ 100965 w 1849755"/>
              <a:gd name="connsiteY835" fmla="*/ 577215 h 1850707"/>
              <a:gd name="connsiteX836" fmla="*/ 30480 w 1849755"/>
              <a:gd name="connsiteY836" fmla="*/ 925830 h 1850707"/>
              <a:gd name="connsiteX837" fmla="*/ 100965 w 1849755"/>
              <a:gd name="connsiteY837" fmla="*/ 1274445 h 1850707"/>
              <a:gd name="connsiteX838" fmla="*/ 292417 w 1849755"/>
              <a:gd name="connsiteY838" fmla="*/ 1559242 h 1850707"/>
              <a:gd name="connsiteX839" fmla="*/ 577215 w 1849755"/>
              <a:gd name="connsiteY839" fmla="*/ 1750695 h 1850707"/>
              <a:gd name="connsiteX840" fmla="*/ 925830 w 1849755"/>
              <a:gd name="connsiteY840" fmla="*/ 1821180 h 1850707"/>
              <a:gd name="connsiteX841" fmla="*/ 1274445 w 1849755"/>
              <a:gd name="connsiteY841" fmla="*/ 1750695 h 1850707"/>
              <a:gd name="connsiteX842" fmla="*/ 1559242 w 1849755"/>
              <a:gd name="connsiteY842" fmla="*/ 1559242 h 1850707"/>
              <a:gd name="connsiteX843" fmla="*/ 1750695 w 1849755"/>
              <a:gd name="connsiteY843" fmla="*/ 1274445 h 1850707"/>
              <a:gd name="connsiteX844" fmla="*/ 1821180 w 1849755"/>
              <a:gd name="connsiteY844" fmla="*/ 925830 h 1850707"/>
              <a:gd name="connsiteX845" fmla="*/ 1750695 w 1849755"/>
              <a:gd name="connsiteY845" fmla="*/ 577215 h 1850707"/>
              <a:gd name="connsiteX846" fmla="*/ 1559242 w 1849755"/>
              <a:gd name="connsiteY846" fmla="*/ 292417 h 1850707"/>
              <a:gd name="connsiteX847" fmla="*/ 1274445 w 1849755"/>
              <a:gd name="connsiteY847" fmla="*/ 100012 h 1850707"/>
              <a:gd name="connsiteX848" fmla="*/ 925830 w 1849755"/>
              <a:gd name="connsiteY848" fmla="*/ 29527 h 1850707"/>
              <a:gd name="connsiteX849" fmla="*/ 925830 w 1849755"/>
              <a:gd name="connsiteY849" fmla="*/ 0 h 1850707"/>
              <a:gd name="connsiteX850" fmla="*/ 1285875 w 1849755"/>
              <a:gd name="connsiteY850" fmla="*/ 72390 h 1850707"/>
              <a:gd name="connsiteX851" fmla="*/ 1579245 w 1849755"/>
              <a:gd name="connsiteY851" fmla="*/ 271462 h 1850707"/>
              <a:gd name="connsiteX852" fmla="*/ 1777365 w 1849755"/>
              <a:gd name="connsiteY852" fmla="*/ 565785 h 1850707"/>
              <a:gd name="connsiteX853" fmla="*/ 1849755 w 1849755"/>
              <a:gd name="connsiteY853" fmla="*/ 925830 h 1850707"/>
              <a:gd name="connsiteX854" fmla="*/ 1777365 w 1849755"/>
              <a:gd name="connsiteY854" fmla="*/ 1285875 h 1850707"/>
              <a:gd name="connsiteX855" fmla="*/ 1579245 w 1849755"/>
              <a:gd name="connsiteY855" fmla="*/ 1580197 h 1850707"/>
              <a:gd name="connsiteX856" fmla="*/ 1284922 w 1849755"/>
              <a:gd name="connsiteY856" fmla="*/ 1778317 h 1850707"/>
              <a:gd name="connsiteX857" fmla="*/ 924877 w 1849755"/>
              <a:gd name="connsiteY857" fmla="*/ 1850707 h 1850707"/>
              <a:gd name="connsiteX858" fmla="*/ 564832 w 1849755"/>
              <a:gd name="connsiteY858" fmla="*/ 1778317 h 1850707"/>
              <a:gd name="connsiteX859" fmla="*/ 270510 w 1849755"/>
              <a:gd name="connsiteY859" fmla="*/ 1580197 h 1850707"/>
              <a:gd name="connsiteX860" fmla="*/ 72390 w 1849755"/>
              <a:gd name="connsiteY860" fmla="*/ 1285875 h 1850707"/>
              <a:gd name="connsiteX861" fmla="*/ 0 w 1849755"/>
              <a:gd name="connsiteY861" fmla="*/ 925830 h 1850707"/>
              <a:gd name="connsiteX862" fmla="*/ 73342 w 1849755"/>
              <a:gd name="connsiteY862" fmla="*/ 564832 h 1850707"/>
              <a:gd name="connsiteX863" fmla="*/ 271462 w 1849755"/>
              <a:gd name="connsiteY863" fmla="*/ 270510 h 1850707"/>
              <a:gd name="connsiteX864" fmla="*/ 565785 w 1849755"/>
              <a:gd name="connsiteY864" fmla="*/ 72390 h 1850707"/>
              <a:gd name="connsiteX865" fmla="*/ 925830 w 1849755"/>
              <a:gd name="connsiteY865" fmla="*/ 0 h 1850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Lst>
            <a:rect l="l" t="t" r="r" b="b"/>
            <a:pathLst>
              <a:path w="1849755" h="1850707">
                <a:moveTo>
                  <a:pt x="807720" y="1710690"/>
                </a:moveTo>
                <a:cubicBezTo>
                  <a:pt x="797242" y="1716405"/>
                  <a:pt x="791527" y="1724025"/>
                  <a:pt x="789622" y="1733550"/>
                </a:cubicBezTo>
                <a:cubicBezTo>
                  <a:pt x="788670" y="1739265"/>
                  <a:pt x="789622" y="1744027"/>
                  <a:pt x="791527" y="1747837"/>
                </a:cubicBezTo>
                <a:cubicBezTo>
                  <a:pt x="795337" y="1756410"/>
                  <a:pt x="802957" y="1761172"/>
                  <a:pt x="812482" y="1763077"/>
                </a:cubicBezTo>
                <a:cubicBezTo>
                  <a:pt x="819150" y="1764030"/>
                  <a:pt x="824865" y="1762125"/>
                  <a:pt x="829627" y="1759267"/>
                </a:cubicBezTo>
                <a:cubicBezTo>
                  <a:pt x="834390" y="1755457"/>
                  <a:pt x="837247" y="1750695"/>
                  <a:pt x="838200" y="1744027"/>
                </a:cubicBezTo>
                <a:cubicBezTo>
                  <a:pt x="839152" y="1735455"/>
                  <a:pt x="836295" y="1727835"/>
                  <a:pt x="827722" y="1722120"/>
                </a:cubicBezTo>
                <a:cubicBezTo>
                  <a:pt x="822007" y="1718310"/>
                  <a:pt x="816292" y="1715452"/>
                  <a:pt x="810577" y="1711642"/>
                </a:cubicBezTo>
                <a:close/>
                <a:moveTo>
                  <a:pt x="1232535" y="1657350"/>
                </a:moveTo>
                <a:cubicBezTo>
                  <a:pt x="1225868" y="1666875"/>
                  <a:pt x="1224915" y="1677353"/>
                  <a:pt x="1229678" y="1685925"/>
                </a:cubicBezTo>
                <a:cubicBezTo>
                  <a:pt x="1231583" y="1691640"/>
                  <a:pt x="1235393" y="1695450"/>
                  <a:pt x="1238250" y="1697355"/>
                </a:cubicBezTo>
                <a:cubicBezTo>
                  <a:pt x="1246822" y="1703070"/>
                  <a:pt x="1254443" y="1703070"/>
                  <a:pt x="1263968" y="1699260"/>
                </a:cubicBezTo>
                <a:cubicBezTo>
                  <a:pt x="1269683" y="1696403"/>
                  <a:pt x="1274445" y="1692593"/>
                  <a:pt x="1276350" y="1686878"/>
                </a:cubicBezTo>
                <a:cubicBezTo>
                  <a:pt x="1278255" y="1682115"/>
                  <a:pt x="1278255" y="1676400"/>
                  <a:pt x="1275397" y="1670685"/>
                </a:cubicBezTo>
                <a:cubicBezTo>
                  <a:pt x="1271588" y="1663065"/>
                  <a:pt x="1264920" y="1658303"/>
                  <a:pt x="1255395" y="1657350"/>
                </a:cubicBezTo>
                <a:cubicBezTo>
                  <a:pt x="1248728" y="1657350"/>
                  <a:pt x="1242060" y="1657350"/>
                  <a:pt x="1235393" y="1657350"/>
                </a:cubicBezTo>
                <a:close/>
                <a:moveTo>
                  <a:pt x="1024890" y="1654493"/>
                </a:moveTo>
                <a:cubicBezTo>
                  <a:pt x="1017270" y="1655445"/>
                  <a:pt x="1012507" y="1660208"/>
                  <a:pt x="1010602" y="1667828"/>
                </a:cubicBezTo>
                <a:cubicBezTo>
                  <a:pt x="1009650" y="1671638"/>
                  <a:pt x="1009650" y="1677353"/>
                  <a:pt x="1010602" y="1683068"/>
                </a:cubicBezTo>
                <a:cubicBezTo>
                  <a:pt x="1011555" y="1692593"/>
                  <a:pt x="1015365" y="1699260"/>
                  <a:pt x="1019175" y="1704023"/>
                </a:cubicBezTo>
                <a:cubicBezTo>
                  <a:pt x="1022985" y="1707833"/>
                  <a:pt x="1028700" y="1709738"/>
                  <a:pt x="1035367" y="1708785"/>
                </a:cubicBezTo>
                <a:cubicBezTo>
                  <a:pt x="1042987" y="1707833"/>
                  <a:pt x="1048702" y="1704023"/>
                  <a:pt x="1049655" y="1697355"/>
                </a:cubicBezTo>
                <a:cubicBezTo>
                  <a:pt x="1049655" y="1693545"/>
                  <a:pt x="1049655" y="1688783"/>
                  <a:pt x="1049655" y="1684020"/>
                </a:cubicBezTo>
                <a:cubicBezTo>
                  <a:pt x="1047750" y="1672590"/>
                  <a:pt x="1044892" y="1664970"/>
                  <a:pt x="1041082" y="1660208"/>
                </a:cubicBezTo>
                <a:cubicBezTo>
                  <a:pt x="1036320" y="1655445"/>
                  <a:pt x="1031557" y="1653540"/>
                  <a:pt x="1024890" y="1654493"/>
                </a:cubicBezTo>
                <a:close/>
                <a:moveTo>
                  <a:pt x="827722" y="1653540"/>
                </a:moveTo>
                <a:cubicBezTo>
                  <a:pt x="822007" y="1652587"/>
                  <a:pt x="816292" y="1653540"/>
                  <a:pt x="812482" y="1656397"/>
                </a:cubicBezTo>
                <a:cubicBezTo>
                  <a:pt x="808672" y="1659255"/>
                  <a:pt x="806767" y="1663065"/>
                  <a:pt x="805815" y="1667827"/>
                </a:cubicBezTo>
                <a:cubicBezTo>
                  <a:pt x="804862" y="1672590"/>
                  <a:pt x="806767" y="1677352"/>
                  <a:pt x="810577" y="1681162"/>
                </a:cubicBezTo>
                <a:cubicBezTo>
                  <a:pt x="812482" y="1684020"/>
                  <a:pt x="816292" y="1685925"/>
                  <a:pt x="820102" y="1688782"/>
                </a:cubicBezTo>
                <a:cubicBezTo>
                  <a:pt x="822007" y="1689735"/>
                  <a:pt x="823912" y="1690687"/>
                  <a:pt x="826770" y="1692592"/>
                </a:cubicBezTo>
                <a:lnTo>
                  <a:pt x="831532" y="1695450"/>
                </a:lnTo>
                <a:cubicBezTo>
                  <a:pt x="840105" y="1692592"/>
                  <a:pt x="844867" y="1685925"/>
                  <a:pt x="846772" y="1676400"/>
                </a:cubicBezTo>
                <a:cubicBezTo>
                  <a:pt x="847725" y="1670685"/>
                  <a:pt x="845820" y="1665922"/>
                  <a:pt x="842962" y="1661160"/>
                </a:cubicBezTo>
                <a:cubicBezTo>
                  <a:pt x="839152" y="1657350"/>
                  <a:pt x="834390" y="1654492"/>
                  <a:pt x="827722" y="1653540"/>
                </a:cubicBezTo>
                <a:close/>
                <a:moveTo>
                  <a:pt x="831532" y="1644967"/>
                </a:moveTo>
                <a:cubicBezTo>
                  <a:pt x="842962" y="1646872"/>
                  <a:pt x="851535" y="1650682"/>
                  <a:pt x="858202" y="1656397"/>
                </a:cubicBezTo>
                <a:cubicBezTo>
                  <a:pt x="863917" y="1662112"/>
                  <a:pt x="865822" y="1668780"/>
                  <a:pt x="864870" y="1677352"/>
                </a:cubicBezTo>
                <a:cubicBezTo>
                  <a:pt x="862965" y="1687830"/>
                  <a:pt x="855345" y="1696402"/>
                  <a:pt x="842010" y="1701165"/>
                </a:cubicBezTo>
                <a:cubicBezTo>
                  <a:pt x="850582" y="1705927"/>
                  <a:pt x="857250" y="1711642"/>
                  <a:pt x="860107" y="1717357"/>
                </a:cubicBezTo>
                <a:cubicBezTo>
                  <a:pt x="862012" y="1722120"/>
                  <a:pt x="862965" y="1728787"/>
                  <a:pt x="862012" y="1736407"/>
                </a:cubicBezTo>
                <a:cubicBezTo>
                  <a:pt x="861060" y="1743075"/>
                  <a:pt x="859155" y="1749742"/>
                  <a:pt x="855345" y="1754505"/>
                </a:cubicBezTo>
                <a:cubicBezTo>
                  <a:pt x="848677" y="1764030"/>
                  <a:pt x="839152" y="1770697"/>
                  <a:pt x="825817" y="1772602"/>
                </a:cubicBezTo>
                <a:cubicBezTo>
                  <a:pt x="821055" y="1773555"/>
                  <a:pt x="814387" y="1773555"/>
                  <a:pt x="807720" y="1772602"/>
                </a:cubicBezTo>
                <a:cubicBezTo>
                  <a:pt x="792480" y="1770697"/>
                  <a:pt x="781050" y="1764030"/>
                  <a:pt x="774382" y="1752600"/>
                </a:cubicBezTo>
                <a:cubicBezTo>
                  <a:pt x="771525" y="1747837"/>
                  <a:pt x="770572" y="1741170"/>
                  <a:pt x="771525" y="1733550"/>
                </a:cubicBezTo>
                <a:cubicBezTo>
                  <a:pt x="772477" y="1724025"/>
                  <a:pt x="777240" y="1717357"/>
                  <a:pt x="784860" y="1712595"/>
                </a:cubicBezTo>
                <a:cubicBezTo>
                  <a:pt x="787717" y="1710690"/>
                  <a:pt x="792480" y="1708785"/>
                  <a:pt x="800100" y="1705927"/>
                </a:cubicBezTo>
                <a:cubicBezTo>
                  <a:pt x="787717" y="1697355"/>
                  <a:pt x="782002" y="1686877"/>
                  <a:pt x="783907" y="1674495"/>
                </a:cubicBezTo>
                <a:cubicBezTo>
                  <a:pt x="785812" y="1660207"/>
                  <a:pt x="794385" y="1650682"/>
                  <a:pt x="809625" y="1645920"/>
                </a:cubicBezTo>
                <a:cubicBezTo>
                  <a:pt x="816292" y="1644015"/>
                  <a:pt x="823912" y="1643062"/>
                  <a:pt x="831532" y="1644967"/>
                </a:cubicBezTo>
                <a:close/>
                <a:moveTo>
                  <a:pt x="1028700" y="1644015"/>
                </a:moveTo>
                <a:cubicBezTo>
                  <a:pt x="1046797" y="1641158"/>
                  <a:pt x="1061085" y="1646873"/>
                  <a:pt x="1070610" y="1661160"/>
                </a:cubicBezTo>
                <a:cubicBezTo>
                  <a:pt x="1072515" y="1667828"/>
                  <a:pt x="1075372" y="1677353"/>
                  <a:pt x="1077277" y="1689735"/>
                </a:cubicBezTo>
                <a:cubicBezTo>
                  <a:pt x="1079182" y="1705928"/>
                  <a:pt x="1078230" y="1719263"/>
                  <a:pt x="1073467" y="1730693"/>
                </a:cubicBezTo>
                <a:cubicBezTo>
                  <a:pt x="1068705" y="1743075"/>
                  <a:pt x="1060132" y="1752600"/>
                  <a:pt x="1050607" y="1761173"/>
                </a:cubicBezTo>
                <a:cubicBezTo>
                  <a:pt x="1040130" y="1769745"/>
                  <a:pt x="1027747" y="1774508"/>
                  <a:pt x="1014412" y="1776413"/>
                </a:cubicBezTo>
                <a:lnTo>
                  <a:pt x="1005840" y="1771650"/>
                </a:lnTo>
                <a:lnTo>
                  <a:pt x="1007745" y="1767840"/>
                </a:lnTo>
                <a:cubicBezTo>
                  <a:pt x="1009650" y="1767840"/>
                  <a:pt x="1012507" y="1767840"/>
                  <a:pt x="1015365" y="1767840"/>
                </a:cubicBezTo>
                <a:cubicBezTo>
                  <a:pt x="1025842" y="1765935"/>
                  <a:pt x="1034415" y="1761173"/>
                  <a:pt x="1042035" y="1753553"/>
                </a:cubicBezTo>
                <a:cubicBezTo>
                  <a:pt x="1044892" y="1750695"/>
                  <a:pt x="1046797" y="1745933"/>
                  <a:pt x="1049655" y="1741170"/>
                </a:cubicBezTo>
                <a:cubicBezTo>
                  <a:pt x="1052512" y="1733550"/>
                  <a:pt x="1054417" y="1722120"/>
                  <a:pt x="1054417" y="1706880"/>
                </a:cubicBezTo>
                <a:cubicBezTo>
                  <a:pt x="1045845" y="1716405"/>
                  <a:pt x="1040130" y="1722120"/>
                  <a:pt x="1039177" y="1722120"/>
                </a:cubicBezTo>
                <a:cubicBezTo>
                  <a:pt x="1035367" y="1724025"/>
                  <a:pt x="1030605" y="1725930"/>
                  <a:pt x="1024890" y="1725930"/>
                </a:cubicBezTo>
                <a:cubicBezTo>
                  <a:pt x="1015365" y="1726883"/>
                  <a:pt x="1007745" y="1724978"/>
                  <a:pt x="1002030" y="1720215"/>
                </a:cubicBezTo>
                <a:cubicBezTo>
                  <a:pt x="995362" y="1714500"/>
                  <a:pt x="990600" y="1705928"/>
                  <a:pt x="989647" y="1695450"/>
                </a:cubicBezTo>
                <a:cubicBezTo>
                  <a:pt x="986790" y="1677353"/>
                  <a:pt x="992505" y="1664018"/>
                  <a:pt x="1004887" y="1653540"/>
                </a:cubicBezTo>
                <a:cubicBezTo>
                  <a:pt x="1010602" y="1648778"/>
                  <a:pt x="1018222" y="1645920"/>
                  <a:pt x="1028700" y="1644015"/>
                </a:cubicBezTo>
                <a:close/>
                <a:moveTo>
                  <a:pt x="1236345" y="1598295"/>
                </a:moveTo>
                <a:cubicBezTo>
                  <a:pt x="1231583" y="1596390"/>
                  <a:pt x="1225868" y="1597343"/>
                  <a:pt x="1219200" y="1600200"/>
                </a:cubicBezTo>
                <a:cubicBezTo>
                  <a:pt x="1213485" y="1603058"/>
                  <a:pt x="1209675" y="1605915"/>
                  <a:pt x="1207770" y="1610678"/>
                </a:cubicBezTo>
                <a:cubicBezTo>
                  <a:pt x="1205865" y="1615440"/>
                  <a:pt x="1205865" y="1619250"/>
                  <a:pt x="1207770" y="1624013"/>
                </a:cubicBezTo>
                <a:cubicBezTo>
                  <a:pt x="1209675" y="1628775"/>
                  <a:pt x="1213485" y="1631633"/>
                  <a:pt x="1219200" y="1633538"/>
                </a:cubicBezTo>
                <a:cubicBezTo>
                  <a:pt x="1222058" y="1634490"/>
                  <a:pt x="1225868" y="1634490"/>
                  <a:pt x="1230630" y="1634490"/>
                </a:cubicBezTo>
                <a:cubicBezTo>
                  <a:pt x="1232535" y="1634490"/>
                  <a:pt x="1235393" y="1634490"/>
                  <a:pt x="1238250" y="1634490"/>
                </a:cubicBezTo>
                <a:lnTo>
                  <a:pt x="1243965" y="1634490"/>
                </a:lnTo>
                <a:cubicBezTo>
                  <a:pt x="1250633" y="1625918"/>
                  <a:pt x="1251585" y="1617345"/>
                  <a:pt x="1247775" y="1608773"/>
                </a:cubicBezTo>
                <a:cubicBezTo>
                  <a:pt x="1244918" y="1603058"/>
                  <a:pt x="1241108" y="1599248"/>
                  <a:pt x="1236345" y="1598295"/>
                </a:cubicBezTo>
                <a:close/>
                <a:moveTo>
                  <a:pt x="580073" y="1586865"/>
                </a:moveTo>
                <a:cubicBezTo>
                  <a:pt x="597218" y="1589722"/>
                  <a:pt x="617220" y="1591627"/>
                  <a:pt x="639128" y="1592580"/>
                </a:cubicBezTo>
                <a:lnTo>
                  <a:pt x="640080" y="1594485"/>
                </a:lnTo>
                <a:cubicBezTo>
                  <a:pt x="638175" y="1597342"/>
                  <a:pt x="636270" y="1602105"/>
                  <a:pt x="632460" y="1608772"/>
                </a:cubicBezTo>
                <a:cubicBezTo>
                  <a:pt x="631508" y="1610677"/>
                  <a:pt x="627698" y="1617345"/>
                  <a:pt x="622935" y="1627822"/>
                </a:cubicBezTo>
                <a:lnTo>
                  <a:pt x="607695" y="1660207"/>
                </a:lnTo>
                <a:cubicBezTo>
                  <a:pt x="597218" y="1684020"/>
                  <a:pt x="591503" y="1696402"/>
                  <a:pt x="591503" y="1698307"/>
                </a:cubicBezTo>
                <a:cubicBezTo>
                  <a:pt x="591503" y="1700212"/>
                  <a:pt x="591503" y="1701165"/>
                  <a:pt x="593408" y="1702117"/>
                </a:cubicBezTo>
                <a:cubicBezTo>
                  <a:pt x="595313" y="1704022"/>
                  <a:pt x="600075" y="1706880"/>
                  <a:pt x="608648" y="1710690"/>
                </a:cubicBezTo>
                <a:lnTo>
                  <a:pt x="609600" y="1711642"/>
                </a:lnTo>
                <a:lnTo>
                  <a:pt x="609600" y="1717357"/>
                </a:lnTo>
                <a:lnTo>
                  <a:pt x="608648" y="1718310"/>
                </a:lnTo>
                <a:cubicBezTo>
                  <a:pt x="601028" y="1714500"/>
                  <a:pt x="591503" y="1709737"/>
                  <a:pt x="580073" y="1704975"/>
                </a:cubicBezTo>
                <a:cubicBezTo>
                  <a:pt x="569595" y="1700212"/>
                  <a:pt x="557213" y="1695450"/>
                  <a:pt x="544830" y="1689735"/>
                </a:cubicBezTo>
                <a:lnTo>
                  <a:pt x="543878" y="1688782"/>
                </a:lnTo>
                <a:lnTo>
                  <a:pt x="545783" y="1684020"/>
                </a:lnTo>
                <a:lnTo>
                  <a:pt x="546735" y="1684020"/>
                </a:lnTo>
                <a:cubicBezTo>
                  <a:pt x="549593" y="1684972"/>
                  <a:pt x="552450" y="1685925"/>
                  <a:pt x="555308" y="1686877"/>
                </a:cubicBezTo>
                <a:cubicBezTo>
                  <a:pt x="560070" y="1688782"/>
                  <a:pt x="563880" y="1689735"/>
                  <a:pt x="564833" y="1689735"/>
                </a:cubicBezTo>
                <a:cubicBezTo>
                  <a:pt x="565785" y="1689735"/>
                  <a:pt x="567690" y="1688782"/>
                  <a:pt x="568643" y="1687830"/>
                </a:cubicBezTo>
                <a:cubicBezTo>
                  <a:pt x="570548" y="1685925"/>
                  <a:pt x="576263" y="1675447"/>
                  <a:pt x="584835" y="1656397"/>
                </a:cubicBezTo>
                <a:lnTo>
                  <a:pt x="594360" y="1635442"/>
                </a:lnTo>
                <a:cubicBezTo>
                  <a:pt x="597218" y="1628775"/>
                  <a:pt x="601028" y="1621155"/>
                  <a:pt x="604838" y="1611630"/>
                </a:cubicBezTo>
                <a:lnTo>
                  <a:pt x="607695" y="1604962"/>
                </a:lnTo>
                <a:cubicBezTo>
                  <a:pt x="608648" y="1602105"/>
                  <a:pt x="608648" y="1600200"/>
                  <a:pt x="607695" y="1600200"/>
                </a:cubicBezTo>
                <a:cubicBezTo>
                  <a:pt x="607695" y="1600200"/>
                  <a:pt x="604838" y="1600200"/>
                  <a:pt x="601980" y="1600200"/>
                </a:cubicBezTo>
                <a:cubicBezTo>
                  <a:pt x="592455" y="1600200"/>
                  <a:pt x="584835" y="1600200"/>
                  <a:pt x="578168" y="1600200"/>
                </a:cubicBezTo>
                <a:lnTo>
                  <a:pt x="577215" y="1599247"/>
                </a:lnTo>
                <a:cubicBezTo>
                  <a:pt x="578168" y="1596390"/>
                  <a:pt x="579120" y="1592580"/>
                  <a:pt x="580073" y="1587817"/>
                </a:cubicBezTo>
                <a:close/>
                <a:moveTo>
                  <a:pt x="1245870" y="1585913"/>
                </a:moveTo>
                <a:cubicBezTo>
                  <a:pt x="1253490" y="1587818"/>
                  <a:pt x="1259205" y="1592580"/>
                  <a:pt x="1263015" y="1600200"/>
                </a:cubicBezTo>
                <a:cubicBezTo>
                  <a:pt x="1267778" y="1610678"/>
                  <a:pt x="1264920" y="1621155"/>
                  <a:pt x="1256347" y="1632585"/>
                </a:cubicBezTo>
                <a:cubicBezTo>
                  <a:pt x="1266825" y="1631633"/>
                  <a:pt x="1274445" y="1633538"/>
                  <a:pt x="1280160" y="1636395"/>
                </a:cubicBezTo>
                <a:cubicBezTo>
                  <a:pt x="1284922" y="1639253"/>
                  <a:pt x="1288733" y="1644968"/>
                  <a:pt x="1292543" y="1651635"/>
                </a:cubicBezTo>
                <a:cubicBezTo>
                  <a:pt x="1295400" y="1658303"/>
                  <a:pt x="1296353" y="1664970"/>
                  <a:pt x="1296353" y="1670685"/>
                </a:cubicBezTo>
                <a:cubicBezTo>
                  <a:pt x="1295400" y="1682115"/>
                  <a:pt x="1290638" y="1692593"/>
                  <a:pt x="1280160" y="1701165"/>
                </a:cubicBezTo>
                <a:cubicBezTo>
                  <a:pt x="1276350" y="1704975"/>
                  <a:pt x="1270635" y="1707833"/>
                  <a:pt x="1263968" y="1710690"/>
                </a:cubicBezTo>
                <a:cubicBezTo>
                  <a:pt x="1249680" y="1716405"/>
                  <a:pt x="1237297" y="1716405"/>
                  <a:pt x="1224915" y="1710690"/>
                </a:cubicBezTo>
                <a:cubicBezTo>
                  <a:pt x="1219200" y="1707833"/>
                  <a:pt x="1215390" y="1703070"/>
                  <a:pt x="1212533" y="1696403"/>
                </a:cubicBezTo>
                <a:cubicBezTo>
                  <a:pt x="1208723" y="1687830"/>
                  <a:pt x="1208723" y="1679258"/>
                  <a:pt x="1212533" y="1671638"/>
                </a:cubicBezTo>
                <a:cubicBezTo>
                  <a:pt x="1213485" y="1668780"/>
                  <a:pt x="1217295" y="1664970"/>
                  <a:pt x="1222058" y="1658303"/>
                </a:cubicBezTo>
                <a:cubicBezTo>
                  <a:pt x="1206818" y="1657350"/>
                  <a:pt x="1196340" y="1651635"/>
                  <a:pt x="1191578" y="1639253"/>
                </a:cubicBezTo>
                <a:cubicBezTo>
                  <a:pt x="1185863" y="1625918"/>
                  <a:pt x="1188720" y="1613535"/>
                  <a:pt x="1199198" y="1602105"/>
                </a:cubicBezTo>
                <a:cubicBezTo>
                  <a:pt x="1203960" y="1597343"/>
                  <a:pt x="1209675" y="1592580"/>
                  <a:pt x="1217295" y="1589723"/>
                </a:cubicBezTo>
                <a:cubicBezTo>
                  <a:pt x="1227772" y="1584960"/>
                  <a:pt x="1237297" y="1584008"/>
                  <a:pt x="1245870" y="1585913"/>
                </a:cubicBezTo>
                <a:close/>
                <a:moveTo>
                  <a:pt x="156210" y="1192530"/>
                </a:moveTo>
                <a:cubicBezTo>
                  <a:pt x="147638" y="1195387"/>
                  <a:pt x="141923" y="1200150"/>
                  <a:pt x="139065" y="1204912"/>
                </a:cubicBezTo>
                <a:cubicBezTo>
                  <a:pt x="136208" y="1209675"/>
                  <a:pt x="136208" y="1217295"/>
                  <a:pt x="140018" y="1225867"/>
                </a:cubicBezTo>
                <a:lnTo>
                  <a:pt x="142875" y="1232535"/>
                </a:lnTo>
                <a:lnTo>
                  <a:pt x="193358" y="1213485"/>
                </a:lnTo>
                <a:lnTo>
                  <a:pt x="192405" y="1209675"/>
                </a:lnTo>
                <a:cubicBezTo>
                  <a:pt x="189548" y="1201102"/>
                  <a:pt x="184785" y="1195387"/>
                  <a:pt x="179070" y="1192530"/>
                </a:cubicBezTo>
                <a:cubicBezTo>
                  <a:pt x="171450" y="1188720"/>
                  <a:pt x="164783" y="1188720"/>
                  <a:pt x="156210" y="1192530"/>
                </a:cubicBezTo>
                <a:close/>
                <a:moveTo>
                  <a:pt x="159068" y="1161097"/>
                </a:moveTo>
                <a:cubicBezTo>
                  <a:pt x="164783" y="1162050"/>
                  <a:pt x="169545" y="1163955"/>
                  <a:pt x="174308" y="1167765"/>
                </a:cubicBezTo>
                <a:cubicBezTo>
                  <a:pt x="179070" y="1171575"/>
                  <a:pt x="183833" y="1176337"/>
                  <a:pt x="186690" y="1182052"/>
                </a:cubicBezTo>
                <a:cubicBezTo>
                  <a:pt x="190500" y="1187767"/>
                  <a:pt x="193358" y="1194435"/>
                  <a:pt x="196215" y="1202055"/>
                </a:cubicBezTo>
                <a:lnTo>
                  <a:pt x="200025" y="1211580"/>
                </a:lnTo>
                <a:lnTo>
                  <a:pt x="232410" y="1199197"/>
                </a:lnTo>
                <a:cubicBezTo>
                  <a:pt x="234315" y="1198245"/>
                  <a:pt x="236220" y="1197292"/>
                  <a:pt x="237173" y="1196340"/>
                </a:cubicBezTo>
                <a:cubicBezTo>
                  <a:pt x="238125" y="1195387"/>
                  <a:pt x="239078" y="1193482"/>
                  <a:pt x="239078" y="1190625"/>
                </a:cubicBezTo>
                <a:cubicBezTo>
                  <a:pt x="239078" y="1189672"/>
                  <a:pt x="239078" y="1187767"/>
                  <a:pt x="238125" y="1184910"/>
                </a:cubicBezTo>
                <a:cubicBezTo>
                  <a:pt x="238125" y="1182052"/>
                  <a:pt x="237173" y="1180147"/>
                  <a:pt x="237173" y="1178242"/>
                </a:cubicBezTo>
                <a:lnTo>
                  <a:pt x="243840" y="1175385"/>
                </a:lnTo>
                <a:lnTo>
                  <a:pt x="267653" y="1237297"/>
                </a:lnTo>
                <a:lnTo>
                  <a:pt x="260985" y="1239202"/>
                </a:lnTo>
                <a:cubicBezTo>
                  <a:pt x="260033" y="1237297"/>
                  <a:pt x="259080" y="1235392"/>
                  <a:pt x="258128" y="1233487"/>
                </a:cubicBezTo>
                <a:cubicBezTo>
                  <a:pt x="257175" y="1230630"/>
                  <a:pt x="256223" y="1229677"/>
                  <a:pt x="255270" y="1228725"/>
                </a:cubicBezTo>
                <a:cubicBezTo>
                  <a:pt x="253365" y="1226820"/>
                  <a:pt x="252413" y="1225867"/>
                  <a:pt x="250508" y="1225867"/>
                </a:cubicBezTo>
                <a:cubicBezTo>
                  <a:pt x="248603" y="1225867"/>
                  <a:pt x="247650" y="1225867"/>
                  <a:pt x="244793" y="1226820"/>
                </a:cubicBezTo>
                <a:lnTo>
                  <a:pt x="164783" y="1257300"/>
                </a:lnTo>
                <a:cubicBezTo>
                  <a:pt x="162878" y="1258252"/>
                  <a:pt x="160973" y="1259205"/>
                  <a:pt x="160020" y="1260157"/>
                </a:cubicBezTo>
                <a:cubicBezTo>
                  <a:pt x="159068" y="1261110"/>
                  <a:pt x="158115" y="1263015"/>
                  <a:pt x="158115" y="1265872"/>
                </a:cubicBezTo>
                <a:cubicBezTo>
                  <a:pt x="158115" y="1267777"/>
                  <a:pt x="158115" y="1269682"/>
                  <a:pt x="159068" y="1272540"/>
                </a:cubicBezTo>
                <a:cubicBezTo>
                  <a:pt x="159068" y="1275397"/>
                  <a:pt x="160020" y="1277302"/>
                  <a:pt x="160020" y="1278255"/>
                </a:cubicBezTo>
                <a:lnTo>
                  <a:pt x="153353" y="1281112"/>
                </a:lnTo>
                <a:lnTo>
                  <a:pt x="129540" y="1218247"/>
                </a:lnTo>
                <a:cubicBezTo>
                  <a:pt x="123825" y="1203960"/>
                  <a:pt x="121920" y="1191577"/>
                  <a:pt x="123825" y="1183005"/>
                </a:cubicBezTo>
                <a:cubicBezTo>
                  <a:pt x="124778" y="1172527"/>
                  <a:pt x="130493" y="1166812"/>
                  <a:pt x="140970" y="1163002"/>
                </a:cubicBezTo>
                <a:cubicBezTo>
                  <a:pt x="147638" y="1160145"/>
                  <a:pt x="153353" y="1160145"/>
                  <a:pt x="159068" y="1161097"/>
                </a:cubicBezTo>
                <a:close/>
                <a:moveTo>
                  <a:pt x="1615440" y="1152525"/>
                </a:moveTo>
                <a:lnTo>
                  <a:pt x="1622107" y="1154430"/>
                </a:lnTo>
                <a:cubicBezTo>
                  <a:pt x="1621155" y="1156335"/>
                  <a:pt x="1621155" y="1158240"/>
                  <a:pt x="1620202" y="1161097"/>
                </a:cubicBezTo>
                <a:cubicBezTo>
                  <a:pt x="1619250" y="1163955"/>
                  <a:pt x="1619250" y="1165860"/>
                  <a:pt x="1619250" y="1167765"/>
                </a:cubicBezTo>
                <a:cubicBezTo>
                  <a:pt x="1619250" y="1169670"/>
                  <a:pt x="1620202" y="1171575"/>
                  <a:pt x="1621155" y="1173480"/>
                </a:cubicBezTo>
                <a:cubicBezTo>
                  <a:pt x="1622107" y="1174432"/>
                  <a:pt x="1624012" y="1175385"/>
                  <a:pt x="1625917" y="1176337"/>
                </a:cubicBezTo>
                <a:lnTo>
                  <a:pt x="1645920" y="1183957"/>
                </a:lnTo>
                <a:cubicBezTo>
                  <a:pt x="1647825" y="1184910"/>
                  <a:pt x="1648777" y="1184910"/>
                  <a:pt x="1650682" y="1185862"/>
                </a:cubicBezTo>
                <a:cubicBezTo>
                  <a:pt x="1651635" y="1185862"/>
                  <a:pt x="1653540" y="1186815"/>
                  <a:pt x="1654492" y="1186815"/>
                </a:cubicBezTo>
                <a:cubicBezTo>
                  <a:pt x="1655445" y="1186815"/>
                  <a:pt x="1657350" y="1186815"/>
                  <a:pt x="1659255" y="1186815"/>
                </a:cubicBezTo>
                <a:cubicBezTo>
                  <a:pt x="1661160" y="1186815"/>
                  <a:pt x="1664017" y="1185862"/>
                  <a:pt x="1666875" y="1185862"/>
                </a:cubicBezTo>
                <a:cubicBezTo>
                  <a:pt x="1675447" y="1184910"/>
                  <a:pt x="1684020" y="1183005"/>
                  <a:pt x="1691640" y="1182052"/>
                </a:cubicBezTo>
                <a:cubicBezTo>
                  <a:pt x="1699260" y="1181100"/>
                  <a:pt x="1706880" y="1179195"/>
                  <a:pt x="1714500" y="1178242"/>
                </a:cubicBezTo>
                <a:cubicBezTo>
                  <a:pt x="1718310" y="1177290"/>
                  <a:pt x="1721167" y="1176337"/>
                  <a:pt x="1724025" y="1175385"/>
                </a:cubicBezTo>
                <a:cubicBezTo>
                  <a:pt x="1726882" y="1174432"/>
                  <a:pt x="1728787" y="1172527"/>
                  <a:pt x="1730692" y="1171575"/>
                </a:cubicBezTo>
                <a:cubicBezTo>
                  <a:pt x="1731645" y="1170622"/>
                  <a:pt x="1733550" y="1168717"/>
                  <a:pt x="1734502" y="1166812"/>
                </a:cubicBezTo>
                <a:cubicBezTo>
                  <a:pt x="1735455" y="1164907"/>
                  <a:pt x="1736407" y="1163002"/>
                  <a:pt x="1737360" y="1162050"/>
                </a:cubicBezTo>
                <a:lnTo>
                  <a:pt x="1744027" y="1164907"/>
                </a:lnTo>
                <a:lnTo>
                  <a:pt x="1719262" y="1229677"/>
                </a:lnTo>
                <a:lnTo>
                  <a:pt x="1712595" y="1226820"/>
                </a:lnTo>
                <a:cubicBezTo>
                  <a:pt x="1714500" y="1221105"/>
                  <a:pt x="1715452" y="1216342"/>
                  <a:pt x="1716405" y="1214437"/>
                </a:cubicBezTo>
                <a:cubicBezTo>
                  <a:pt x="1716405" y="1212532"/>
                  <a:pt x="1716405" y="1210627"/>
                  <a:pt x="1714500" y="1210627"/>
                </a:cubicBezTo>
                <a:cubicBezTo>
                  <a:pt x="1713547" y="1210627"/>
                  <a:pt x="1712595" y="1210627"/>
                  <a:pt x="1710690" y="1210627"/>
                </a:cubicBezTo>
                <a:cubicBezTo>
                  <a:pt x="1708785" y="1210627"/>
                  <a:pt x="1704975" y="1211580"/>
                  <a:pt x="1701165" y="1211580"/>
                </a:cubicBezTo>
                <a:cubicBezTo>
                  <a:pt x="1697355" y="1211580"/>
                  <a:pt x="1691640" y="1212532"/>
                  <a:pt x="1684020" y="1214437"/>
                </a:cubicBezTo>
                <a:cubicBezTo>
                  <a:pt x="1676400" y="1215390"/>
                  <a:pt x="1667827" y="1217295"/>
                  <a:pt x="1657350" y="1219200"/>
                </a:cubicBezTo>
                <a:cubicBezTo>
                  <a:pt x="1669732" y="1235392"/>
                  <a:pt x="1678305" y="1246822"/>
                  <a:pt x="1683067" y="1253490"/>
                </a:cubicBezTo>
                <a:cubicBezTo>
                  <a:pt x="1687830" y="1260157"/>
                  <a:pt x="1691640" y="1263015"/>
                  <a:pt x="1692592" y="1263967"/>
                </a:cubicBezTo>
                <a:cubicBezTo>
                  <a:pt x="1694497" y="1264920"/>
                  <a:pt x="1696402" y="1263967"/>
                  <a:pt x="1698307" y="1262062"/>
                </a:cubicBezTo>
                <a:cubicBezTo>
                  <a:pt x="1700212" y="1260157"/>
                  <a:pt x="1702117" y="1257300"/>
                  <a:pt x="1704022" y="1251585"/>
                </a:cubicBezTo>
                <a:lnTo>
                  <a:pt x="1710690" y="1253490"/>
                </a:lnTo>
                <a:lnTo>
                  <a:pt x="1694497" y="1295400"/>
                </a:lnTo>
                <a:lnTo>
                  <a:pt x="1686877" y="1292542"/>
                </a:lnTo>
                <a:cubicBezTo>
                  <a:pt x="1687830" y="1290637"/>
                  <a:pt x="1687830" y="1288732"/>
                  <a:pt x="1687830" y="1286827"/>
                </a:cubicBezTo>
                <a:cubicBezTo>
                  <a:pt x="1687830" y="1284922"/>
                  <a:pt x="1687830" y="1283017"/>
                  <a:pt x="1687830" y="1281112"/>
                </a:cubicBezTo>
                <a:cubicBezTo>
                  <a:pt x="1687830" y="1278255"/>
                  <a:pt x="1686877" y="1275397"/>
                  <a:pt x="1684972" y="1273492"/>
                </a:cubicBezTo>
                <a:cubicBezTo>
                  <a:pt x="1684020" y="1270635"/>
                  <a:pt x="1682115" y="1268730"/>
                  <a:pt x="1680210" y="1265872"/>
                </a:cubicBezTo>
                <a:cubicBezTo>
                  <a:pt x="1676400" y="1260157"/>
                  <a:pt x="1672590" y="1254442"/>
                  <a:pt x="1667827" y="1248727"/>
                </a:cubicBezTo>
                <a:cubicBezTo>
                  <a:pt x="1663065" y="1243012"/>
                  <a:pt x="1658302" y="1236345"/>
                  <a:pt x="1652587" y="1228725"/>
                </a:cubicBezTo>
                <a:cubicBezTo>
                  <a:pt x="1648777" y="1223962"/>
                  <a:pt x="1645920" y="1221105"/>
                  <a:pt x="1644015" y="1219200"/>
                </a:cubicBezTo>
                <a:cubicBezTo>
                  <a:pt x="1642110" y="1217295"/>
                  <a:pt x="1637347" y="1215390"/>
                  <a:pt x="1631632" y="1213485"/>
                </a:cubicBezTo>
                <a:lnTo>
                  <a:pt x="1615440" y="1206817"/>
                </a:lnTo>
                <a:cubicBezTo>
                  <a:pt x="1613535" y="1205865"/>
                  <a:pt x="1611630" y="1205865"/>
                  <a:pt x="1609725" y="1205865"/>
                </a:cubicBezTo>
                <a:cubicBezTo>
                  <a:pt x="1607820" y="1205865"/>
                  <a:pt x="1605915" y="1206817"/>
                  <a:pt x="1604962" y="1208722"/>
                </a:cubicBezTo>
                <a:cubicBezTo>
                  <a:pt x="1604010" y="1209675"/>
                  <a:pt x="1603057" y="1211580"/>
                  <a:pt x="1601152" y="1213485"/>
                </a:cubicBezTo>
                <a:cubicBezTo>
                  <a:pt x="1599247" y="1216342"/>
                  <a:pt x="1598295" y="1218247"/>
                  <a:pt x="1597342" y="1219200"/>
                </a:cubicBezTo>
                <a:lnTo>
                  <a:pt x="1590675" y="1216342"/>
                </a:lnTo>
                <a:close/>
                <a:moveTo>
                  <a:pt x="1739265" y="964883"/>
                </a:moveTo>
                <a:lnTo>
                  <a:pt x="1773555" y="968693"/>
                </a:lnTo>
                <a:lnTo>
                  <a:pt x="1759267" y="1085850"/>
                </a:lnTo>
                <a:lnTo>
                  <a:pt x="1726882" y="1081088"/>
                </a:lnTo>
                <a:lnTo>
                  <a:pt x="1727835" y="1074420"/>
                </a:lnTo>
                <a:cubicBezTo>
                  <a:pt x="1733550" y="1073468"/>
                  <a:pt x="1739265" y="1071563"/>
                  <a:pt x="1744980" y="1067753"/>
                </a:cubicBezTo>
                <a:cubicBezTo>
                  <a:pt x="1751647" y="1064895"/>
                  <a:pt x="1755457" y="1061085"/>
                  <a:pt x="1755457" y="1058228"/>
                </a:cubicBezTo>
                <a:cubicBezTo>
                  <a:pt x="1755457" y="1056323"/>
                  <a:pt x="1756410" y="1054418"/>
                  <a:pt x="1756410" y="1051560"/>
                </a:cubicBezTo>
                <a:cubicBezTo>
                  <a:pt x="1756410" y="1048703"/>
                  <a:pt x="1757362" y="1046798"/>
                  <a:pt x="1757362" y="1044893"/>
                </a:cubicBezTo>
                <a:lnTo>
                  <a:pt x="1757362" y="1041083"/>
                </a:lnTo>
                <a:lnTo>
                  <a:pt x="1662112" y="1029653"/>
                </a:lnTo>
                <a:cubicBezTo>
                  <a:pt x="1660207" y="1029653"/>
                  <a:pt x="1658302" y="1029653"/>
                  <a:pt x="1656397" y="1030605"/>
                </a:cubicBezTo>
                <a:cubicBezTo>
                  <a:pt x="1654492" y="1031558"/>
                  <a:pt x="1653540" y="1032510"/>
                  <a:pt x="1652587" y="1034415"/>
                </a:cubicBezTo>
                <a:cubicBezTo>
                  <a:pt x="1651635" y="1035368"/>
                  <a:pt x="1651635" y="1037273"/>
                  <a:pt x="1650682" y="1040130"/>
                </a:cubicBezTo>
                <a:cubicBezTo>
                  <a:pt x="1649730" y="1042988"/>
                  <a:pt x="1648777" y="1044893"/>
                  <a:pt x="1648777" y="1046798"/>
                </a:cubicBezTo>
                <a:lnTo>
                  <a:pt x="1642110" y="1045845"/>
                </a:lnTo>
                <a:lnTo>
                  <a:pt x="1649730" y="978218"/>
                </a:lnTo>
                <a:lnTo>
                  <a:pt x="1656397" y="979170"/>
                </a:lnTo>
                <a:cubicBezTo>
                  <a:pt x="1656397" y="981075"/>
                  <a:pt x="1656397" y="982980"/>
                  <a:pt x="1656397" y="985838"/>
                </a:cubicBezTo>
                <a:cubicBezTo>
                  <a:pt x="1656397" y="988695"/>
                  <a:pt x="1656397" y="990600"/>
                  <a:pt x="1656397" y="992505"/>
                </a:cubicBezTo>
                <a:cubicBezTo>
                  <a:pt x="1657350" y="994410"/>
                  <a:pt x="1658302" y="996315"/>
                  <a:pt x="1659255" y="997268"/>
                </a:cubicBezTo>
                <a:cubicBezTo>
                  <a:pt x="1660207" y="998220"/>
                  <a:pt x="1662112" y="999173"/>
                  <a:pt x="1664970" y="999173"/>
                </a:cubicBezTo>
                <a:lnTo>
                  <a:pt x="1761172" y="1010603"/>
                </a:lnTo>
                <a:lnTo>
                  <a:pt x="1761172" y="1006793"/>
                </a:lnTo>
                <a:cubicBezTo>
                  <a:pt x="1761172" y="1004888"/>
                  <a:pt x="1761172" y="1002983"/>
                  <a:pt x="1762125" y="1000125"/>
                </a:cubicBezTo>
                <a:cubicBezTo>
                  <a:pt x="1762125" y="997268"/>
                  <a:pt x="1762125" y="995363"/>
                  <a:pt x="1762125" y="993458"/>
                </a:cubicBezTo>
                <a:cubicBezTo>
                  <a:pt x="1762125" y="990600"/>
                  <a:pt x="1759267" y="985838"/>
                  <a:pt x="1753552" y="982028"/>
                </a:cubicBezTo>
                <a:cubicBezTo>
                  <a:pt x="1747837" y="977265"/>
                  <a:pt x="1743075" y="974408"/>
                  <a:pt x="1738312" y="971550"/>
                </a:cubicBezTo>
                <a:close/>
                <a:moveTo>
                  <a:pt x="199073" y="952500"/>
                </a:moveTo>
                <a:lnTo>
                  <a:pt x="212408" y="1065847"/>
                </a:lnTo>
                <a:lnTo>
                  <a:pt x="205740" y="1066800"/>
                </a:lnTo>
                <a:cubicBezTo>
                  <a:pt x="205740" y="1064895"/>
                  <a:pt x="204788" y="1062990"/>
                  <a:pt x="203835" y="1060132"/>
                </a:cubicBezTo>
                <a:cubicBezTo>
                  <a:pt x="202883" y="1057275"/>
                  <a:pt x="202883" y="1055370"/>
                  <a:pt x="201930" y="1054417"/>
                </a:cubicBezTo>
                <a:cubicBezTo>
                  <a:pt x="200978" y="1052512"/>
                  <a:pt x="199073" y="1050607"/>
                  <a:pt x="198120" y="1050607"/>
                </a:cubicBezTo>
                <a:cubicBezTo>
                  <a:pt x="196215" y="1049655"/>
                  <a:pt x="195263" y="1049655"/>
                  <a:pt x="192405" y="1050607"/>
                </a:cubicBezTo>
                <a:lnTo>
                  <a:pt x="106680" y="1060132"/>
                </a:lnTo>
                <a:cubicBezTo>
                  <a:pt x="104775" y="1060132"/>
                  <a:pt x="102870" y="1061085"/>
                  <a:pt x="101918" y="1062037"/>
                </a:cubicBezTo>
                <a:cubicBezTo>
                  <a:pt x="100965" y="1062990"/>
                  <a:pt x="100013" y="1064895"/>
                  <a:pt x="99060" y="1066800"/>
                </a:cubicBezTo>
                <a:cubicBezTo>
                  <a:pt x="98108" y="1068705"/>
                  <a:pt x="98108" y="1070610"/>
                  <a:pt x="98108" y="1073467"/>
                </a:cubicBezTo>
                <a:cubicBezTo>
                  <a:pt x="98108" y="1076325"/>
                  <a:pt x="98108" y="1078230"/>
                  <a:pt x="98108" y="1080135"/>
                </a:cubicBezTo>
                <a:lnTo>
                  <a:pt x="91440" y="1081087"/>
                </a:lnTo>
                <a:lnTo>
                  <a:pt x="79058" y="973455"/>
                </a:lnTo>
                <a:lnTo>
                  <a:pt x="108585" y="971550"/>
                </a:lnTo>
                <a:lnTo>
                  <a:pt x="109538" y="978217"/>
                </a:lnTo>
                <a:cubicBezTo>
                  <a:pt x="104775" y="980122"/>
                  <a:pt x="100965" y="983932"/>
                  <a:pt x="96203" y="988695"/>
                </a:cubicBezTo>
                <a:cubicBezTo>
                  <a:pt x="92393" y="993457"/>
                  <a:pt x="89535" y="997267"/>
                  <a:pt x="89535" y="1002030"/>
                </a:cubicBezTo>
                <a:cubicBezTo>
                  <a:pt x="89535" y="1003935"/>
                  <a:pt x="89535" y="1005840"/>
                  <a:pt x="89535" y="1008697"/>
                </a:cubicBezTo>
                <a:cubicBezTo>
                  <a:pt x="89535" y="1011555"/>
                  <a:pt x="90488" y="1014412"/>
                  <a:pt x="90488" y="1016317"/>
                </a:cubicBezTo>
                <a:lnTo>
                  <a:pt x="92393" y="1033462"/>
                </a:lnTo>
                <a:lnTo>
                  <a:pt x="139065" y="1027747"/>
                </a:lnTo>
                <a:lnTo>
                  <a:pt x="137160" y="1015365"/>
                </a:lnTo>
                <a:cubicBezTo>
                  <a:pt x="137160" y="1012507"/>
                  <a:pt x="136208" y="1009650"/>
                  <a:pt x="135255" y="1006792"/>
                </a:cubicBezTo>
                <a:cubicBezTo>
                  <a:pt x="134303" y="1003935"/>
                  <a:pt x="132398" y="1002030"/>
                  <a:pt x="130493" y="1000125"/>
                </a:cubicBezTo>
                <a:cubicBezTo>
                  <a:pt x="129540" y="999172"/>
                  <a:pt x="126683" y="998220"/>
                  <a:pt x="122873" y="997267"/>
                </a:cubicBezTo>
                <a:cubicBezTo>
                  <a:pt x="119063" y="996315"/>
                  <a:pt x="116205" y="996315"/>
                  <a:pt x="114300" y="995362"/>
                </a:cubicBezTo>
                <a:lnTo>
                  <a:pt x="113348" y="988695"/>
                </a:lnTo>
                <a:lnTo>
                  <a:pt x="163830" y="982980"/>
                </a:lnTo>
                <a:lnTo>
                  <a:pt x="164783" y="989647"/>
                </a:lnTo>
                <a:cubicBezTo>
                  <a:pt x="162878" y="989647"/>
                  <a:pt x="159068" y="991552"/>
                  <a:pt x="156210" y="993457"/>
                </a:cubicBezTo>
                <a:cubicBezTo>
                  <a:pt x="152400" y="995362"/>
                  <a:pt x="150495" y="997267"/>
                  <a:pt x="149543" y="998220"/>
                </a:cubicBezTo>
                <a:cubicBezTo>
                  <a:pt x="147638" y="1000125"/>
                  <a:pt x="146685" y="1002982"/>
                  <a:pt x="145733" y="1004887"/>
                </a:cubicBezTo>
                <a:cubicBezTo>
                  <a:pt x="144780" y="1007745"/>
                  <a:pt x="144780" y="1010602"/>
                  <a:pt x="145733" y="1013460"/>
                </a:cubicBezTo>
                <a:lnTo>
                  <a:pt x="146685" y="1025842"/>
                </a:lnTo>
                <a:lnTo>
                  <a:pt x="181928" y="1022032"/>
                </a:lnTo>
                <a:cubicBezTo>
                  <a:pt x="185738" y="1022032"/>
                  <a:pt x="188595" y="1021080"/>
                  <a:pt x="190500" y="1020127"/>
                </a:cubicBezTo>
                <a:cubicBezTo>
                  <a:pt x="192405" y="1019175"/>
                  <a:pt x="194310" y="1018222"/>
                  <a:pt x="195263" y="1016317"/>
                </a:cubicBezTo>
                <a:cubicBezTo>
                  <a:pt x="196215" y="1014412"/>
                  <a:pt x="196215" y="1012507"/>
                  <a:pt x="196215" y="1010602"/>
                </a:cubicBezTo>
                <a:cubicBezTo>
                  <a:pt x="196215" y="1007745"/>
                  <a:pt x="196215" y="1004887"/>
                  <a:pt x="195263" y="1000125"/>
                </a:cubicBezTo>
                <a:cubicBezTo>
                  <a:pt x="195263" y="998220"/>
                  <a:pt x="195263" y="995362"/>
                  <a:pt x="194310" y="992505"/>
                </a:cubicBezTo>
                <a:cubicBezTo>
                  <a:pt x="194310" y="989647"/>
                  <a:pt x="193358" y="987742"/>
                  <a:pt x="193358" y="984885"/>
                </a:cubicBezTo>
                <a:cubicBezTo>
                  <a:pt x="192405" y="982980"/>
                  <a:pt x="192405" y="980122"/>
                  <a:pt x="191453" y="978217"/>
                </a:cubicBezTo>
                <a:cubicBezTo>
                  <a:pt x="190500" y="976312"/>
                  <a:pt x="189548" y="974407"/>
                  <a:pt x="188595" y="973455"/>
                </a:cubicBezTo>
                <a:cubicBezTo>
                  <a:pt x="185738" y="970597"/>
                  <a:pt x="180975" y="968692"/>
                  <a:pt x="175260" y="965835"/>
                </a:cubicBezTo>
                <a:cubicBezTo>
                  <a:pt x="169545" y="962977"/>
                  <a:pt x="164783" y="961072"/>
                  <a:pt x="161925" y="961072"/>
                </a:cubicBezTo>
                <a:lnTo>
                  <a:pt x="160973" y="954405"/>
                </a:lnTo>
                <a:close/>
                <a:moveTo>
                  <a:pt x="925830" y="826770"/>
                </a:moveTo>
                <a:cubicBezTo>
                  <a:pt x="898208" y="826770"/>
                  <a:pt x="876300" y="848678"/>
                  <a:pt x="876300" y="876300"/>
                </a:cubicBezTo>
                <a:lnTo>
                  <a:pt x="876300" y="905828"/>
                </a:lnTo>
                <a:cubicBezTo>
                  <a:pt x="850583" y="910590"/>
                  <a:pt x="825818" y="918210"/>
                  <a:pt x="801053" y="929640"/>
                </a:cubicBezTo>
                <a:cubicBezTo>
                  <a:pt x="763905" y="946785"/>
                  <a:pt x="727710" y="971550"/>
                  <a:pt x="693420" y="1003935"/>
                </a:cubicBezTo>
                <a:cubicBezTo>
                  <a:pt x="661988" y="1034415"/>
                  <a:pt x="632460" y="1070610"/>
                  <a:pt x="604838" y="1112520"/>
                </a:cubicBezTo>
                <a:cubicBezTo>
                  <a:pt x="579120" y="1152525"/>
                  <a:pt x="555308" y="1197293"/>
                  <a:pt x="534353" y="1245870"/>
                </a:cubicBezTo>
                <a:cubicBezTo>
                  <a:pt x="523875" y="1270635"/>
                  <a:pt x="535305" y="1298258"/>
                  <a:pt x="559118" y="1308735"/>
                </a:cubicBezTo>
                <a:cubicBezTo>
                  <a:pt x="583883" y="1319213"/>
                  <a:pt x="611505" y="1307783"/>
                  <a:pt x="621983" y="1283018"/>
                </a:cubicBezTo>
                <a:cubicBezTo>
                  <a:pt x="660083" y="1195388"/>
                  <a:pt x="706755" y="1122045"/>
                  <a:pt x="759143" y="1072515"/>
                </a:cubicBezTo>
                <a:cubicBezTo>
                  <a:pt x="796290" y="1036320"/>
                  <a:pt x="835343" y="1013460"/>
                  <a:pt x="875348" y="1002983"/>
                </a:cubicBezTo>
                <a:lnTo>
                  <a:pt x="875348" y="1081088"/>
                </a:lnTo>
                <a:cubicBezTo>
                  <a:pt x="875348" y="1107758"/>
                  <a:pt x="855345" y="1118235"/>
                  <a:pt x="846773" y="1123950"/>
                </a:cubicBezTo>
                <a:cubicBezTo>
                  <a:pt x="843915" y="1125855"/>
                  <a:pt x="837248" y="1129665"/>
                  <a:pt x="834390" y="1131570"/>
                </a:cubicBezTo>
                <a:cubicBezTo>
                  <a:pt x="816293" y="1143953"/>
                  <a:pt x="794385" y="1162050"/>
                  <a:pt x="775335" y="1187768"/>
                </a:cubicBezTo>
                <a:cubicBezTo>
                  <a:pt x="739140" y="1233488"/>
                  <a:pt x="711518" y="1296353"/>
                  <a:pt x="697230" y="1363980"/>
                </a:cubicBezTo>
                <a:cubicBezTo>
                  <a:pt x="691515" y="1389698"/>
                  <a:pt x="707708" y="1415415"/>
                  <a:pt x="734378" y="1421130"/>
                </a:cubicBezTo>
                <a:cubicBezTo>
                  <a:pt x="760095" y="1426845"/>
                  <a:pt x="785813" y="1410653"/>
                  <a:pt x="791528" y="1383983"/>
                </a:cubicBezTo>
                <a:cubicBezTo>
                  <a:pt x="802958" y="1329690"/>
                  <a:pt x="824865" y="1281113"/>
                  <a:pt x="851535" y="1246823"/>
                </a:cubicBezTo>
                <a:cubicBezTo>
                  <a:pt x="864870" y="1228725"/>
                  <a:pt x="893445" y="1199198"/>
                  <a:pt x="925830" y="1199198"/>
                </a:cubicBezTo>
                <a:cubicBezTo>
                  <a:pt x="958215" y="1199198"/>
                  <a:pt x="986790" y="1228725"/>
                  <a:pt x="1000125" y="1246823"/>
                </a:cubicBezTo>
                <a:cubicBezTo>
                  <a:pt x="1026795" y="1281113"/>
                  <a:pt x="1048703" y="1330643"/>
                  <a:pt x="1060133" y="1383983"/>
                </a:cubicBezTo>
                <a:cubicBezTo>
                  <a:pt x="1065848" y="1409700"/>
                  <a:pt x="1091565" y="1425893"/>
                  <a:pt x="1117283" y="1421130"/>
                </a:cubicBezTo>
                <a:cubicBezTo>
                  <a:pt x="1143000" y="1415415"/>
                  <a:pt x="1160145" y="1389698"/>
                  <a:pt x="1154430" y="1363980"/>
                </a:cubicBezTo>
                <a:cubicBezTo>
                  <a:pt x="1140143" y="1296353"/>
                  <a:pt x="1111568" y="1233488"/>
                  <a:pt x="1076325" y="1187768"/>
                </a:cubicBezTo>
                <a:cubicBezTo>
                  <a:pt x="1056323" y="1162050"/>
                  <a:pt x="1035368" y="1143953"/>
                  <a:pt x="1017270" y="1131570"/>
                </a:cubicBezTo>
                <a:cubicBezTo>
                  <a:pt x="1014413" y="1129665"/>
                  <a:pt x="1007745" y="1125855"/>
                  <a:pt x="1004888" y="1123950"/>
                </a:cubicBezTo>
                <a:cubicBezTo>
                  <a:pt x="995363" y="1118235"/>
                  <a:pt x="976313" y="1107758"/>
                  <a:pt x="976313" y="1081088"/>
                </a:cubicBezTo>
                <a:lnTo>
                  <a:pt x="976313" y="1002983"/>
                </a:lnTo>
                <a:cubicBezTo>
                  <a:pt x="1016318" y="1013460"/>
                  <a:pt x="1055370" y="1036320"/>
                  <a:pt x="1092518" y="1072515"/>
                </a:cubicBezTo>
                <a:cubicBezTo>
                  <a:pt x="1144905" y="1122045"/>
                  <a:pt x="1191578" y="1194435"/>
                  <a:pt x="1229678" y="1283018"/>
                </a:cubicBezTo>
                <a:cubicBezTo>
                  <a:pt x="1240155" y="1307783"/>
                  <a:pt x="1268730" y="1318260"/>
                  <a:pt x="1292543" y="1308735"/>
                </a:cubicBezTo>
                <a:cubicBezTo>
                  <a:pt x="1316355" y="1298258"/>
                  <a:pt x="1327785" y="1270635"/>
                  <a:pt x="1317308" y="1245870"/>
                </a:cubicBezTo>
                <a:cubicBezTo>
                  <a:pt x="1296353" y="1197293"/>
                  <a:pt x="1272540" y="1152525"/>
                  <a:pt x="1246823" y="1112520"/>
                </a:cubicBezTo>
                <a:cubicBezTo>
                  <a:pt x="1219200" y="1070610"/>
                  <a:pt x="1189673" y="1034415"/>
                  <a:pt x="1158240" y="1003935"/>
                </a:cubicBezTo>
                <a:cubicBezTo>
                  <a:pt x="1124903" y="971550"/>
                  <a:pt x="1088708" y="946785"/>
                  <a:pt x="1050608" y="929640"/>
                </a:cubicBezTo>
                <a:cubicBezTo>
                  <a:pt x="1025843" y="918210"/>
                  <a:pt x="1001078" y="910590"/>
                  <a:pt x="975360" y="905828"/>
                </a:cubicBezTo>
                <a:lnTo>
                  <a:pt x="975360" y="876300"/>
                </a:lnTo>
                <a:cubicBezTo>
                  <a:pt x="975360" y="848678"/>
                  <a:pt x="953453" y="826770"/>
                  <a:pt x="925830" y="826770"/>
                </a:cubicBezTo>
                <a:close/>
                <a:moveTo>
                  <a:pt x="1765935" y="802958"/>
                </a:moveTo>
                <a:lnTo>
                  <a:pt x="1772603" y="870585"/>
                </a:lnTo>
                <a:lnTo>
                  <a:pt x="1765935" y="871538"/>
                </a:lnTo>
                <a:cubicBezTo>
                  <a:pt x="1765935" y="869633"/>
                  <a:pt x="1764983" y="867728"/>
                  <a:pt x="1764983" y="864870"/>
                </a:cubicBezTo>
                <a:cubicBezTo>
                  <a:pt x="1764030" y="862013"/>
                  <a:pt x="1764030" y="860108"/>
                  <a:pt x="1763078" y="858203"/>
                </a:cubicBezTo>
                <a:cubicBezTo>
                  <a:pt x="1762125" y="856298"/>
                  <a:pt x="1761173" y="854393"/>
                  <a:pt x="1759268" y="854393"/>
                </a:cubicBezTo>
                <a:cubicBezTo>
                  <a:pt x="1757363" y="853440"/>
                  <a:pt x="1755458" y="853440"/>
                  <a:pt x="1753553" y="853440"/>
                </a:cubicBezTo>
                <a:lnTo>
                  <a:pt x="1667828" y="862013"/>
                </a:lnTo>
                <a:cubicBezTo>
                  <a:pt x="1665923" y="862013"/>
                  <a:pt x="1664018" y="862965"/>
                  <a:pt x="1662113" y="863918"/>
                </a:cubicBezTo>
                <a:cubicBezTo>
                  <a:pt x="1661160" y="864870"/>
                  <a:pt x="1660208" y="866775"/>
                  <a:pt x="1659255" y="868680"/>
                </a:cubicBezTo>
                <a:cubicBezTo>
                  <a:pt x="1659255" y="869633"/>
                  <a:pt x="1658303" y="871538"/>
                  <a:pt x="1658303" y="874395"/>
                </a:cubicBezTo>
                <a:cubicBezTo>
                  <a:pt x="1658303" y="877253"/>
                  <a:pt x="1658303" y="879158"/>
                  <a:pt x="1658303" y="881063"/>
                </a:cubicBezTo>
                <a:lnTo>
                  <a:pt x="1651635" y="883920"/>
                </a:lnTo>
                <a:lnTo>
                  <a:pt x="1644968" y="816293"/>
                </a:lnTo>
                <a:lnTo>
                  <a:pt x="1651635" y="815340"/>
                </a:lnTo>
                <a:cubicBezTo>
                  <a:pt x="1651635" y="817245"/>
                  <a:pt x="1652588" y="819150"/>
                  <a:pt x="1652588" y="822008"/>
                </a:cubicBezTo>
                <a:cubicBezTo>
                  <a:pt x="1653540" y="824865"/>
                  <a:pt x="1653540" y="826770"/>
                  <a:pt x="1654493" y="827723"/>
                </a:cubicBezTo>
                <a:cubicBezTo>
                  <a:pt x="1655445" y="829628"/>
                  <a:pt x="1656398" y="831533"/>
                  <a:pt x="1658303" y="831533"/>
                </a:cubicBezTo>
                <a:cubicBezTo>
                  <a:pt x="1659255" y="832485"/>
                  <a:pt x="1661160" y="832485"/>
                  <a:pt x="1664018" y="832485"/>
                </a:cubicBezTo>
                <a:lnTo>
                  <a:pt x="1749743" y="823913"/>
                </a:lnTo>
                <a:cubicBezTo>
                  <a:pt x="1751648" y="823913"/>
                  <a:pt x="1753553" y="822960"/>
                  <a:pt x="1754505" y="822008"/>
                </a:cubicBezTo>
                <a:cubicBezTo>
                  <a:pt x="1755458" y="821055"/>
                  <a:pt x="1757363" y="819150"/>
                  <a:pt x="1757363" y="817245"/>
                </a:cubicBezTo>
                <a:cubicBezTo>
                  <a:pt x="1758315" y="816293"/>
                  <a:pt x="1758315" y="813435"/>
                  <a:pt x="1758315" y="810578"/>
                </a:cubicBezTo>
                <a:cubicBezTo>
                  <a:pt x="1758315" y="807720"/>
                  <a:pt x="1759268" y="805815"/>
                  <a:pt x="1759268" y="803910"/>
                </a:cubicBezTo>
                <a:close/>
                <a:moveTo>
                  <a:pt x="94297" y="735330"/>
                </a:moveTo>
                <a:lnTo>
                  <a:pt x="100965" y="736282"/>
                </a:lnTo>
                <a:cubicBezTo>
                  <a:pt x="100965" y="742950"/>
                  <a:pt x="100965" y="747712"/>
                  <a:pt x="101917" y="752475"/>
                </a:cubicBezTo>
                <a:cubicBezTo>
                  <a:pt x="102870" y="757237"/>
                  <a:pt x="104775" y="762000"/>
                  <a:pt x="108585" y="766762"/>
                </a:cubicBezTo>
                <a:cubicBezTo>
                  <a:pt x="113347" y="773430"/>
                  <a:pt x="117157" y="779145"/>
                  <a:pt x="120967" y="783907"/>
                </a:cubicBezTo>
                <a:cubicBezTo>
                  <a:pt x="124777" y="788670"/>
                  <a:pt x="128587" y="794385"/>
                  <a:pt x="134302" y="801052"/>
                </a:cubicBezTo>
                <a:cubicBezTo>
                  <a:pt x="141922" y="796290"/>
                  <a:pt x="150495" y="791527"/>
                  <a:pt x="161925" y="784860"/>
                </a:cubicBezTo>
                <a:cubicBezTo>
                  <a:pt x="172402" y="778192"/>
                  <a:pt x="182880" y="772477"/>
                  <a:pt x="193357" y="765810"/>
                </a:cubicBezTo>
                <a:cubicBezTo>
                  <a:pt x="196215" y="763905"/>
                  <a:pt x="198120" y="762000"/>
                  <a:pt x="200977" y="760095"/>
                </a:cubicBezTo>
                <a:cubicBezTo>
                  <a:pt x="203835" y="758190"/>
                  <a:pt x="205740" y="755332"/>
                  <a:pt x="207645" y="752475"/>
                </a:cubicBezTo>
                <a:cubicBezTo>
                  <a:pt x="208597" y="751522"/>
                  <a:pt x="209550" y="749617"/>
                  <a:pt x="209550" y="747712"/>
                </a:cubicBezTo>
                <a:cubicBezTo>
                  <a:pt x="210502" y="745807"/>
                  <a:pt x="210502" y="744855"/>
                  <a:pt x="210502" y="742950"/>
                </a:cubicBezTo>
                <a:lnTo>
                  <a:pt x="218122" y="745807"/>
                </a:lnTo>
                <a:lnTo>
                  <a:pt x="211455" y="793432"/>
                </a:lnTo>
                <a:cubicBezTo>
                  <a:pt x="199072" y="799147"/>
                  <a:pt x="189547" y="803910"/>
                  <a:pt x="180975" y="808672"/>
                </a:cubicBezTo>
                <a:cubicBezTo>
                  <a:pt x="172402" y="813435"/>
                  <a:pt x="161925" y="819150"/>
                  <a:pt x="149542" y="826770"/>
                </a:cubicBezTo>
                <a:lnTo>
                  <a:pt x="148590" y="831532"/>
                </a:lnTo>
                <a:lnTo>
                  <a:pt x="186690" y="837247"/>
                </a:lnTo>
                <a:cubicBezTo>
                  <a:pt x="188595" y="837247"/>
                  <a:pt x="190500" y="837247"/>
                  <a:pt x="192405" y="837247"/>
                </a:cubicBezTo>
                <a:cubicBezTo>
                  <a:pt x="194310" y="836295"/>
                  <a:pt x="195262" y="835342"/>
                  <a:pt x="196215" y="833437"/>
                </a:cubicBezTo>
                <a:cubicBezTo>
                  <a:pt x="197167" y="832485"/>
                  <a:pt x="197167" y="831532"/>
                  <a:pt x="198120" y="829627"/>
                </a:cubicBezTo>
                <a:cubicBezTo>
                  <a:pt x="199072" y="827722"/>
                  <a:pt x="199072" y="825817"/>
                  <a:pt x="200025" y="823912"/>
                </a:cubicBezTo>
                <a:lnTo>
                  <a:pt x="206692" y="824865"/>
                </a:lnTo>
                <a:lnTo>
                  <a:pt x="197167" y="888682"/>
                </a:lnTo>
                <a:lnTo>
                  <a:pt x="190500" y="886777"/>
                </a:lnTo>
                <a:cubicBezTo>
                  <a:pt x="190500" y="884872"/>
                  <a:pt x="190500" y="882967"/>
                  <a:pt x="190500" y="880110"/>
                </a:cubicBezTo>
                <a:cubicBezTo>
                  <a:pt x="190500" y="877252"/>
                  <a:pt x="190500" y="875347"/>
                  <a:pt x="190500" y="874395"/>
                </a:cubicBezTo>
                <a:cubicBezTo>
                  <a:pt x="189547" y="872490"/>
                  <a:pt x="189547" y="870585"/>
                  <a:pt x="187642" y="869632"/>
                </a:cubicBezTo>
                <a:cubicBezTo>
                  <a:pt x="186690" y="868680"/>
                  <a:pt x="184785" y="867727"/>
                  <a:pt x="182880" y="867727"/>
                </a:cubicBezTo>
                <a:lnTo>
                  <a:pt x="97155" y="855345"/>
                </a:lnTo>
                <a:cubicBezTo>
                  <a:pt x="95250" y="855345"/>
                  <a:pt x="93345" y="855345"/>
                  <a:pt x="92392" y="855345"/>
                </a:cubicBezTo>
                <a:cubicBezTo>
                  <a:pt x="90487" y="855345"/>
                  <a:pt x="89535" y="857250"/>
                  <a:pt x="88582" y="859155"/>
                </a:cubicBezTo>
                <a:cubicBezTo>
                  <a:pt x="87630" y="861060"/>
                  <a:pt x="86677" y="862965"/>
                  <a:pt x="85725" y="864870"/>
                </a:cubicBezTo>
                <a:cubicBezTo>
                  <a:pt x="84772" y="866775"/>
                  <a:pt x="83820" y="869632"/>
                  <a:pt x="83820" y="870585"/>
                </a:cubicBezTo>
                <a:lnTo>
                  <a:pt x="76200" y="869632"/>
                </a:lnTo>
                <a:lnTo>
                  <a:pt x="85725" y="802957"/>
                </a:lnTo>
                <a:lnTo>
                  <a:pt x="92392" y="803910"/>
                </a:lnTo>
                <a:cubicBezTo>
                  <a:pt x="92392" y="805815"/>
                  <a:pt x="92392" y="807720"/>
                  <a:pt x="92392" y="810577"/>
                </a:cubicBezTo>
                <a:cubicBezTo>
                  <a:pt x="92392" y="813435"/>
                  <a:pt x="92392" y="815340"/>
                  <a:pt x="92392" y="817245"/>
                </a:cubicBezTo>
                <a:cubicBezTo>
                  <a:pt x="92392" y="819150"/>
                  <a:pt x="93345" y="821055"/>
                  <a:pt x="95250" y="822007"/>
                </a:cubicBezTo>
                <a:cubicBezTo>
                  <a:pt x="97155" y="822960"/>
                  <a:pt x="98107" y="823912"/>
                  <a:pt x="100012" y="823912"/>
                </a:cubicBezTo>
                <a:lnTo>
                  <a:pt x="140970" y="829627"/>
                </a:lnTo>
                <a:lnTo>
                  <a:pt x="141922" y="825817"/>
                </a:lnTo>
                <a:cubicBezTo>
                  <a:pt x="138112" y="821055"/>
                  <a:pt x="134302" y="815340"/>
                  <a:pt x="129540" y="808672"/>
                </a:cubicBezTo>
                <a:cubicBezTo>
                  <a:pt x="124777" y="802005"/>
                  <a:pt x="120967" y="796290"/>
                  <a:pt x="117157" y="792480"/>
                </a:cubicBezTo>
                <a:cubicBezTo>
                  <a:pt x="112395" y="787717"/>
                  <a:pt x="109537" y="782955"/>
                  <a:pt x="106680" y="781050"/>
                </a:cubicBezTo>
                <a:cubicBezTo>
                  <a:pt x="103822" y="778192"/>
                  <a:pt x="101917" y="777240"/>
                  <a:pt x="99060" y="776287"/>
                </a:cubicBezTo>
                <a:cubicBezTo>
                  <a:pt x="98107" y="776287"/>
                  <a:pt x="97155" y="777240"/>
                  <a:pt x="96202" y="779145"/>
                </a:cubicBezTo>
                <a:cubicBezTo>
                  <a:pt x="95250" y="781050"/>
                  <a:pt x="94297" y="783907"/>
                  <a:pt x="93345" y="788670"/>
                </a:cubicBezTo>
                <a:lnTo>
                  <a:pt x="86677" y="787717"/>
                </a:lnTo>
                <a:close/>
                <a:moveTo>
                  <a:pt x="1698308" y="618173"/>
                </a:moveTo>
                <a:cubicBezTo>
                  <a:pt x="1703070" y="619125"/>
                  <a:pt x="1707833" y="620078"/>
                  <a:pt x="1712595" y="622935"/>
                </a:cubicBezTo>
                <a:cubicBezTo>
                  <a:pt x="1717358" y="625793"/>
                  <a:pt x="1721168" y="629603"/>
                  <a:pt x="1724978" y="634365"/>
                </a:cubicBezTo>
                <a:cubicBezTo>
                  <a:pt x="1728788" y="639128"/>
                  <a:pt x="1731645" y="644843"/>
                  <a:pt x="1734503" y="651510"/>
                </a:cubicBezTo>
                <a:cubicBezTo>
                  <a:pt x="1736408" y="658178"/>
                  <a:pt x="1737360" y="663893"/>
                  <a:pt x="1738313" y="670560"/>
                </a:cubicBezTo>
                <a:cubicBezTo>
                  <a:pt x="1738313" y="677228"/>
                  <a:pt x="1738313" y="681990"/>
                  <a:pt x="1737360" y="685800"/>
                </a:cubicBezTo>
                <a:lnTo>
                  <a:pt x="1744028" y="688658"/>
                </a:lnTo>
                <a:lnTo>
                  <a:pt x="1746885" y="695325"/>
                </a:lnTo>
                <a:lnTo>
                  <a:pt x="1707833" y="709613"/>
                </a:lnTo>
                <a:lnTo>
                  <a:pt x="1705928" y="702945"/>
                </a:lnTo>
                <a:cubicBezTo>
                  <a:pt x="1709738" y="700088"/>
                  <a:pt x="1713548" y="696278"/>
                  <a:pt x="1717358" y="692468"/>
                </a:cubicBezTo>
                <a:cubicBezTo>
                  <a:pt x="1721168" y="688658"/>
                  <a:pt x="1724025" y="684848"/>
                  <a:pt x="1725930" y="681990"/>
                </a:cubicBezTo>
                <a:cubicBezTo>
                  <a:pt x="1727835" y="678180"/>
                  <a:pt x="1729740" y="674370"/>
                  <a:pt x="1730693" y="670560"/>
                </a:cubicBezTo>
                <a:cubicBezTo>
                  <a:pt x="1731645" y="666750"/>
                  <a:pt x="1730693" y="661988"/>
                  <a:pt x="1729740" y="657225"/>
                </a:cubicBezTo>
                <a:cubicBezTo>
                  <a:pt x="1727835" y="651510"/>
                  <a:pt x="1724978" y="646748"/>
                  <a:pt x="1720215" y="644843"/>
                </a:cubicBezTo>
                <a:cubicBezTo>
                  <a:pt x="1715453" y="641985"/>
                  <a:pt x="1710690" y="641985"/>
                  <a:pt x="1705928" y="642938"/>
                </a:cubicBezTo>
                <a:cubicBezTo>
                  <a:pt x="1701165" y="644843"/>
                  <a:pt x="1698308" y="647700"/>
                  <a:pt x="1696403" y="651510"/>
                </a:cubicBezTo>
                <a:cubicBezTo>
                  <a:pt x="1694498" y="655320"/>
                  <a:pt x="1693545" y="661988"/>
                  <a:pt x="1693545" y="669608"/>
                </a:cubicBezTo>
                <a:cubicBezTo>
                  <a:pt x="1693545" y="674370"/>
                  <a:pt x="1693545" y="679133"/>
                  <a:pt x="1693545" y="682943"/>
                </a:cubicBezTo>
                <a:cubicBezTo>
                  <a:pt x="1693545" y="687705"/>
                  <a:pt x="1693545" y="691515"/>
                  <a:pt x="1693545" y="695325"/>
                </a:cubicBezTo>
                <a:cubicBezTo>
                  <a:pt x="1693545" y="703898"/>
                  <a:pt x="1690688" y="711518"/>
                  <a:pt x="1686878" y="717233"/>
                </a:cubicBezTo>
                <a:cubicBezTo>
                  <a:pt x="1683068" y="722948"/>
                  <a:pt x="1677353" y="727710"/>
                  <a:pt x="1668780" y="730568"/>
                </a:cubicBezTo>
                <a:cubicBezTo>
                  <a:pt x="1664018" y="732473"/>
                  <a:pt x="1658303" y="732473"/>
                  <a:pt x="1653540" y="731520"/>
                </a:cubicBezTo>
                <a:cubicBezTo>
                  <a:pt x="1647825" y="730568"/>
                  <a:pt x="1643063" y="728663"/>
                  <a:pt x="1638300" y="725805"/>
                </a:cubicBezTo>
                <a:cubicBezTo>
                  <a:pt x="1633538" y="722948"/>
                  <a:pt x="1628775" y="718185"/>
                  <a:pt x="1624965" y="713423"/>
                </a:cubicBezTo>
                <a:cubicBezTo>
                  <a:pt x="1617345" y="710565"/>
                  <a:pt x="1614488" y="703898"/>
                  <a:pt x="1611630" y="696278"/>
                </a:cubicBezTo>
                <a:cubicBezTo>
                  <a:pt x="1608773" y="689610"/>
                  <a:pt x="1607820" y="681990"/>
                  <a:pt x="1607820" y="675323"/>
                </a:cubicBezTo>
                <a:cubicBezTo>
                  <a:pt x="1607820" y="668655"/>
                  <a:pt x="1607820" y="662940"/>
                  <a:pt x="1608773" y="658178"/>
                </a:cubicBezTo>
                <a:lnTo>
                  <a:pt x="1601153" y="654368"/>
                </a:lnTo>
                <a:lnTo>
                  <a:pt x="1599248" y="647700"/>
                </a:lnTo>
                <a:lnTo>
                  <a:pt x="1641158" y="632460"/>
                </a:lnTo>
                <a:lnTo>
                  <a:pt x="1643063" y="639128"/>
                </a:lnTo>
                <a:cubicBezTo>
                  <a:pt x="1639253" y="641985"/>
                  <a:pt x="1636395" y="645795"/>
                  <a:pt x="1632585" y="649605"/>
                </a:cubicBezTo>
                <a:cubicBezTo>
                  <a:pt x="1628775" y="653415"/>
                  <a:pt x="1625918" y="658178"/>
                  <a:pt x="1624013" y="661988"/>
                </a:cubicBezTo>
                <a:cubicBezTo>
                  <a:pt x="1621155" y="666750"/>
                  <a:pt x="1620203" y="671513"/>
                  <a:pt x="1619250" y="676275"/>
                </a:cubicBezTo>
                <a:cubicBezTo>
                  <a:pt x="1618298" y="681038"/>
                  <a:pt x="1619250" y="685800"/>
                  <a:pt x="1620203" y="691515"/>
                </a:cubicBezTo>
                <a:cubicBezTo>
                  <a:pt x="1623060" y="699135"/>
                  <a:pt x="1625918" y="703898"/>
                  <a:pt x="1631633" y="706755"/>
                </a:cubicBezTo>
                <a:cubicBezTo>
                  <a:pt x="1636395" y="709613"/>
                  <a:pt x="1642110" y="709613"/>
                  <a:pt x="1646873" y="707708"/>
                </a:cubicBezTo>
                <a:cubicBezTo>
                  <a:pt x="1651635" y="705803"/>
                  <a:pt x="1654493" y="702945"/>
                  <a:pt x="1656398" y="699135"/>
                </a:cubicBezTo>
                <a:cubicBezTo>
                  <a:pt x="1658303" y="694373"/>
                  <a:pt x="1659255" y="688658"/>
                  <a:pt x="1659255" y="681038"/>
                </a:cubicBezTo>
                <a:cubicBezTo>
                  <a:pt x="1659255" y="676275"/>
                  <a:pt x="1659255" y="671513"/>
                  <a:pt x="1659255" y="666750"/>
                </a:cubicBezTo>
                <a:cubicBezTo>
                  <a:pt x="1659255" y="662940"/>
                  <a:pt x="1659255" y="658178"/>
                  <a:pt x="1659255" y="654368"/>
                </a:cubicBezTo>
                <a:cubicBezTo>
                  <a:pt x="1660208" y="645795"/>
                  <a:pt x="1662113" y="638175"/>
                  <a:pt x="1666875" y="632460"/>
                </a:cubicBezTo>
                <a:cubicBezTo>
                  <a:pt x="1671638" y="626745"/>
                  <a:pt x="1677353" y="622935"/>
                  <a:pt x="1684020" y="620078"/>
                </a:cubicBezTo>
                <a:cubicBezTo>
                  <a:pt x="1688783" y="618173"/>
                  <a:pt x="1693545" y="618173"/>
                  <a:pt x="1698308" y="618173"/>
                </a:cubicBezTo>
                <a:close/>
                <a:moveTo>
                  <a:pt x="148590" y="579120"/>
                </a:moveTo>
                <a:lnTo>
                  <a:pt x="155257" y="581977"/>
                </a:lnTo>
                <a:cubicBezTo>
                  <a:pt x="155257" y="583882"/>
                  <a:pt x="154305" y="585787"/>
                  <a:pt x="153352" y="588645"/>
                </a:cubicBezTo>
                <a:cubicBezTo>
                  <a:pt x="152400" y="591502"/>
                  <a:pt x="152400" y="593407"/>
                  <a:pt x="152400" y="595312"/>
                </a:cubicBezTo>
                <a:cubicBezTo>
                  <a:pt x="152400" y="598170"/>
                  <a:pt x="152400" y="599122"/>
                  <a:pt x="154305" y="601027"/>
                </a:cubicBezTo>
                <a:cubicBezTo>
                  <a:pt x="155257" y="601980"/>
                  <a:pt x="157162" y="602932"/>
                  <a:pt x="159067" y="603885"/>
                </a:cubicBezTo>
                <a:lnTo>
                  <a:pt x="239077" y="636270"/>
                </a:lnTo>
                <a:cubicBezTo>
                  <a:pt x="240982" y="637222"/>
                  <a:pt x="242887" y="637222"/>
                  <a:pt x="243840" y="637222"/>
                </a:cubicBezTo>
                <a:cubicBezTo>
                  <a:pt x="245745" y="637222"/>
                  <a:pt x="247650" y="636270"/>
                  <a:pt x="248602" y="634365"/>
                </a:cubicBezTo>
                <a:cubicBezTo>
                  <a:pt x="249555" y="633412"/>
                  <a:pt x="250507" y="631507"/>
                  <a:pt x="252412" y="629602"/>
                </a:cubicBezTo>
                <a:cubicBezTo>
                  <a:pt x="254317" y="627697"/>
                  <a:pt x="255270" y="624840"/>
                  <a:pt x="256222" y="622935"/>
                </a:cubicBezTo>
                <a:lnTo>
                  <a:pt x="263842" y="624840"/>
                </a:lnTo>
                <a:lnTo>
                  <a:pt x="238125" y="687705"/>
                </a:lnTo>
                <a:lnTo>
                  <a:pt x="231457" y="684847"/>
                </a:lnTo>
                <a:cubicBezTo>
                  <a:pt x="232410" y="682942"/>
                  <a:pt x="232410" y="681037"/>
                  <a:pt x="233362" y="678180"/>
                </a:cubicBezTo>
                <a:cubicBezTo>
                  <a:pt x="234315" y="675322"/>
                  <a:pt x="234315" y="673417"/>
                  <a:pt x="234315" y="672465"/>
                </a:cubicBezTo>
                <a:cubicBezTo>
                  <a:pt x="234315" y="670560"/>
                  <a:pt x="233362" y="668655"/>
                  <a:pt x="232410" y="667702"/>
                </a:cubicBezTo>
                <a:cubicBezTo>
                  <a:pt x="231457" y="666750"/>
                  <a:pt x="229552" y="665797"/>
                  <a:pt x="227647" y="664845"/>
                </a:cubicBezTo>
                <a:lnTo>
                  <a:pt x="147637" y="632460"/>
                </a:lnTo>
                <a:cubicBezTo>
                  <a:pt x="145732" y="631507"/>
                  <a:pt x="143827" y="631507"/>
                  <a:pt x="142875" y="631507"/>
                </a:cubicBezTo>
                <a:cubicBezTo>
                  <a:pt x="140970" y="631507"/>
                  <a:pt x="140017" y="632460"/>
                  <a:pt x="138112" y="634365"/>
                </a:cubicBezTo>
                <a:cubicBezTo>
                  <a:pt x="137160" y="635317"/>
                  <a:pt x="136207" y="637222"/>
                  <a:pt x="134302" y="639127"/>
                </a:cubicBezTo>
                <a:cubicBezTo>
                  <a:pt x="132397" y="641032"/>
                  <a:pt x="131445" y="643890"/>
                  <a:pt x="130492" y="644842"/>
                </a:cubicBezTo>
                <a:lnTo>
                  <a:pt x="123825" y="641985"/>
                </a:lnTo>
                <a:close/>
                <a:moveTo>
                  <a:pt x="1624013" y="458153"/>
                </a:moveTo>
                <a:lnTo>
                  <a:pt x="1581150" y="485775"/>
                </a:lnTo>
                <a:lnTo>
                  <a:pt x="1584960" y="491490"/>
                </a:lnTo>
                <a:cubicBezTo>
                  <a:pt x="1589723" y="498158"/>
                  <a:pt x="1594485" y="502920"/>
                  <a:pt x="1601153" y="503873"/>
                </a:cubicBezTo>
                <a:cubicBezTo>
                  <a:pt x="1606868" y="504825"/>
                  <a:pt x="1614488" y="502920"/>
                  <a:pt x="1622108" y="498158"/>
                </a:cubicBezTo>
                <a:cubicBezTo>
                  <a:pt x="1628775" y="493395"/>
                  <a:pt x="1632585" y="488633"/>
                  <a:pt x="1633538" y="482918"/>
                </a:cubicBezTo>
                <a:cubicBezTo>
                  <a:pt x="1634490" y="477203"/>
                  <a:pt x="1632585" y="470535"/>
                  <a:pt x="1627823" y="463868"/>
                </a:cubicBezTo>
                <a:close/>
                <a:moveTo>
                  <a:pt x="1603058" y="412433"/>
                </a:moveTo>
                <a:lnTo>
                  <a:pt x="1640205" y="469583"/>
                </a:lnTo>
                <a:cubicBezTo>
                  <a:pt x="1648778" y="482918"/>
                  <a:pt x="1652588" y="493395"/>
                  <a:pt x="1653540" y="502920"/>
                </a:cubicBezTo>
                <a:cubicBezTo>
                  <a:pt x="1653540" y="512445"/>
                  <a:pt x="1649730" y="519113"/>
                  <a:pt x="1642110" y="524828"/>
                </a:cubicBezTo>
                <a:cubicBezTo>
                  <a:pt x="1634490" y="529590"/>
                  <a:pt x="1627823" y="531495"/>
                  <a:pt x="1621155" y="529590"/>
                </a:cubicBezTo>
                <a:cubicBezTo>
                  <a:pt x="1614488" y="528638"/>
                  <a:pt x="1606868" y="523875"/>
                  <a:pt x="1599248" y="517208"/>
                </a:cubicBezTo>
                <a:cubicBezTo>
                  <a:pt x="1597343" y="522923"/>
                  <a:pt x="1594485" y="530543"/>
                  <a:pt x="1591628" y="538163"/>
                </a:cubicBezTo>
                <a:cubicBezTo>
                  <a:pt x="1588770" y="545783"/>
                  <a:pt x="1585913" y="554355"/>
                  <a:pt x="1583055" y="562928"/>
                </a:cubicBezTo>
                <a:cubicBezTo>
                  <a:pt x="1582103" y="565785"/>
                  <a:pt x="1581150" y="569595"/>
                  <a:pt x="1580198" y="573405"/>
                </a:cubicBezTo>
                <a:cubicBezTo>
                  <a:pt x="1579245" y="578168"/>
                  <a:pt x="1579245" y="581025"/>
                  <a:pt x="1579245" y="583883"/>
                </a:cubicBezTo>
                <a:cubicBezTo>
                  <a:pt x="1579245" y="584835"/>
                  <a:pt x="1580198" y="586740"/>
                  <a:pt x="1581150" y="588645"/>
                </a:cubicBezTo>
                <a:cubicBezTo>
                  <a:pt x="1582103" y="590550"/>
                  <a:pt x="1583055" y="591503"/>
                  <a:pt x="1583055" y="592455"/>
                </a:cubicBezTo>
                <a:lnTo>
                  <a:pt x="1577340" y="596265"/>
                </a:lnTo>
                <a:lnTo>
                  <a:pt x="1551623" y="557213"/>
                </a:lnTo>
                <a:cubicBezTo>
                  <a:pt x="1557338" y="543878"/>
                  <a:pt x="1562100" y="532448"/>
                  <a:pt x="1565910" y="524828"/>
                </a:cubicBezTo>
                <a:cubicBezTo>
                  <a:pt x="1568768" y="516255"/>
                  <a:pt x="1572578" y="505778"/>
                  <a:pt x="1576388" y="494348"/>
                </a:cubicBezTo>
                <a:lnTo>
                  <a:pt x="1573530" y="490538"/>
                </a:lnTo>
                <a:lnTo>
                  <a:pt x="1542098" y="510540"/>
                </a:lnTo>
                <a:cubicBezTo>
                  <a:pt x="1540193" y="511493"/>
                  <a:pt x="1539240" y="512445"/>
                  <a:pt x="1538288" y="514350"/>
                </a:cubicBezTo>
                <a:cubicBezTo>
                  <a:pt x="1537335" y="515303"/>
                  <a:pt x="1537335" y="517208"/>
                  <a:pt x="1537335" y="520065"/>
                </a:cubicBezTo>
                <a:cubicBezTo>
                  <a:pt x="1537335" y="521018"/>
                  <a:pt x="1538288" y="522923"/>
                  <a:pt x="1539240" y="524828"/>
                </a:cubicBezTo>
                <a:cubicBezTo>
                  <a:pt x="1540193" y="526733"/>
                  <a:pt x="1541145" y="528638"/>
                  <a:pt x="1541145" y="530543"/>
                </a:cubicBezTo>
                <a:lnTo>
                  <a:pt x="1535430" y="534353"/>
                </a:lnTo>
                <a:lnTo>
                  <a:pt x="1500188" y="479108"/>
                </a:lnTo>
                <a:lnTo>
                  <a:pt x="1505903" y="475298"/>
                </a:lnTo>
                <a:cubicBezTo>
                  <a:pt x="1506855" y="476250"/>
                  <a:pt x="1508760" y="478155"/>
                  <a:pt x="1509713" y="481013"/>
                </a:cubicBezTo>
                <a:cubicBezTo>
                  <a:pt x="1511618" y="482918"/>
                  <a:pt x="1512570" y="484823"/>
                  <a:pt x="1513523" y="484823"/>
                </a:cubicBezTo>
                <a:cubicBezTo>
                  <a:pt x="1515428" y="485775"/>
                  <a:pt x="1517333" y="486728"/>
                  <a:pt x="1519238" y="486728"/>
                </a:cubicBezTo>
                <a:cubicBezTo>
                  <a:pt x="1521143" y="486728"/>
                  <a:pt x="1523048" y="485775"/>
                  <a:pt x="1524000" y="484823"/>
                </a:cubicBezTo>
                <a:lnTo>
                  <a:pt x="1596390" y="438150"/>
                </a:lnTo>
                <a:cubicBezTo>
                  <a:pt x="1598295" y="437198"/>
                  <a:pt x="1599248" y="436245"/>
                  <a:pt x="1600200" y="434340"/>
                </a:cubicBezTo>
                <a:cubicBezTo>
                  <a:pt x="1601153" y="433388"/>
                  <a:pt x="1601153" y="431483"/>
                  <a:pt x="1601153" y="428625"/>
                </a:cubicBezTo>
                <a:cubicBezTo>
                  <a:pt x="1601153" y="426720"/>
                  <a:pt x="1600200" y="424815"/>
                  <a:pt x="1599248" y="421958"/>
                </a:cubicBezTo>
                <a:cubicBezTo>
                  <a:pt x="1598295" y="420053"/>
                  <a:pt x="1597343" y="418148"/>
                  <a:pt x="1597343" y="416243"/>
                </a:cubicBezTo>
                <a:close/>
                <a:moveTo>
                  <a:pt x="1016318" y="398145"/>
                </a:moveTo>
                <a:cubicBezTo>
                  <a:pt x="990600" y="398145"/>
                  <a:pt x="968693" y="420053"/>
                  <a:pt x="968693" y="447675"/>
                </a:cubicBezTo>
                <a:lnTo>
                  <a:pt x="968693" y="449580"/>
                </a:lnTo>
                <a:cubicBezTo>
                  <a:pt x="968693" y="449580"/>
                  <a:pt x="968693" y="659130"/>
                  <a:pt x="968693" y="733425"/>
                </a:cubicBezTo>
                <a:cubicBezTo>
                  <a:pt x="968693" y="746760"/>
                  <a:pt x="968693" y="756285"/>
                  <a:pt x="968693" y="758190"/>
                </a:cubicBezTo>
                <a:cubicBezTo>
                  <a:pt x="968693" y="774383"/>
                  <a:pt x="980123" y="798195"/>
                  <a:pt x="1005840" y="803910"/>
                </a:cubicBezTo>
                <a:cubicBezTo>
                  <a:pt x="1063943" y="816293"/>
                  <a:pt x="1129665" y="849630"/>
                  <a:pt x="1188720" y="899160"/>
                </a:cubicBezTo>
                <a:cubicBezTo>
                  <a:pt x="1246823" y="947738"/>
                  <a:pt x="1302068" y="1010603"/>
                  <a:pt x="1351598" y="1087755"/>
                </a:cubicBezTo>
                <a:cubicBezTo>
                  <a:pt x="1365885" y="1109663"/>
                  <a:pt x="1395413" y="1116330"/>
                  <a:pt x="1418273" y="1102043"/>
                </a:cubicBezTo>
                <a:cubicBezTo>
                  <a:pt x="1432560" y="1092518"/>
                  <a:pt x="1440180" y="1077278"/>
                  <a:pt x="1440180" y="1062038"/>
                </a:cubicBezTo>
                <a:cubicBezTo>
                  <a:pt x="1440180" y="1053465"/>
                  <a:pt x="1437323" y="1043940"/>
                  <a:pt x="1432560" y="1035368"/>
                </a:cubicBezTo>
                <a:cubicBezTo>
                  <a:pt x="1377315" y="950595"/>
                  <a:pt x="1316355" y="880110"/>
                  <a:pt x="1249680" y="825818"/>
                </a:cubicBezTo>
                <a:cubicBezTo>
                  <a:pt x="1190625" y="777240"/>
                  <a:pt x="1129665" y="742950"/>
                  <a:pt x="1066800" y="721995"/>
                </a:cubicBezTo>
                <a:lnTo>
                  <a:pt x="1066800" y="611505"/>
                </a:lnTo>
                <a:cubicBezTo>
                  <a:pt x="1157288" y="636270"/>
                  <a:pt x="1250633" y="687705"/>
                  <a:pt x="1331595" y="757238"/>
                </a:cubicBezTo>
                <a:cubicBezTo>
                  <a:pt x="1351598" y="774383"/>
                  <a:pt x="1382078" y="772478"/>
                  <a:pt x="1399223" y="751523"/>
                </a:cubicBezTo>
                <a:cubicBezTo>
                  <a:pt x="1416368" y="731520"/>
                  <a:pt x="1414463" y="701040"/>
                  <a:pt x="1393508" y="683895"/>
                </a:cubicBezTo>
                <a:cubicBezTo>
                  <a:pt x="1342073" y="639128"/>
                  <a:pt x="1283018" y="600075"/>
                  <a:pt x="1223010" y="570548"/>
                </a:cubicBezTo>
                <a:cubicBezTo>
                  <a:pt x="1170623" y="543878"/>
                  <a:pt x="1117283" y="524828"/>
                  <a:pt x="1065848" y="512445"/>
                </a:cubicBezTo>
                <a:lnTo>
                  <a:pt x="1065848" y="447675"/>
                </a:lnTo>
                <a:cubicBezTo>
                  <a:pt x="1065848" y="420053"/>
                  <a:pt x="1043940" y="398145"/>
                  <a:pt x="1016318" y="398145"/>
                </a:cubicBezTo>
                <a:close/>
                <a:moveTo>
                  <a:pt x="833438" y="398145"/>
                </a:moveTo>
                <a:cubicBezTo>
                  <a:pt x="805815" y="398145"/>
                  <a:pt x="783908" y="420053"/>
                  <a:pt x="783908" y="447675"/>
                </a:cubicBezTo>
                <a:lnTo>
                  <a:pt x="783908" y="512445"/>
                </a:lnTo>
                <a:cubicBezTo>
                  <a:pt x="732473" y="524828"/>
                  <a:pt x="679133" y="543878"/>
                  <a:pt x="626745" y="570548"/>
                </a:cubicBezTo>
                <a:cubicBezTo>
                  <a:pt x="566738" y="601028"/>
                  <a:pt x="507683" y="640080"/>
                  <a:pt x="456248" y="683895"/>
                </a:cubicBezTo>
                <a:cubicBezTo>
                  <a:pt x="436245" y="701040"/>
                  <a:pt x="433388" y="731520"/>
                  <a:pt x="451485" y="751523"/>
                </a:cubicBezTo>
                <a:cubicBezTo>
                  <a:pt x="468630" y="771525"/>
                  <a:pt x="499110" y="774383"/>
                  <a:pt x="519113" y="757238"/>
                </a:cubicBezTo>
                <a:cubicBezTo>
                  <a:pt x="600075" y="687705"/>
                  <a:pt x="694373" y="636270"/>
                  <a:pt x="783908" y="611505"/>
                </a:cubicBezTo>
                <a:lnTo>
                  <a:pt x="783908" y="721995"/>
                </a:lnTo>
                <a:cubicBezTo>
                  <a:pt x="721043" y="741998"/>
                  <a:pt x="660083" y="777240"/>
                  <a:pt x="601028" y="825818"/>
                </a:cubicBezTo>
                <a:cubicBezTo>
                  <a:pt x="535305" y="880110"/>
                  <a:pt x="473393" y="950595"/>
                  <a:pt x="418148" y="1035368"/>
                </a:cubicBezTo>
                <a:cubicBezTo>
                  <a:pt x="413385" y="1043940"/>
                  <a:pt x="410528" y="1052513"/>
                  <a:pt x="410528" y="1062038"/>
                </a:cubicBezTo>
                <a:cubicBezTo>
                  <a:pt x="410528" y="1078230"/>
                  <a:pt x="418148" y="1093470"/>
                  <a:pt x="432435" y="1102043"/>
                </a:cubicBezTo>
                <a:cubicBezTo>
                  <a:pt x="454343" y="1116330"/>
                  <a:pt x="484823" y="1110615"/>
                  <a:pt x="499110" y="1087755"/>
                </a:cubicBezTo>
                <a:cubicBezTo>
                  <a:pt x="548640" y="1010603"/>
                  <a:pt x="603885" y="947738"/>
                  <a:pt x="661988" y="899160"/>
                </a:cubicBezTo>
                <a:cubicBezTo>
                  <a:pt x="721995" y="849630"/>
                  <a:pt x="787718" y="816293"/>
                  <a:pt x="844868" y="803910"/>
                </a:cubicBezTo>
                <a:cubicBezTo>
                  <a:pt x="870585" y="798195"/>
                  <a:pt x="882015" y="774383"/>
                  <a:pt x="882015" y="758190"/>
                </a:cubicBezTo>
                <a:cubicBezTo>
                  <a:pt x="882015" y="755333"/>
                  <a:pt x="882015" y="746760"/>
                  <a:pt x="882015" y="733425"/>
                </a:cubicBezTo>
                <a:cubicBezTo>
                  <a:pt x="882015" y="659130"/>
                  <a:pt x="882015" y="449580"/>
                  <a:pt x="882015" y="449580"/>
                </a:cubicBezTo>
                <a:lnTo>
                  <a:pt x="882015" y="447675"/>
                </a:lnTo>
                <a:cubicBezTo>
                  <a:pt x="882968" y="420053"/>
                  <a:pt x="861060" y="398145"/>
                  <a:pt x="833438" y="398145"/>
                </a:cubicBezTo>
                <a:close/>
                <a:moveTo>
                  <a:pt x="278130" y="373380"/>
                </a:moveTo>
                <a:lnTo>
                  <a:pt x="283845" y="377190"/>
                </a:lnTo>
                <a:cubicBezTo>
                  <a:pt x="282892" y="378142"/>
                  <a:pt x="281940" y="380047"/>
                  <a:pt x="280987" y="382905"/>
                </a:cubicBezTo>
                <a:cubicBezTo>
                  <a:pt x="280035" y="385762"/>
                  <a:pt x="279082" y="388620"/>
                  <a:pt x="279082" y="391477"/>
                </a:cubicBezTo>
                <a:cubicBezTo>
                  <a:pt x="279082" y="394335"/>
                  <a:pt x="280035" y="397192"/>
                  <a:pt x="282892" y="400050"/>
                </a:cubicBezTo>
                <a:cubicBezTo>
                  <a:pt x="285750" y="402907"/>
                  <a:pt x="289560" y="406717"/>
                  <a:pt x="295275" y="410527"/>
                </a:cubicBezTo>
                <a:lnTo>
                  <a:pt x="366712" y="461962"/>
                </a:lnTo>
                <a:lnTo>
                  <a:pt x="358140" y="474345"/>
                </a:lnTo>
                <a:lnTo>
                  <a:pt x="237172" y="481012"/>
                </a:lnTo>
                <a:lnTo>
                  <a:pt x="283845" y="514350"/>
                </a:lnTo>
                <a:cubicBezTo>
                  <a:pt x="289560" y="518160"/>
                  <a:pt x="294322" y="521017"/>
                  <a:pt x="298132" y="522922"/>
                </a:cubicBezTo>
                <a:cubicBezTo>
                  <a:pt x="301942" y="523875"/>
                  <a:pt x="304800" y="524827"/>
                  <a:pt x="307657" y="523875"/>
                </a:cubicBezTo>
                <a:cubicBezTo>
                  <a:pt x="309562" y="523875"/>
                  <a:pt x="312420" y="521970"/>
                  <a:pt x="314325" y="520065"/>
                </a:cubicBezTo>
                <a:cubicBezTo>
                  <a:pt x="317182" y="518160"/>
                  <a:pt x="319087" y="516255"/>
                  <a:pt x="320992" y="514350"/>
                </a:cubicBezTo>
                <a:lnTo>
                  <a:pt x="326707" y="518160"/>
                </a:lnTo>
                <a:lnTo>
                  <a:pt x="296227" y="561022"/>
                </a:lnTo>
                <a:lnTo>
                  <a:pt x="290512" y="557212"/>
                </a:lnTo>
                <a:cubicBezTo>
                  <a:pt x="291465" y="555307"/>
                  <a:pt x="292417" y="553402"/>
                  <a:pt x="294322" y="550545"/>
                </a:cubicBezTo>
                <a:cubicBezTo>
                  <a:pt x="295275" y="547687"/>
                  <a:pt x="296227" y="544830"/>
                  <a:pt x="296227" y="542925"/>
                </a:cubicBezTo>
                <a:cubicBezTo>
                  <a:pt x="296227" y="540067"/>
                  <a:pt x="295275" y="537210"/>
                  <a:pt x="292417" y="534352"/>
                </a:cubicBezTo>
                <a:cubicBezTo>
                  <a:pt x="290512" y="531495"/>
                  <a:pt x="285750" y="527685"/>
                  <a:pt x="279082" y="523875"/>
                </a:cubicBezTo>
                <a:lnTo>
                  <a:pt x="232410" y="490537"/>
                </a:lnTo>
                <a:cubicBezTo>
                  <a:pt x="230505" y="488632"/>
                  <a:pt x="227647" y="487680"/>
                  <a:pt x="224790" y="486727"/>
                </a:cubicBezTo>
                <a:cubicBezTo>
                  <a:pt x="221932" y="485775"/>
                  <a:pt x="220027" y="485775"/>
                  <a:pt x="217170" y="485775"/>
                </a:cubicBezTo>
                <a:cubicBezTo>
                  <a:pt x="214312" y="486727"/>
                  <a:pt x="211455" y="487680"/>
                  <a:pt x="209550" y="488632"/>
                </a:cubicBezTo>
                <a:cubicBezTo>
                  <a:pt x="206692" y="489585"/>
                  <a:pt x="204787" y="491490"/>
                  <a:pt x="201930" y="494347"/>
                </a:cubicBezTo>
                <a:lnTo>
                  <a:pt x="196215" y="490537"/>
                </a:lnTo>
                <a:lnTo>
                  <a:pt x="222885" y="453390"/>
                </a:lnTo>
                <a:lnTo>
                  <a:pt x="328612" y="447675"/>
                </a:lnTo>
                <a:lnTo>
                  <a:pt x="290512" y="421005"/>
                </a:lnTo>
                <a:cubicBezTo>
                  <a:pt x="284797" y="417195"/>
                  <a:pt x="280035" y="414337"/>
                  <a:pt x="276225" y="412432"/>
                </a:cubicBezTo>
                <a:cubicBezTo>
                  <a:pt x="272415" y="411480"/>
                  <a:pt x="269557" y="410527"/>
                  <a:pt x="266700" y="411480"/>
                </a:cubicBezTo>
                <a:cubicBezTo>
                  <a:pt x="264795" y="412432"/>
                  <a:pt x="261937" y="413385"/>
                  <a:pt x="260032" y="415290"/>
                </a:cubicBezTo>
                <a:cubicBezTo>
                  <a:pt x="257175" y="417195"/>
                  <a:pt x="255270" y="419100"/>
                  <a:pt x="253365" y="420052"/>
                </a:cubicBezTo>
                <a:lnTo>
                  <a:pt x="247650" y="415290"/>
                </a:lnTo>
                <a:close/>
                <a:moveTo>
                  <a:pt x="925830" y="296228"/>
                </a:moveTo>
                <a:cubicBezTo>
                  <a:pt x="1273493" y="296228"/>
                  <a:pt x="1555433" y="578168"/>
                  <a:pt x="1555433" y="925830"/>
                </a:cubicBezTo>
                <a:cubicBezTo>
                  <a:pt x="1555433" y="1273493"/>
                  <a:pt x="1273493" y="1555433"/>
                  <a:pt x="925830" y="1555433"/>
                </a:cubicBezTo>
                <a:cubicBezTo>
                  <a:pt x="578168" y="1555433"/>
                  <a:pt x="296228" y="1273493"/>
                  <a:pt x="296228" y="925830"/>
                </a:cubicBezTo>
                <a:cubicBezTo>
                  <a:pt x="296228" y="578168"/>
                  <a:pt x="578168" y="296228"/>
                  <a:pt x="925830" y="296228"/>
                </a:cubicBezTo>
                <a:close/>
                <a:moveTo>
                  <a:pt x="925830" y="261937"/>
                </a:moveTo>
                <a:cubicBezTo>
                  <a:pt x="836295" y="261937"/>
                  <a:pt x="749617" y="280035"/>
                  <a:pt x="667702" y="314325"/>
                </a:cubicBezTo>
                <a:cubicBezTo>
                  <a:pt x="588645" y="347662"/>
                  <a:pt x="517207" y="395287"/>
                  <a:pt x="456247" y="456247"/>
                </a:cubicBezTo>
                <a:cubicBezTo>
                  <a:pt x="395287" y="517207"/>
                  <a:pt x="347662" y="588645"/>
                  <a:pt x="314325" y="667702"/>
                </a:cubicBezTo>
                <a:cubicBezTo>
                  <a:pt x="279082" y="749617"/>
                  <a:pt x="261937" y="836295"/>
                  <a:pt x="261937" y="925830"/>
                </a:cubicBezTo>
                <a:cubicBezTo>
                  <a:pt x="261937" y="1015365"/>
                  <a:pt x="280035" y="1102042"/>
                  <a:pt x="314325" y="1183957"/>
                </a:cubicBezTo>
                <a:cubicBezTo>
                  <a:pt x="347662" y="1263015"/>
                  <a:pt x="395287" y="1334452"/>
                  <a:pt x="456247" y="1395412"/>
                </a:cubicBezTo>
                <a:cubicBezTo>
                  <a:pt x="517207" y="1456372"/>
                  <a:pt x="588645" y="1503997"/>
                  <a:pt x="667702" y="1537335"/>
                </a:cubicBezTo>
                <a:cubicBezTo>
                  <a:pt x="749617" y="1571625"/>
                  <a:pt x="836295" y="1589722"/>
                  <a:pt x="925830" y="1589722"/>
                </a:cubicBezTo>
                <a:cubicBezTo>
                  <a:pt x="1015365" y="1589722"/>
                  <a:pt x="1102042" y="1571625"/>
                  <a:pt x="1183957" y="1537335"/>
                </a:cubicBezTo>
                <a:cubicBezTo>
                  <a:pt x="1263015" y="1503997"/>
                  <a:pt x="1334452" y="1456372"/>
                  <a:pt x="1395412" y="1395412"/>
                </a:cubicBezTo>
                <a:cubicBezTo>
                  <a:pt x="1456372" y="1333500"/>
                  <a:pt x="1503997" y="1263015"/>
                  <a:pt x="1537335" y="1183957"/>
                </a:cubicBezTo>
                <a:cubicBezTo>
                  <a:pt x="1572577" y="1102042"/>
                  <a:pt x="1589722" y="1015365"/>
                  <a:pt x="1589722" y="925830"/>
                </a:cubicBezTo>
                <a:cubicBezTo>
                  <a:pt x="1589722" y="836295"/>
                  <a:pt x="1571625" y="749617"/>
                  <a:pt x="1537335" y="667702"/>
                </a:cubicBezTo>
                <a:cubicBezTo>
                  <a:pt x="1503997" y="587692"/>
                  <a:pt x="1456372" y="517207"/>
                  <a:pt x="1395412" y="456247"/>
                </a:cubicBezTo>
                <a:cubicBezTo>
                  <a:pt x="1334452" y="395287"/>
                  <a:pt x="1263015" y="347662"/>
                  <a:pt x="1183957" y="314325"/>
                </a:cubicBezTo>
                <a:cubicBezTo>
                  <a:pt x="1102042" y="279082"/>
                  <a:pt x="1015365" y="261937"/>
                  <a:pt x="925830" y="261937"/>
                </a:cubicBezTo>
                <a:close/>
                <a:moveTo>
                  <a:pt x="1454467" y="259080"/>
                </a:moveTo>
                <a:lnTo>
                  <a:pt x="1534477" y="331470"/>
                </a:lnTo>
                <a:lnTo>
                  <a:pt x="1514475" y="356235"/>
                </a:lnTo>
                <a:lnTo>
                  <a:pt x="1509712" y="351472"/>
                </a:lnTo>
                <a:cubicBezTo>
                  <a:pt x="1511617" y="346710"/>
                  <a:pt x="1512570" y="341947"/>
                  <a:pt x="1512570" y="335280"/>
                </a:cubicBezTo>
                <a:cubicBezTo>
                  <a:pt x="1512570" y="329565"/>
                  <a:pt x="1511617" y="323850"/>
                  <a:pt x="1509712" y="320992"/>
                </a:cubicBezTo>
                <a:cubicBezTo>
                  <a:pt x="1508760" y="319087"/>
                  <a:pt x="1506855" y="318135"/>
                  <a:pt x="1504950" y="315277"/>
                </a:cubicBezTo>
                <a:cubicBezTo>
                  <a:pt x="1503045" y="313372"/>
                  <a:pt x="1501140" y="311467"/>
                  <a:pt x="1499235" y="309562"/>
                </a:cubicBezTo>
                <a:lnTo>
                  <a:pt x="1485900" y="298132"/>
                </a:lnTo>
                <a:lnTo>
                  <a:pt x="1454467" y="332422"/>
                </a:lnTo>
                <a:lnTo>
                  <a:pt x="1463992" y="340995"/>
                </a:lnTo>
                <a:cubicBezTo>
                  <a:pt x="1465897" y="342900"/>
                  <a:pt x="1468755" y="344805"/>
                  <a:pt x="1470660" y="345757"/>
                </a:cubicBezTo>
                <a:cubicBezTo>
                  <a:pt x="1472565" y="346710"/>
                  <a:pt x="1475422" y="347662"/>
                  <a:pt x="1479232" y="347662"/>
                </a:cubicBezTo>
                <a:cubicBezTo>
                  <a:pt x="1481137" y="347662"/>
                  <a:pt x="1483995" y="346710"/>
                  <a:pt x="1486852" y="344805"/>
                </a:cubicBezTo>
                <a:cubicBezTo>
                  <a:pt x="1489710" y="342900"/>
                  <a:pt x="1492567" y="341947"/>
                  <a:pt x="1494472" y="340042"/>
                </a:cubicBezTo>
                <a:lnTo>
                  <a:pt x="1499235" y="344805"/>
                </a:lnTo>
                <a:lnTo>
                  <a:pt x="1464945" y="381952"/>
                </a:lnTo>
                <a:lnTo>
                  <a:pt x="1460182" y="377190"/>
                </a:lnTo>
                <a:cubicBezTo>
                  <a:pt x="1461135" y="375285"/>
                  <a:pt x="1463040" y="372427"/>
                  <a:pt x="1463992" y="368617"/>
                </a:cubicBezTo>
                <a:cubicBezTo>
                  <a:pt x="1465897" y="364807"/>
                  <a:pt x="1465897" y="361950"/>
                  <a:pt x="1465897" y="360045"/>
                </a:cubicBezTo>
                <a:cubicBezTo>
                  <a:pt x="1465897" y="357187"/>
                  <a:pt x="1464945" y="354330"/>
                  <a:pt x="1463992" y="352425"/>
                </a:cubicBezTo>
                <a:cubicBezTo>
                  <a:pt x="1463040" y="350520"/>
                  <a:pt x="1461135" y="347662"/>
                  <a:pt x="1458277" y="345757"/>
                </a:cubicBezTo>
                <a:lnTo>
                  <a:pt x="1448752" y="337185"/>
                </a:lnTo>
                <a:lnTo>
                  <a:pt x="1424940" y="362902"/>
                </a:lnTo>
                <a:cubicBezTo>
                  <a:pt x="1422082" y="365760"/>
                  <a:pt x="1421130" y="367665"/>
                  <a:pt x="1419225" y="369570"/>
                </a:cubicBezTo>
                <a:cubicBezTo>
                  <a:pt x="1418272" y="371475"/>
                  <a:pt x="1418272" y="373380"/>
                  <a:pt x="1418272" y="375285"/>
                </a:cubicBezTo>
                <a:cubicBezTo>
                  <a:pt x="1418272" y="377190"/>
                  <a:pt x="1419225" y="379095"/>
                  <a:pt x="1421130" y="381000"/>
                </a:cubicBezTo>
                <a:cubicBezTo>
                  <a:pt x="1423035" y="382905"/>
                  <a:pt x="1424940" y="385762"/>
                  <a:pt x="1428750" y="388620"/>
                </a:cubicBezTo>
                <a:cubicBezTo>
                  <a:pt x="1430655" y="389572"/>
                  <a:pt x="1431607" y="391477"/>
                  <a:pt x="1434465" y="393382"/>
                </a:cubicBezTo>
                <a:cubicBezTo>
                  <a:pt x="1436370" y="395287"/>
                  <a:pt x="1438275" y="396240"/>
                  <a:pt x="1440180" y="398145"/>
                </a:cubicBezTo>
                <a:cubicBezTo>
                  <a:pt x="1442085" y="400050"/>
                  <a:pt x="1443990" y="401002"/>
                  <a:pt x="1445895" y="401955"/>
                </a:cubicBezTo>
                <a:cubicBezTo>
                  <a:pt x="1447800" y="402907"/>
                  <a:pt x="1449705" y="402907"/>
                  <a:pt x="1450657" y="402907"/>
                </a:cubicBezTo>
                <a:cubicBezTo>
                  <a:pt x="1454467" y="402907"/>
                  <a:pt x="1459230" y="401955"/>
                  <a:pt x="1465897" y="400050"/>
                </a:cubicBezTo>
                <a:cubicBezTo>
                  <a:pt x="1472565" y="398145"/>
                  <a:pt x="1477327" y="396240"/>
                  <a:pt x="1479232" y="395287"/>
                </a:cubicBezTo>
                <a:lnTo>
                  <a:pt x="1483995" y="399097"/>
                </a:lnTo>
                <a:lnTo>
                  <a:pt x="1456372" y="425767"/>
                </a:lnTo>
                <a:lnTo>
                  <a:pt x="1371600" y="348615"/>
                </a:lnTo>
                <a:lnTo>
                  <a:pt x="1376362" y="343852"/>
                </a:lnTo>
                <a:cubicBezTo>
                  <a:pt x="1377315" y="344805"/>
                  <a:pt x="1379220" y="345757"/>
                  <a:pt x="1382077" y="347662"/>
                </a:cubicBezTo>
                <a:cubicBezTo>
                  <a:pt x="1383982" y="349567"/>
                  <a:pt x="1385887" y="350520"/>
                  <a:pt x="1386840" y="350520"/>
                </a:cubicBezTo>
                <a:cubicBezTo>
                  <a:pt x="1388745" y="351472"/>
                  <a:pt x="1390650" y="351472"/>
                  <a:pt x="1392555" y="351472"/>
                </a:cubicBezTo>
                <a:cubicBezTo>
                  <a:pt x="1394460" y="350520"/>
                  <a:pt x="1395412" y="349567"/>
                  <a:pt x="1397317" y="348615"/>
                </a:cubicBezTo>
                <a:lnTo>
                  <a:pt x="1455420" y="284797"/>
                </a:lnTo>
                <a:cubicBezTo>
                  <a:pt x="1456372" y="282892"/>
                  <a:pt x="1457325" y="281940"/>
                  <a:pt x="1458277" y="280035"/>
                </a:cubicBezTo>
                <a:cubicBezTo>
                  <a:pt x="1459230" y="278130"/>
                  <a:pt x="1458277" y="276225"/>
                  <a:pt x="1457325" y="274320"/>
                </a:cubicBezTo>
                <a:cubicBezTo>
                  <a:pt x="1456372" y="272415"/>
                  <a:pt x="1455420" y="271462"/>
                  <a:pt x="1453515" y="268605"/>
                </a:cubicBezTo>
                <a:cubicBezTo>
                  <a:pt x="1451610" y="266700"/>
                  <a:pt x="1450657" y="264795"/>
                  <a:pt x="1449705" y="263842"/>
                </a:cubicBezTo>
                <a:close/>
                <a:moveTo>
                  <a:pt x="925830" y="241935"/>
                </a:moveTo>
                <a:cubicBezTo>
                  <a:pt x="1018222" y="241935"/>
                  <a:pt x="1107757" y="259080"/>
                  <a:pt x="1192530" y="295275"/>
                </a:cubicBezTo>
                <a:cubicBezTo>
                  <a:pt x="1273492" y="329565"/>
                  <a:pt x="1346835" y="379095"/>
                  <a:pt x="1409700" y="441960"/>
                </a:cubicBezTo>
                <a:cubicBezTo>
                  <a:pt x="1472565" y="504825"/>
                  <a:pt x="1522095" y="577215"/>
                  <a:pt x="1556385" y="659130"/>
                </a:cubicBezTo>
                <a:cubicBezTo>
                  <a:pt x="1592580" y="743902"/>
                  <a:pt x="1610677" y="833437"/>
                  <a:pt x="1610677" y="925830"/>
                </a:cubicBezTo>
                <a:cubicBezTo>
                  <a:pt x="1610677" y="1018222"/>
                  <a:pt x="1591627" y="1107757"/>
                  <a:pt x="1556385" y="1192530"/>
                </a:cubicBezTo>
                <a:cubicBezTo>
                  <a:pt x="1522095" y="1273492"/>
                  <a:pt x="1472565" y="1346835"/>
                  <a:pt x="1409700" y="1409700"/>
                </a:cubicBezTo>
                <a:cubicBezTo>
                  <a:pt x="1346835" y="1472565"/>
                  <a:pt x="1274445" y="1522095"/>
                  <a:pt x="1192530" y="1556385"/>
                </a:cubicBezTo>
                <a:cubicBezTo>
                  <a:pt x="1107757" y="1592580"/>
                  <a:pt x="1018222" y="1610677"/>
                  <a:pt x="925830" y="1610677"/>
                </a:cubicBezTo>
                <a:cubicBezTo>
                  <a:pt x="833437" y="1610677"/>
                  <a:pt x="743902" y="1592580"/>
                  <a:pt x="659130" y="1556385"/>
                </a:cubicBezTo>
                <a:cubicBezTo>
                  <a:pt x="578167" y="1522095"/>
                  <a:pt x="504825" y="1472565"/>
                  <a:pt x="441960" y="1409700"/>
                </a:cubicBezTo>
                <a:cubicBezTo>
                  <a:pt x="379095" y="1346835"/>
                  <a:pt x="329565" y="1274445"/>
                  <a:pt x="295275" y="1192530"/>
                </a:cubicBezTo>
                <a:cubicBezTo>
                  <a:pt x="260032" y="1107757"/>
                  <a:pt x="241935" y="1018222"/>
                  <a:pt x="241935" y="925830"/>
                </a:cubicBezTo>
                <a:cubicBezTo>
                  <a:pt x="241935" y="833437"/>
                  <a:pt x="260032" y="743902"/>
                  <a:pt x="295275" y="659130"/>
                </a:cubicBezTo>
                <a:cubicBezTo>
                  <a:pt x="329565" y="577215"/>
                  <a:pt x="379095" y="504825"/>
                  <a:pt x="441960" y="441960"/>
                </a:cubicBezTo>
                <a:cubicBezTo>
                  <a:pt x="504825" y="379095"/>
                  <a:pt x="577215" y="329565"/>
                  <a:pt x="659130" y="295275"/>
                </a:cubicBezTo>
                <a:cubicBezTo>
                  <a:pt x="743902" y="259080"/>
                  <a:pt x="833437" y="241935"/>
                  <a:pt x="925830" y="241935"/>
                </a:cubicBezTo>
                <a:close/>
                <a:moveTo>
                  <a:pt x="435292" y="233363"/>
                </a:moveTo>
                <a:lnTo>
                  <a:pt x="463867" y="267653"/>
                </a:lnTo>
                <a:lnTo>
                  <a:pt x="458152" y="272415"/>
                </a:lnTo>
                <a:cubicBezTo>
                  <a:pt x="446722" y="264795"/>
                  <a:pt x="436245" y="260033"/>
                  <a:pt x="427672" y="259080"/>
                </a:cubicBezTo>
                <a:cubicBezTo>
                  <a:pt x="419100" y="258128"/>
                  <a:pt x="410527" y="260033"/>
                  <a:pt x="403860" y="265748"/>
                </a:cubicBezTo>
                <a:cubicBezTo>
                  <a:pt x="395287" y="272415"/>
                  <a:pt x="391477" y="281940"/>
                  <a:pt x="393382" y="293370"/>
                </a:cubicBezTo>
                <a:cubicBezTo>
                  <a:pt x="394335" y="304800"/>
                  <a:pt x="401002" y="317183"/>
                  <a:pt x="411480" y="329565"/>
                </a:cubicBezTo>
                <a:cubicBezTo>
                  <a:pt x="422910" y="343853"/>
                  <a:pt x="433387" y="352425"/>
                  <a:pt x="444817" y="357188"/>
                </a:cubicBezTo>
                <a:cubicBezTo>
                  <a:pt x="455295" y="360998"/>
                  <a:pt x="465772" y="360045"/>
                  <a:pt x="473392" y="353378"/>
                </a:cubicBezTo>
                <a:cubicBezTo>
                  <a:pt x="477202" y="350520"/>
                  <a:pt x="480060" y="346710"/>
                  <a:pt x="481965" y="342900"/>
                </a:cubicBezTo>
                <a:cubicBezTo>
                  <a:pt x="483870" y="339090"/>
                  <a:pt x="484822" y="336233"/>
                  <a:pt x="485775" y="333375"/>
                </a:cubicBezTo>
                <a:lnTo>
                  <a:pt x="470535" y="314325"/>
                </a:lnTo>
                <a:cubicBezTo>
                  <a:pt x="469582" y="312420"/>
                  <a:pt x="467677" y="311468"/>
                  <a:pt x="466725" y="311468"/>
                </a:cubicBezTo>
                <a:cubicBezTo>
                  <a:pt x="464820" y="310515"/>
                  <a:pt x="462915" y="310515"/>
                  <a:pt x="461010" y="311468"/>
                </a:cubicBezTo>
                <a:cubicBezTo>
                  <a:pt x="459105" y="312420"/>
                  <a:pt x="457200" y="312420"/>
                  <a:pt x="454342" y="314325"/>
                </a:cubicBezTo>
                <a:cubicBezTo>
                  <a:pt x="452437" y="315278"/>
                  <a:pt x="449580" y="316230"/>
                  <a:pt x="448627" y="317183"/>
                </a:cubicBezTo>
                <a:lnTo>
                  <a:pt x="444817" y="312420"/>
                </a:lnTo>
                <a:lnTo>
                  <a:pt x="494347" y="272415"/>
                </a:lnTo>
                <a:lnTo>
                  <a:pt x="495300" y="276225"/>
                </a:lnTo>
                <a:cubicBezTo>
                  <a:pt x="494347" y="277178"/>
                  <a:pt x="493395" y="279083"/>
                  <a:pt x="492442" y="280035"/>
                </a:cubicBezTo>
                <a:cubicBezTo>
                  <a:pt x="491490" y="280988"/>
                  <a:pt x="490537" y="282893"/>
                  <a:pt x="489585" y="283845"/>
                </a:cubicBezTo>
                <a:cubicBezTo>
                  <a:pt x="488632" y="285750"/>
                  <a:pt x="487680" y="287655"/>
                  <a:pt x="488632" y="289560"/>
                </a:cubicBezTo>
                <a:cubicBezTo>
                  <a:pt x="489585" y="291465"/>
                  <a:pt x="489585" y="293370"/>
                  <a:pt x="491490" y="294323"/>
                </a:cubicBezTo>
                <a:lnTo>
                  <a:pt x="500062" y="305753"/>
                </a:lnTo>
                <a:cubicBezTo>
                  <a:pt x="501967" y="307658"/>
                  <a:pt x="502920" y="309563"/>
                  <a:pt x="504825" y="311468"/>
                </a:cubicBezTo>
                <a:cubicBezTo>
                  <a:pt x="505777" y="312420"/>
                  <a:pt x="507682" y="314325"/>
                  <a:pt x="508635" y="316230"/>
                </a:cubicBezTo>
                <a:cubicBezTo>
                  <a:pt x="506730" y="322898"/>
                  <a:pt x="501967" y="330518"/>
                  <a:pt x="495300" y="340043"/>
                </a:cubicBezTo>
                <a:cubicBezTo>
                  <a:pt x="488632" y="349568"/>
                  <a:pt x="481012" y="357188"/>
                  <a:pt x="474345" y="362903"/>
                </a:cubicBezTo>
                <a:cubicBezTo>
                  <a:pt x="467677" y="368618"/>
                  <a:pt x="460057" y="372428"/>
                  <a:pt x="452437" y="375285"/>
                </a:cubicBezTo>
                <a:cubicBezTo>
                  <a:pt x="444817" y="378143"/>
                  <a:pt x="437197" y="379095"/>
                  <a:pt x="428625" y="378143"/>
                </a:cubicBezTo>
                <a:cubicBezTo>
                  <a:pt x="421005" y="377190"/>
                  <a:pt x="413385" y="375285"/>
                  <a:pt x="405765" y="371475"/>
                </a:cubicBezTo>
                <a:cubicBezTo>
                  <a:pt x="398145" y="367665"/>
                  <a:pt x="391477" y="361950"/>
                  <a:pt x="384810" y="353378"/>
                </a:cubicBezTo>
                <a:cubicBezTo>
                  <a:pt x="379095" y="345758"/>
                  <a:pt x="374332" y="338138"/>
                  <a:pt x="372427" y="329565"/>
                </a:cubicBezTo>
                <a:cubicBezTo>
                  <a:pt x="369570" y="320993"/>
                  <a:pt x="368617" y="313373"/>
                  <a:pt x="369570" y="304800"/>
                </a:cubicBezTo>
                <a:cubicBezTo>
                  <a:pt x="370522" y="296228"/>
                  <a:pt x="373380" y="288608"/>
                  <a:pt x="378142" y="280988"/>
                </a:cubicBezTo>
                <a:cubicBezTo>
                  <a:pt x="382905" y="273368"/>
                  <a:pt x="388620" y="266700"/>
                  <a:pt x="397192" y="260033"/>
                </a:cubicBezTo>
                <a:cubicBezTo>
                  <a:pt x="402907" y="255270"/>
                  <a:pt x="408622" y="252413"/>
                  <a:pt x="413385" y="249555"/>
                </a:cubicBezTo>
                <a:cubicBezTo>
                  <a:pt x="419100" y="246698"/>
                  <a:pt x="423862" y="245745"/>
                  <a:pt x="428625" y="244793"/>
                </a:cubicBezTo>
                <a:lnTo>
                  <a:pt x="429577" y="238125"/>
                </a:lnTo>
                <a:close/>
                <a:moveTo>
                  <a:pt x="1258252" y="140970"/>
                </a:moveTo>
                <a:lnTo>
                  <a:pt x="1316355" y="172402"/>
                </a:lnTo>
                <a:lnTo>
                  <a:pt x="1313497" y="178117"/>
                </a:lnTo>
                <a:cubicBezTo>
                  <a:pt x="1307782" y="176212"/>
                  <a:pt x="1303020" y="174307"/>
                  <a:pt x="1301115" y="174307"/>
                </a:cubicBezTo>
                <a:cubicBezTo>
                  <a:pt x="1298257" y="174307"/>
                  <a:pt x="1297305" y="174307"/>
                  <a:pt x="1296352" y="175260"/>
                </a:cubicBezTo>
                <a:cubicBezTo>
                  <a:pt x="1296352" y="176212"/>
                  <a:pt x="1296352" y="176212"/>
                  <a:pt x="1295400" y="177165"/>
                </a:cubicBezTo>
                <a:cubicBezTo>
                  <a:pt x="1295400" y="178117"/>
                  <a:pt x="1295400" y="179070"/>
                  <a:pt x="1294447" y="180022"/>
                </a:cubicBezTo>
                <a:cubicBezTo>
                  <a:pt x="1293495" y="185737"/>
                  <a:pt x="1292542" y="194310"/>
                  <a:pt x="1291590" y="206692"/>
                </a:cubicBezTo>
                <a:cubicBezTo>
                  <a:pt x="1290637" y="219075"/>
                  <a:pt x="1288732" y="238125"/>
                  <a:pt x="1285875" y="263842"/>
                </a:cubicBezTo>
                <a:cubicBezTo>
                  <a:pt x="1298257" y="253365"/>
                  <a:pt x="1307782" y="245745"/>
                  <a:pt x="1316355" y="238125"/>
                </a:cubicBezTo>
                <a:cubicBezTo>
                  <a:pt x="1323975" y="231457"/>
                  <a:pt x="1331595" y="224790"/>
                  <a:pt x="1337310" y="220027"/>
                </a:cubicBezTo>
                <a:cubicBezTo>
                  <a:pt x="1340167" y="217170"/>
                  <a:pt x="1343025" y="215265"/>
                  <a:pt x="1344930" y="212407"/>
                </a:cubicBezTo>
                <a:cubicBezTo>
                  <a:pt x="1346835" y="210502"/>
                  <a:pt x="1348740" y="208597"/>
                  <a:pt x="1349692" y="206692"/>
                </a:cubicBezTo>
                <a:cubicBezTo>
                  <a:pt x="1350645" y="204787"/>
                  <a:pt x="1349692" y="202882"/>
                  <a:pt x="1347787" y="200977"/>
                </a:cubicBezTo>
                <a:cubicBezTo>
                  <a:pt x="1345882" y="199072"/>
                  <a:pt x="1342072" y="195262"/>
                  <a:pt x="1336357" y="191452"/>
                </a:cubicBezTo>
                <a:lnTo>
                  <a:pt x="1339215" y="185737"/>
                </a:lnTo>
                <a:lnTo>
                  <a:pt x="1383030" y="208597"/>
                </a:lnTo>
                <a:lnTo>
                  <a:pt x="1381125" y="214312"/>
                </a:lnTo>
                <a:cubicBezTo>
                  <a:pt x="1379220" y="213360"/>
                  <a:pt x="1377315" y="213360"/>
                  <a:pt x="1375410" y="212407"/>
                </a:cubicBezTo>
                <a:cubicBezTo>
                  <a:pt x="1373505" y="212407"/>
                  <a:pt x="1371600" y="211455"/>
                  <a:pt x="1369695" y="212407"/>
                </a:cubicBezTo>
                <a:cubicBezTo>
                  <a:pt x="1366837" y="212407"/>
                  <a:pt x="1364932" y="213360"/>
                  <a:pt x="1362075" y="213360"/>
                </a:cubicBezTo>
                <a:cubicBezTo>
                  <a:pt x="1360170" y="214312"/>
                  <a:pt x="1358265" y="215265"/>
                  <a:pt x="1355407" y="217170"/>
                </a:cubicBezTo>
                <a:cubicBezTo>
                  <a:pt x="1351597" y="220027"/>
                  <a:pt x="1346835" y="223837"/>
                  <a:pt x="1341120" y="228600"/>
                </a:cubicBezTo>
                <a:cubicBezTo>
                  <a:pt x="1334452" y="233362"/>
                  <a:pt x="1327785" y="239077"/>
                  <a:pt x="1319212" y="246697"/>
                </a:cubicBezTo>
                <a:cubicBezTo>
                  <a:pt x="1311592" y="252412"/>
                  <a:pt x="1303972" y="259080"/>
                  <a:pt x="1295400" y="266700"/>
                </a:cubicBezTo>
                <a:cubicBezTo>
                  <a:pt x="1286827" y="273367"/>
                  <a:pt x="1278255" y="280987"/>
                  <a:pt x="1270635" y="287655"/>
                </a:cubicBezTo>
                <a:lnTo>
                  <a:pt x="1255395" y="280035"/>
                </a:lnTo>
                <a:cubicBezTo>
                  <a:pt x="1257300" y="259080"/>
                  <a:pt x="1259205" y="237172"/>
                  <a:pt x="1262062" y="215265"/>
                </a:cubicBezTo>
                <a:cubicBezTo>
                  <a:pt x="1263967" y="193357"/>
                  <a:pt x="1265872" y="178117"/>
                  <a:pt x="1266825" y="169545"/>
                </a:cubicBezTo>
                <a:cubicBezTo>
                  <a:pt x="1266825" y="166687"/>
                  <a:pt x="1266825" y="163830"/>
                  <a:pt x="1266825" y="161925"/>
                </a:cubicBezTo>
                <a:cubicBezTo>
                  <a:pt x="1266825" y="160020"/>
                  <a:pt x="1265872" y="158115"/>
                  <a:pt x="1263967" y="155257"/>
                </a:cubicBezTo>
                <a:cubicBezTo>
                  <a:pt x="1263015" y="153352"/>
                  <a:pt x="1262062" y="152400"/>
                  <a:pt x="1260157" y="150495"/>
                </a:cubicBezTo>
                <a:cubicBezTo>
                  <a:pt x="1259205" y="149542"/>
                  <a:pt x="1257300" y="148590"/>
                  <a:pt x="1255395" y="146685"/>
                </a:cubicBezTo>
                <a:close/>
                <a:moveTo>
                  <a:pt x="1105853" y="95250"/>
                </a:moveTo>
                <a:lnTo>
                  <a:pt x="1171575" y="112395"/>
                </a:lnTo>
                <a:lnTo>
                  <a:pt x="1169670" y="119062"/>
                </a:lnTo>
                <a:cubicBezTo>
                  <a:pt x="1167765" y="119062"/>
                  <a:pt x="1165860" y="118110"/>
                  <a:pt x="1163003" y="118110"/>
                </a:cubicBezTo>
                <a:cubicBezTo>
                  <a:pt x="1160145" y="118110"/>
                  <a:pt x="1158240" y="118110"/>
                  <a:pt x="1156335" y="118110"/>
                </a:cubicBezTo>
                <a:cubicBezTo>
                  <a:pt x="1154430" y="118110"/>
                  <a:pt x="1152525" y="119062"/>
                  <a:pt x="1151573" y="120015"/>
                </a:cubicBezTo>
                <a:cubicBezTo>
                  <a:pt x="1150620" y="120967"/>
                  <a:pt x="1149668" y="122872"/>
                  <a:pt x="1148715" y="124777"/>
                </a:cubicBezTo>
                <a:lnTo>
                  <a:pt x="1126808" y="208597"/>
                </a:lnTo>
                <a:cubicBezTo>
                  <a:pt x="1125855" y="210502"/>
                  <a:pt x="1125855" y="212407"/>
                  <a:pt x="1126808" y="214312"/>
                </a:cubicBezTo>
                <a:cubicBezTo>
                  <a:pt x="1126808" y="216217"/>
                  <a:pt x="1128713" y="217170"/>
                  <a:pt x="1130618" y="219075"/>
                </a:cubicBezTo>
                <a:cubicBezTo>
                  <a:pt x="1131570" y="220027"/>
                  <a:pt x="1133475" y="220980"/>
                  <a:pt x="1136333" y="221932"/>
                </a:cubicBezTo>
                <a:cubicBezTo>
                  <a:pt x="1139190" y="222885"/>
                  <a:pt x="1141095" y="223837"/>
                  <a:pt x="1143000" y="224790"/>
                </a:cubicBezTo>
                <a:lnTo>
                  <a:pt x="1141095" y="230505"/>
                </a:lnTo>
                <a:lnTo>
                  <a:pt x="1075373" y="213360"/>
                </a:lnTo>
                <a:lnTo>
                  <a:pt x="1077278" y="206692"/>
                </a:lnTo>
                <a:cubicBezTo>
                  <a:pt x="1079183" y="206692"/>
                  <a:pt x="1081088" y="207645"/>
                  <a:pt x="1083945" y="207645"/>
                </a:cubicBezTo>
                <a:cubicBezTo>
                  <a:pt x="1086803" y="208597"/>
                  <a:pt x="1088708" y="208597"/>
                  <a:pt x="1090613" y="208597"/>
                </a:cubicBezTo>
                <a:cubicBezTo>
                  <a:pt x="1092518" y="208597"/>
                  <a:pt x="1094423" y="207645"/>
                  <a:pt x="1095375" y="206692"/>
                </a:cubicBezTo>
                <a:cubicBezTo>
                  <a:pt x="1096328" y="205740"/>
                  <a:pt x="1097280" y="203835"/>
                  <a:pt x="1098233" y="201930"/>
                </a:cubicBezTo>
                <a:lnTo>
                  <a:pt x="1120140" y="118110"/>
                </a:lnTo>
                <a:cubicBezTo>
                  <a:pt x="1120140" y="116205"/>
                  <a:pt x="1121093" y="114300"/>
                  <a:pt x="1120140" y="112395"/>
                </a:cubicBezTo>
                <a:cubicBezTo>
                  <a:pt x="1120140" y="110490"/>
                  <a:pt x="1118235" y="109537"/>
                  <a:pt x="1116330" y="107632"/>
                </a:cubicBezTo>
                <a:cubicBezTo>
                  <a:pt x="1115378" y="106680"/>
                  <a:pt x="1113473" y="105727"/>
                  <a:pt x="1110615" y="104775"/>
                </a:cubicBezTo>
                <a:cubicBezTo>
                  <a:pt x="1107758" y="103822"/>
                  <a:pt x="1105853" y="102870"/>
                  <a:pt x="1103948" y="101917"/>
                </a:cubicBezTo>
                <a:close/>
                <a:moveTo>
                  <a:pt x="777240" y="88583"/>
                </a:moveTo>
                <a:lnTo>
                  <a:pt x="779145" y="93345"/>
                </a:lnTo>
                <a:cubicBezTo>
                  <a:pt x="777240" y="94298"/>
                  <a:pt x="775335" y="95250"/>
                  <a:pt x="772477" y="96203"/>
                </a:cubicBezTo>
                <a:cubicBezTo>
                  <a:pt x="769620" y="97155"/>
                  <a:pt x="767715" y="99060"/>
                  <a:pt x="765810" y="100965"/>
                </a:cubicBezTo>
                <a:cubicBezTo>
                  <a:pt x="763905" y="102870"/>
                  <a:pt x="762952" y="105728"/>
                  <a:pt x="762952" y="109538"/>
                </a:cubicBezTo>
                <a:cubicBezTo>
                  <a:pt x="762952" y="113348"/>
                  <a:pt x="763905" y="119063"/>
                  <a:pt x="765810" y="125730"/>
                </a:cubicBezTo>
                <a:lnTo>
                  <a:pt x="777240" y="169545"/>
                </a:lnTo>
                <a:cubicBezTo>
                  <a:pt x="781050" y="182880"/>
                  <a:pt x="779145" y="194310"/>
                  <a:pt x="772477" y="203835"/>
                </a:cubicBezTo>
                <a:cubicBezTo>
                  <a:pt x="765810" y="214313"/>
                  <a:pt x="755332" y="220980"/>
                  <a:pt x="741045" y="224790"/>
                </a:cubicBezTo>
                <a:cubicBezTo>
                  <a:pt x="723900" y="229553"/>
                  <a:pt x="710565" y="228600"/>
                  <a:pt x="699135" y="223838"/>
                </a:cubicBezTo>
                <a:cubicBezTo>
                  <a:pt x="687705" y="219075"/>
                  <a:pt x="680085" y="209550"/>
                  <a:pt x="677227" y="196215"/>
                </a:cubicBezTo>
                <a:lnTo>
                  <a:pt x="661035" y="136208"/>
                </a:lnTo>
                <a:cubicBezTo>
                  <a:pt x="661035" y="134303"/>
                  <a:pt x="660082" y="132398"/>
                  <a:pt x="658177" y="131445"/>
                </a:cubicBezTo>
                <a:cubicBezTo>
                  <a:pt x="657225" y="130493"/>
                  <a:pt x="655320" y="129540"/>
                  <a:pt x="653415" y="128588"/>
                </a:cubicBezTo>
                <a:cubicBezTo>
                  <a:pt x="651510" y="128588"/>
                  <a:pt x="649605" y="128588"/>
                  <a:pt x="647700" y="128588"/>
                </a:cubicBezTo>
                <a:cubicBezTo>
                  <a:pt x="645795" y="128588"/>
                  <a:pt x="643890" y="128588"/>
                  <a:pt x="641985" y="129540"/>
                </a:cubicBezTo>
                <a:lnTo>
                  <a:pt x="640080" y="123825"/>
                </a:lnTo>
                <a:lnTo>
                  <a:pt x="701992" y="107633"/>
                </a:lnTo>
                <a:lnTo>
                  <a:pt x="703897" y="114300"/>
                </a:lnTo>
                <a:cubicBezTo>
                  <a:pt x="701992" y="115253"/>
                  <a:pt x="700087" y="115253"/>
                  <a:pt x="699135" y="116205"/>
                </a:cubicBezTo>
                <a:cubicBezTo>
                  <a:pt x="697230" y="117158"/>
                  <a:pt x="695325" y="118110"/>
                  <a:pt x="694372" y="119063"/>
                </a:cubicBezTo>
                <a:cubicBezTo>
                  <a:pt x="692467" y="120015"/>
                  <a:pt x="691515" y="121920"/>
                  <a:pt x="690562" y="123825"/>
                </a:cubicBezTo>
                <a:cubicBezTo>
                  <a:pt x="690562" y="125730"/>
                  <a:pt x="690562" y="127635"/>
                  <a:pt x="690562" y="129540"/>
                </a:cubicBezTo>
                <a:lnTo>
                  <a:pt x="706755" y="188595"/>
                </a:lnTo>
                <a:cubicBezTo>
                  <a:pt x="709612" y="200025"/>
                  <a:pt x="714375" y="208598"/>
                  <a:pt x="721042" y="212408"/>
                </a:cubicBezTo>
                <a:cubicBezTo>
                  <a:pt x="727710" y="216218"/>
                  <a:pt x="736282" y="217170"/>
                  <a:pt x="745807" y="214313"/>
                </a:cubicBezTo>
                <a:cubicBezTo>
                  <a:pt x="755332" y="211455"/>
                  <a:pt x="762000" y="206693"/>
                  <a:pt x="765810" y="199073"/>
                </a:cubicBezTo>
                <a:cubicBezTo>
                  <a:pt x="769620" y="191453"/>
                  <a:pt x="770572" y="181928"/>
                  <a:pt x="766762" y="171450"/>
                </a:cubicBezTo>
                <a:lnTo>
                  <a:pt x="756285" y="131445"/>
                </a:lnTo>
                <a:cubicBezTo>
                  <a:pt x="754380" y="124778"/>
                  <a:pt x="752475" y="119063"/>
                  <a:pt x="750570" y="116205"/>
                </a:cubicBezTo>
                <a:cubicBezTo>
                  <a:pt x="748665" y="113348"/>
                  <a:pt x="746760" y="110490"/>
                  <a:pt x="743902" y="109538"/>
                </a:cubicBezTo>
                <a:cubicBezTo>
                  <a:pt x="741997" y="108585"/>
                  <a:pt x="739140" y="108585"/>
                  <a:pt x="735330" y="108585"/>
                </a:cubicBezTo>
                <a:cubicBezTo>
                  <a:pt x="731520" y="108585"/>
                  <a:pt x="728662" y="108585"/>
                  <a:pt x="727710" y="108585"/>
                </a:cubicBezTo>
                <a:lnTo>
                  <a:pt x="725805" y="101918"/>
                </a:lnTo>
                <a:close/>
                <a:moveTo>
                  <a:pt x="867728" y="76200"/>
                </a:moveTo>
                <a:lnTo>
                  <a:pt x="913448" y="77152"/>
                </a:lnTo>
                <a:lnTo>
                  <a:pt x="979170" y="160972"/>
                </a:lnTo>
                <a:lnTo>
                  <a:pt x="980123" y="114300"/>
                </a:lnTo>
                <a:cubicBezTo>
                  <a:pt x="980123" y="106680"/>
                  <a:pt x="980123" y="101917"/>
                  <a:pt x="979170" y="98107"/>
                </a:cubicBezTo>
                <a:cubicBezTo>
                  <a:pt x="978218" y="94297"/>
                  <a:pt x="976313" y="91440"/>
                  <a:pt x="974408" y="90487"/>
                </a:cubicBezTo>
                <a:cubicBezTo>
                  <a:pt x="972503" y="89535"/>
                  <a:pt x="970598" y="87630"/>
                  <a:pt x="966788" y="86677"/>
                </a:cubicBezTo>
                <a:cubicBezTo>
                  <a:pt x="963930" y="85725"/>
                  <a:pt x="961073" y="84772"/>
                  <a:pt x="959168" y="84772"/>
                </a:cubicBezTo>
                <a:lnTo>
                  <a:pt x="959168" y="78105"/>
                </a:lnTo>
                <a:lnTo>
                  <a:pt x="1011555" y="79057"/>
                </a:lnTo>
                <a:lnTo>
                  <a:pt x="1009650" y="84772"/>
                </a:lnTo>
                <a:cubicBezTo>
                  <a:pt x="1007745" y="84772"/>
                  <a:pt x="1005840" y="84772"/>
                  <a:pt x="1002983" y="85725"/>
                </a:cubicBezTo>
                <a:cubicBezTo>
                  <a:pt x="1000125" y="85725"/>
                  <a:pt x="997268" y="87630"/>
                  <a:pt x="995363" y="88582"/>
                </a:cubicBezTo>
                <a:cubicBezTo>
                  <a:pt x="993458" y="90487"/>
                  <a:pt x="991553" y="92392"/>
                  <a:pt x="990600" y="96202"/>
                </a:cubicBezTo>
                <a:cubicBezTo>
                  <a:pt x="989648" y="100012"/>
                  <a:pt x="988695" y="105727"/>
                  <a:pt x="988695" y="112395"/>
                </a:cubicBezTo>
                <a:lnTo>
                  <a:pt x="987743" y="200025"/>
                </a:lnTo>
                <a:lnTo>
                  <a:pt x="972503" y="200025"/>
                </a:lnTo>
                <a:lnTo>
                  <a:pt x="898208" y="104775"/>
                </a:lnTo>
                <a:lnTo>
                  <a:pt x="897255" y="161925"/>
                </a:lnTo>
                <a:cubicBezTo>
                  <a:pt x="897255" y="168592"/>
                  <a:pt x="897255" y="174307"/>
                  <a:pt x="898208" y="178117"/>
                </a:cubicBezTo>
                <a:cubicBezTo>
                  <a:pt x="899160" y="181927"/>
                  <a:pt x="901065" y="184785"/>
                  <a:pt x="902970" y="186690"/>
                </a:cubicBezTo>
                <a:cubicBezTo>
                  <a:pt x="904875" y="187642"/>
                  <a:pt x="906780" y="189547"/>
                  <a:pt x="910590" y="190500"/>
                </a:cubicBezTo>
                <a:cubicBezTo>
                  <a:pt x="913448" y="191452"/>
                  <a:pt x="916305" y="192405"/>
                  <a:pt x="918210" y="192405"/>
                </a:cubicBezTo>
                <a:lnTo>
                  <a:pt x="918210" y="199072"/>
                </a:lnTo>
                <a:lnTo>
                  <a:pt x="865823" y="198120"/>
                </a:lnTo>
                <a:lnTo>
                  <a:pt x="865823" y="191452"/>
                </a:lnTo>
                <a:cubicBezTo>
                  <a:pt x="867728" y="191452"/>
                  <a:pt x="870585" y="190500"/>
                  <a:pt x="873443" y="190500"/>
                </a:cubicBezTo>
                <a:cubicBezTo>
                  <a:pt x="876300" y="189547"/>
                  <a:pt x="879158" y="188595"/>
                  <a:pt x="881063" y="187642"/>
                </a:cubicBezTo>
                <a:cubicBezTo>
                  <a:pt x="882968" y="185737"/>
                  <a:pt x="884873" y="183832"/>
                  <a:pt x="885825" y="180022"/>
                </a:cubicBezTo>
                <a:cubicBezTo>
                  <a:pt x="886778" y="177165"/>
                  <a:pt x="886778" y="171450"/>
                  <a:pt x="886778" y="162877"/>
                </a:cubicBezTo>
                <a:lnTo>
                  <a:pt x="887730" y="104775"/>
                </a:lnTo>
                <a:cubicBezTo>
                  <a:pt x="887730" y="101917"/>
                  <a:pt x="887730" y="99060"/>
                  <a:pt x="886778" y="96202"/>
                </a:cubicBezTo>
                <a:cubicBezTo>
                  <a:pt x="885825" y="93345"/>
                  <a:pt x="884873" y="91440"/>
                  <a:pt x="882968" y="89535"/>
                </a:cubicBezTo>
                <a:cubicBezTo>
                  <a:pt x="881063" y="87630"/>
                  <a:pt x="879158" y="85725"/>
                  <a:pt x="876300" y="84772"/>
                </a:cubicBezTo>
                <a:cubicBezTo>
                  <a:pt x="873443" y="83820"/>
                  <a:pt x="870585" y="82867"/>
                  <a:pt x="867728" y="81915"/>
                </a:cubicBezTo>
                <a:close/>
                <a:moveTo>
                  <a:pt x="925830" y="29527"/>
                </a:moveTo>
                <a:cubicBezTo>
                  <a:pt x="804862" y="29527"/>
                  <a:pt x="687705" y="53340"/>
                  <a:pt x="577215" y="100012"/>
                </a:cubicBezTo>
                <a:cubicBezTo>
                  <a:pt x="470535" y="145732"/>
                  <a:pt x="374332" y="210502"/>
                  <a:pt x="292417" y="292417"/>
                </a:cubicBezTo>
                <a:cubicBezTo>
                  <a:pt x="210502" y="375285"/>
                  <a:pt x="145732" y="470535"/>
                  <a:pt x="100965" y="577215"/>
                </a:cubicBezTo>
                <a:cubicBezTo>
                  <a:pt x="54292" y="687705"/>
                  <a:pt x="30480" y="804862"/>
                  <a:pt x="30480" y="925830"/>
                </a:cubicBezTo>
                <a:cubicBezTo>
                  <a:pt x="30480" y="1046797"/>
                  <a:pt x="54292" y="1163955"/>
                  <a:pt x="100965" y="1274445"/>
                </a:cubicBezTo>
                <a:cubicBezTo>
                  <a:pt x="145732" y="1381125"/>
                  <a:pt x="210502" y="1477327"/>
                  <a:pt x="292417" y="1559242"/>
                </a:cubicBezTo>
                <a:cubicBezTo>
                  <a:pt x="375285" y="1641157"/>
                  <a:pt x="470535" y="1705927"/>
                  <a:pt x="577215" y="1750695"/>
                </a:cubicBezTo>
                <a:cubicBezTo>
                  <a:pt x="687705" y="1797367"/>
                  <a:pt x="804862" y="1821180"/>
                  <a:pt x="925830" y="1821180"/>
                </a:cubicBezTo>
                <a:cubicBezTo>
                  <a:pt x="1046797" y="1821180"/>
                  <a:pt x="1163955" y="1797367"/>
                  <a:pt x="1274445" y="1750695"/>
                </a:cubicBezTo>
                <a:cubicBezTo>
                  <a:pt x="1381125" y="1705927"/>
                  <a:pt x="1477327" y="1641157"/>
                  <a:pt x="1559242" y="1559242"/>
                </a:cubicBezTo>
                <a:cubicBezTo>
                  <a:pt x="1641157" y="1476375"/>
                  <a:pt x="1705927" y="1381125"/>
                  <a:pt x="1750695" y="1274445"/>
                </a:cubicBezTo>
                <a:cubicBezTo>
                  <a:pt x="1797367" y="1163955"/>
                  <a:pt x="1821180" y="1046797"/>
                  <a:pt x="1821180" y="925830"/>
                </a:cubicBezTo>
                <a:cubicBezTo>
                  <a:pt x="1821180" y="804862"/>
                  <a:pt x="1797367" y="687705"/>
                  <a:pt x="1750695" y="577215"/>
                </a:cubicBezTo>
                <a:cubicBezTo>
                  <a:pt x="1705927" y="470535"/>
                  <a:pt x="1641157" y="374332"/>
                  <a:pt x="1559242" y="292417"/>
                </a:cubicBezTo>
                <a:cubicBezTo>
                  <a:pt x="1476375" y="209550"/>
                  <a:pt x="1381125" y="144780"/>
                  <a:pt x="1274445" y="100012"/>
                </a:cubicBezTo>
                <a:cubicBezTo>
                  <a:pt x="1163955" y="53340"/>
                  <a:pt x="1046797" y="29527"/>
                  <a:pt x="925830" y="29527"/>
                </a:cubicBezTo>
                <a:close/>
                <a:moveTo>
                  <a:pt x="925830" y="0"/>
                </a:moveTo>
                <a:cubicBezTo>
                  <a:pt x="1050607" y="0"/>
                  <a:pt x="1171575" y="24765"/>
                  <a:pt x="1285875" y="72390"/>
                </a:cubicBezTo>
                <a:cubicBezTo>
                  <a:pt x="1396365" y="119062"/>
                  <a:pt x="1495425" y="185737"/>
                  <a:pt x="1579245" y="271462"/>
                </a:cubicBezTo>
                <a:cubicBezTo>
                  <a:pt x="1664017" y="356235"/>
                  <a:pt x="1730692" y="455295"/>
                  <a:pt x="1777365" y="565785"/>
                </a:cubicBezTo>
                <a:cubicBezTo>
                  <a:pt x="1824990" y="680085"/>
                  <a:pt x="1849755" y="801052"/>
                  <a:pt x="1849755" y="925830"/>
                </a:cubicBezTo>
                <a:cubicBezTo>
                  <a:pt x="1849755" y="1050607"/>
                  <a:pt x="1825942" y="1171575"/>
                  <a:pt x="1777365" y="1285875"/>
                </a:cubicBezTo>
                <a:cubicBezTo>
                  <a:pt x="1730692" y="1396365"/>
                  <a:pt x="1664017" y="1495425"/>
                  <a:pt x="1579245" y="1580197"/>
                </a:cubicBezTo>
                <a:cubicBezTo>
                  <a:pt x="1494472" y="1664970"/>
                  <a:pt x="1395412" y="1731645"/>
                  <a:pt x="1284922" y="1778317"/>
                </a:cubicBezTo>
                <a:cubicBezTo>
                  <a:pt x="1171575" y="1825942"/>
                  <a:pt x="1049655" y="1850707"/>
                  <a:pt x="924877" y="1850707"/>
                </a:cubicBezTo>
                <a:cubicBezTo>
                  <a:pt x="800100" y="1850707"/>
                  <a:pt x="679132" y="1826895"/>
                  <a:pt x="564832" y="1778317"/>
                </a:cubicBezTo>
                <a:cubicBezTo>
                  <a:pt x="454342" y="1731645"/>
                  <a:pt x="355282" y="1664970"/>
                  <a:pt x="270510" y="1580197"/>
                </a:cubicBezTo>
                <a:cubicBezTo>
                  <a:pt x="185737" y="1495425"/>
                  <a:pt x="119062" y="1396365"/>
                  <a:pt x="72390" y="1285875"/>
                </a:cubicBezTo>
                <a:cubicBezTo>
                  <a:pt x="24765" y="1171575"/>
                  <a:pt x="0" y="1050607"/>
                  <a:pt x="0" y="925830"/>
                </a:cubicBezTo>
                <a:cubicBezTo>
                  <a:pt x="0" y="801052"/>
                  <a:pt x="24765" y="679132"/>
                  <a:pt x="73342" y="564832"/>
                </a:cubicBezTo>
                <a:cubicBezTo>
                  <a:pt x="120015" y="454342"/>
                  <a:pt x="186690" y="355282"/>
                  <a:pt x="271462" y="270510"/>
                </a:cubicBezTo>
                <a:cubicBezTo>
                  <a:pt x="356235" y="185737"/>
                  <a:pt x="455295" y="119062"/>
                  <a:pt x="565785" y="72390"/>
                </a:cubicBezTo>
                <a:cubicBezTo>
                  <a:pt x="679132" y="24765"/>
                  <a:pt x="801052" y="0"/>
                  <a:pt x="925830" y="0"/>
                </a:cubicBezTo>
                <a:close/>
              </a:path>
            </a:pathLst>
          </a:custGeom>
          <a:solidFill>
            <a:schemeClr val="bg1">
              <a:alpha val="8000"/>
            </a:schemeClr>
          </a:solidFill>
          <a:ln w="9525"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cs typeface="Arial" panose="020B0604020202020204" pitchFamily="34" charset="0"/>
              <a:sym typeface="+mn-lt"/>
            </a:endParaRPr>
          </a:p>
        </p:txBody>
      </p:sp>
      <p:pic>
        <p:nvPicPr>
          <p:cNvPr id="13" name="picture_13" descr="picture_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19360" y="257810"/>
            <a:ext cx="1543685" cy="434975"/>
          </a:xfrm>
          <a:prstGeom prst="rect">
            <a:avLst/>
          </a:prstGeom>
        </p:spPr>
      </p:pic>
      <p:pic>
        <p:nvPicPr>
          <p:cNvPr id="20" name="picture_20" descr="picture_20"/>
          <p:cNvPicPr>
            <a:picLocks noChangeAspect="1"/>
          </p:cNvPicPr>
          <p:nvPr/>
        </p:nvPicPr>
        <p:blipFill>
          <a:blip r:embed="rId5">
            <a:alphaModFix amt="11000"/>
          </a:blip>
          <a:stretch>
            <a:fillRect/>
          </a:stretch>
        </p:blipFill>
        <p:spPr>
          <a:xfrm>
            <a:off x="-143510" y="240030"/>
            <a:ext cx="12335510" cy="1043305"/>
          </a:xfrm>
          <a:prstGeom prst="rect">
            <a:avLst/>
          </a:prstGeom>
          <a:effectLst>
            <a:reflection blurRad="6350" stA="50000" endA="300" endPos="55000" dir="5400000" sy="-100000" algn="bl" rotWithShape="0"/>
          </a:effectLst>
        </p:spPr>
      </p:pic>
      <p:sp>
        <p:nvSpPr>
          <p:cNvPr id="9" name="slot_9"/>
          <p:cNvSpPr txBox="1"/>
          <p:nvPr/>
        </p:nvSpPr>
        <p:spPr>
          <a:xfrm>
            <a:off x="6096635" y="2081530"/>
            <a:ext cx="5589270" cy="923330"/>
          </a:xfrm>
          <a:prstGeom prst="rect">
            <a:avLst/>
          </a:prstGeom>
          <a:noFill/>
        </p:spPr>
        <p:txBody>
          <a:bodyPr wrap="square" rtlCol="0">
            <a:spAutoFit/>
          </a:bodyPr>
          <a:lstStyle/>
          <a:p>
            <a:r>
              <a:rPr lang="zh-CN" altLang="en-US" sz="5400" b="1" dirty="0">
                <a:gradFill>
                  <a:gsLst>
                    <a:gs pos="0">
                      <a:srgbClr val="F9ECCC">
                        <a:alpha val="77000"/>
                      </a:srgbClr>
                    </a:gs>
                    <a:gs pos="94000">
                      <a:srgbClr val="A23838">
                        <a:lumMod val="50000"/>
                        <a:lumOff val="50000"/>
                      </a:srgbClr>
                    </a:gs>
                  </a:gsLst>
                  <a:lin ang="5400000" scaled="0"/>
                </a:gradFill>
                <a:latin typeface="Arial" panose="020B0604020202020204" pitchFamily="34" charset="0"/>
                <a:ea typeface="微软雅黑" panose="020B0503020204020204" pitchFamily="34" charset="-122"/>
                <a:cs typeface="Arial" panose="020B0604020202020204" pitchFamily="34" charset="0"/>
                <a:sym typeface="+mn-ea"/>
              </a:rPr>
              <a:t>隔夜“食”验室</a:t>
            </a:r>
          </a:p>
        </p:txBody>
      </p:sp>
      <p:sp>
        <p:nvSpPr>
          <p:cNvPr id="19" name="slot_19"/>
          <p:cNvSpPr txBox="1"/>
          <p:nvPr/>
        </p:nvSpPr>
        <p:spPr>
          <a:xfrm>
            <a:off x="6264275" y="3037205"/>
            <a:ext cx="5132070" cy="416909"/>
          </a:xfrm>
          <a:prstGeom prst="rect">
            <a:avLst/>
          </a:prstGeom>
          <a:noFill/>
        </p:spPr>
        <p:txBody>
          <a:bodyPr wrap="square" rtlCol="0">
            <a:spAutoFit/>
          </a:bodyPr>
          <a:lstStyle/>
          <a:p>
            <a:pPr>
              <a:lnSpc>
                <a:spcPct val="130000"/>
              </a:lnSpc>
            </a:pPr>
            <a:r>
              <a:rPr lang="en-US" altLang="zh-CN" spc="100" dirty="0">
                <a:solidFill>
                  <a:schemeClr val="bg1">
                    <a:alpha val="56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pc="100" dirty="0">
                <a:solidFill>
                  <a:schemeClr val="bg1">
                    <a:alpha val="56000"/>
                  </a:schemeClr>
                </a:solidFill>
                <a:latin typeface="Arial" panose="020B0604020202020204" pitchFamily="34" charset="0"/>
                <a:ea typeface="微软雅黑" panose="020B0503020204020204" pitchFamily="34" charset="-122"/>
                <a:cs typeface="Arial" panose="020B0604020202020204" pitchFamily="34" charset="0"/>
              </a:rPr>
              <a:t>隔夜饭菜的“不烧心”安全食用指南</a:t>
            </a:r>
          </a:p>
        </p:txBody>
      </p:sp>
      <p:pic>
        <p:nvPicPr>
          <p:cNvPr id="23" name="picture_23" descr="picture_23"/>
          <p:cNvPicPr>
            <a:picLocks noChangeAspect="1"/>
          </p:cNvPicPr>
          <p:nvPr/>
        </p:nvPicPr>
        <p:blipFill>
          <a:blip r:embed="rId6">
            <a:lum bright="6000" contrast="18000"/>
          </a:blip>
          <a:srcRect l="26109" t="24766" r="47355" b="195"/>
          <a:stretch>
            <a:fillRect/>
          </a:stretch>
        </p:blipFill>
        <p:spPr>
          <a:xfrm>
            <a:off x="6433820" y="3973830"/>
            <a:ext cx="478155" cy="462915"/>
          </a:xfrm>
          <a:prstGeom prst="ellipse">
            <a:avLst/>
          </a:prstGeom>
          <a:effectLst>
            <a:outerShdw blurRad="50800" dist="38100" dir="2700000" algn="tl" rotWithShape="0">
              <a:prstClr val="black">
                <a:alpha val="40000"/>
              </a:prstClr>
            </a:outerShdw>
          </a:effectLst>
        </p:spPr>
      </p:pic>
      <p:sp>
        <p:nvSpPr>
          <p:cNvPr id="24" name="slot_24"/>
          <p:cNvSpPr txBox="1"/>
          <p:nvPr/>
        </p:nvSpPr>
        <p:spPr>
          <a:xfrm>
            <a:off x="7004049" y="4015105"/>
            <a:ext cx="4309409" cy="369332"/>
          </a:xfrm>
          <a:prstGeom prst="rect">
            <a:avLst/>
          </a:prstGeom>
          <a:noFill/>
        </p:spPr>
        <p:txBody>
          <a:bodyPr wrap="square" rtlCol="0">
            <a:spAutoFit/>
          </a:bodyPr>
          <a:lstStyle/>
          <a:p>
            <a:r>
              <a:rPr lang="zh-CN" altLang="en-US" dirty="0">
                <a:solidFill>
                  <a:schemeClr val="bg1"/>
                </a:solidFill>
                <a:latin typeface="Arial" panose="020B0604020202020204" pitchFamily="34" charset="0"/>
                <a:ea typeface="微软雅黑" panose="020B0503020204020204" pitchFamily="34" charset="-122"/>
                <a:cs typeface="Arial" panose="020B0604020202020204" pitchFamily="34" charset="0"/>
              </a:rPr>
              <a:t>王歆尧、田伦荣益、李文鹏、李嘉辉</a:t>
            </a:r>
          </a:p>
        </p:txBody>
      </p:sp>
      <p:pic>
        <p:nvPicPr>
          <p:cNvPr id="25" name="picture_25" descr="picture_25"/>
          <p:cNvPicPr>
            <a:picLocks noChangeAspect="1"/>
          </p:cNvPicPr>
          <p:nvPr/>
        </p:nvPicPr>
        <p:blipFill>
          <a:blip r:embed="rId6">
            <a:lum contrast="18000"/>
          </a:blip>
          <a:srcRect l="26109" t="24766" r="47355" b="195"/>
          <a:stretch>
            <a:fillRect/>
          </a:stretch>
        </p:blipFill>
        <p:spPr>
          <a:xfrm>
            <a:off x="6433820" y="4678680"/>
            <a:ext cx="478155" cy="462915"/>
          </a:xfrm>
          <a:prstGeom prst="ellipse">
            <a:avLst/>
          </a:prstGeom>
          <a:effectLst>
            <a:outerShdw blurRad="50800" dist="38100" dir="2700000" algn="tl" rotWithShape="0">
              <a:prstClr val="black">
                <a:alpha val="40000"/>
              </a:prstClr>
            </a:outerShdw>
          </a:effectLst>
        </p:spPr>
      </p:pic>
      <p:sp>
        <p:nvSpPr>
          <p:cNvPr id="26" name="slot_26"/>
          <p:cNvSpPr txBox="1"/>
          <p:nvPr/>
        </p:nvSpPr>
        <p:spPr>
          <a:xfrm>
            <a:off x="7030720" y="4719955"/>
            <a:ext cx="2780030" cy="368300"/>
          </a:xfrm>
          <a:prstGeom prst="rect">
            <a:avLst/>
          </a:prstGeom>
          <a:noFill/>
        </p:spPr>
        <p:txBody>
          <a:bodyPr wrap="square" rtlCol="0">
            <a:spAutoFit/>
          </a:bodyPr>
          <a:lstStyle/>
          <a:p>
            <a:r>
              <a:rPr lang="en-US" dirty="0">
                <a:solidFill>
                  <a:schemeClr val="bg1"/>
                </a:solidFill>
                <a:latin typeface="Arial" panose="020B0604020202020204" pitchFamily="34" charset="0"/>
                <a:ea typeface="微软雅黑" panose="020B0503020204020204" pitchFamily="34" charset="-122"/>
                <a:cs typeface="Arial" panose="020B0604020202020204" pitchFamily="34" charset="0"/>
              </a:rPr>
              <a:t>2026</a:t>
            </a:r>
            <a:r>
              <a:rPr lang="zh-CN" altLang="en-US" dirty="0">
                <a:solidFill>
                  <a:schemeClr val="bg1"/>
                </a:solidFill>
                <a:latin typeface="Arial" panose="020B0604020202020204" pitchFamily="34" charset="0"/>
                <a:ea typeface="微软雅黑" panose="020B0503020204020204" pitchFamily="34" charset="-122"/>
                <a:cs typeface="Arial" panose="020B0604020202020204" pitchFamily="34" charset="0"/>
              </a:rPr>
              <a:t>年</a:t>
            </a:r>
            <a:r>
              <a:rPr lang="en-US" altLang="zh-CN" dirty="0">
                <a:solidFill>
                  <a:schemeClr val="bg1"/>
                </a:solidFill>
                <a:latin typeface="Arial" panose="020B0604020202020204" pitchFamily="34" charset="0"/>
                <a:ea typeface="微软雅黑" panose="020B0503020204020204" pitchFamily="34" charset="-122"/>
                <a:cs typeface="Arial" panose="020B0604020202020204" pitchFamily="34" charset="0"/>
              </a:rPr>
              <a:t>10</a:t>
            </a:r>
            <a:r>
              <a:rPr lang="zh-CN" altLang="en-US" dirty="0">
                <a:solidFill>
                  <a:schemeClr val="bg1"/>
                </a:solidFill>
                <a:latin typeface="Arial" panose="020B0604020202020204" pitchFamily="34" charset="0"/>
                <a:ea typeface="微软雅黑" panose="020B0503020204020204" pitchFamily="34" charset="-122"/>
                <a:cs typeface="Arial" panose="020B0604020202020204" pitchFamily="34" charset="0"/>
              </a:rPr>
              <a:t>月</a:t>
            </a:r>
            <a:r>
              <a:rPr lang="en-US" altLang="zh-CN" dirty="0">
                <a:solidFill>
                  <a:schemeClr val="bg1"/>
                </a:solidFill>
                <a:latin typeface="Arial" panose="020B0604020202020204" pitchFamily="34" charset="0"/>
                <a:ea typeface="微软雅黑" panose="020B0503020204020204" pitchFamily="34" charset="-122"/>
                <a:cs typeface="Arial" panose="020B0604020202020204" pitchFamily="34" charset="0"/>
              </a:rPr>
              <a:t>20</a:t>
            </a:r>
            <a:r>
              <a:rPr lang="zh-CN" altLang="en-US" dirty="0">
                <a:solidFill>
                  <a:schemeClr val="bg1"/>
                </a:solidFill>
                <a:latin typeface="Arial" panose="020B0604020202020204" pitchFamily="34" charset="0"/>
                <a:ea typeface="微软雅黑" panose="020B0503020204020204" pitchFamily="34" charset="-122"/>
                <a:cs typeface="Arial" panose="020B0604020202020204" pitchFamily="34" charset="0"/>
              </a:rPr>
              <a:t>日</a:t>
            </a:r>
            <a:endParaRPr lang="en-US" dirty="0">
              <a:solidFill>
                <a:schemeClr val="bg1"/>
              </a:solidFill>
              <a:latin typeface="Arial" panose="020B0604020202020204" pitchFamily="34" charset="0"/>
              <a:ea typeface="微软雅黑" panose="020B0503020204020204" pitchFamily="34" charset="-122"/>
              <a:cs typeface="Arial" panose="020B0604020202020204" pitchFamily="34" charset="0"/>
            </a:endParaRPr>
          </a:p>
        </p:txBody>
      </p:sp>
      <p:grpSp>
        <p:nvGrpSpPr>
          <p:cNvPr id="6" name="组合 5"/>
          <p:cNvGrpSpPr/>
          <p:nvPr/>
        </p:nvGrpSpPr>
        <p:grpSpPr>
          <a:xfrm>
            <a:off x="-2116455" y="-112395"/>
            <a:ext cx="7482205" cy="7165340"/>
            <a:chOff x="-3333" y="-177"/>
            <a:chExt cx="11783" cy="11448"/>
          </a:xfrm>
        </p:grpSpPr>
        <p:sp>
          <p:nvSpPr>
            <p:cNvPr id="10" name="slot_10"/>
            <p:cNvSpPr/>
            <p:nvPr/>
          </p:nvSpPr>
          <p:spPr>
            <a:xfrm>
              <a:off x="-3333" y="-177"/>
              <a:ext cx="11783" cy="11448"/>
            </a:xfrm>
            <a:prstGeom prst="hexagon">
              <a:avLst/>
            </a:prstGeom>
            <a:gradFill>
              <a:gsLst>
                <a:gs pos="0">
                  <a:srgbClr val="970F12"/>
                </a:gs>
                <a:gs pos="100000">
                  <a:srgbClr val="E1C888">
                    <a:alpha val="60000"/>
                  </a:srgbClr>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sp>
          <p:nvSpPr>
            <p:cNvPr id="4" name="slot_4"/>
            <p:cNvSpPr/>
            <p:nvPr/>
          </p:nvSpPr>
          <p:spPr>
            <a:xfrm>
              <a:off x="-2789" y="93"/>
              <a:ext cx="10866" cy="10851"/>
            </a:xfrm>
            <a:prstGeom prst="hexagon">
              <a:avLst/>
            </a:prstGeom>
            <a:blipFill rotWithShape="1">
              <a:blip r:embed="rId7">
                <a:alphaModFix amt="63000"/>
              </a:blip>
              <a:tile tx="1016000" ty="-1816100" sx="50000" sy="50000" flip="none" algn="tl"/>
            </a:blipFill>
            <a:ln>
              <a:noFill/>
            </a:ln>
            <a:effectLst>
              <a:outerShdw blurRad="114300" dist="762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cs typeface="Arial" panose="020B0604020202020204" pitchFamily="34" charset="0"/>
              </a:endParaRPr>
            </a:p>
          </p:txBody>
        </p:sp>
      </p:grpSp>
      <p:sp>
        <p:nvSpPr>
          <p:cNvPr id="312" name="revision_course">
            <a:extLst>
              <a:ext uri="{FF2B5EF4-FFF2-40B4-BE49-F238E27FC236}">
                <a16:creationId xmlns:a16="http://schemas.microsoft.com/office/drawing/2014/main" id="{57CEE7AE-45D3-40C1-ADEF-0711FB1CDF68}"/>
              </a:ext>
            </a:extLst>
          </p:cNvPr>
          <p:cNvSpPr>
            <a:spLocks noGrp="1"/>
          </p:cNvSpPr>
          <p:nvPr/>
        </p:nvSpPr>
        <p:spPr>
          <a:xfrm>
            <a:off x="6343650" y="3552825"/>
            <a:ext cx="4953000" cy="304800"/>
          </a:xfrm>
          <a:prstGeom prst="rect">
            <a:avLst/>
          </a:prstGeom>
          <a:noFill/>
          <a:ln w="0">
            <a:noFill/>
          </a:ln>
        </p:spPr>
        <p:txBody>
          <a:bodyPr wrap="square" lIns="0" tIns="0" rIns="0" bIns="0" anchor="t">
            <a:noAutofit/>
          </a:bodyPr>
          <a:lstStyle>
            <a:defPPr algn="l">
              <a:defRPr sz="1500" b="0">
                <a:solidFill>
                  <a:srgbClr val="D2AD9E"/>
                </a:solidFill>
                <a:latin typeface="微软雅黑"/>
                <a:ea typeface="微软雅黑"/>
                <a:cs typeface="微软雅黑"/>
              </a:defRPr>
            </a:defPPr>
            <a:lvl1pPr algn="l">
              <a:defRPr sz="1500" b="0">
                <a:solidFill>
                  <a:srgbClr val="D2AD9E"/>
                </a:solidFill>
                <a:latin typeface="微软雅黑"/>
                <a:ea typeface="微软雅黑"/>
                <a:cs typeface="微软雅黑"/>
              </a:defRPr>
            </a:lvl1pPr>
            <a:lvl2pPr algn="l">
              <a:defRPr sz="1500" b="0">
                <a:solidFill>
                  <a:srgbClr val="D2AD9E"/>
                </a:solidFill>
                <a:latin typeface="微软雅黑"/>
                <a:ea typeface="微软雅黑"/>
                <a:cs typeface="微软雅黑"/>
              </a:defRPr>
            </a:lvl2pPr>
            <a:lvl3pPr algn="l">
              <a:defRPr sz="1500" b="0">
                <a:solidFill>
                  <a:srgbClr val="D2AD9E"/>
                </a:solidFill>
                <a:latin typeface="微软雅黑"/>
                <a:ea typeface="微软雅黑"/>
                <a:cs typeface="微软雅黑"/>
              </a:defRPr>
            </a:lvl3pPr>
            <a:lvl4pPr algn="l">
              <a:defRPr sz="1500" b="0">
                <a:solidFill>
                  <a:srgbClr val="D2AD9E"/>
                </a:solidFill>
                <a:latin typeface="微软雅黑"/>
                <a:ea typeface="微软雅黑"/>
                <a:cs typeface="微软雅黑"/>
              </a:defRPr>
            </a:lvl4pPr>
            <a:lvl5pPr algn="l">
              <a:defRPr sz="1500" b="0">
                <a:solidFill>
                  <a:srgbClr val="D2AD9E"/>
                </a:solidFill>
                <a:latin typeface="微软雅黑"/>
                <a:ea typeface="微软雅黑"/>
                <a:cs typeface="微软雅黑"/>
              </a:defRPr>
            </a:lvl5pPr>
            <a:lvl6pPr algn="l">
              <a:defRPr sz="1500" b="0">
                <a:solidFill>
                  <a:srgbClr val="D2AD9E"/>
                </a:solidFill>
                <a:latin typeface="微软雅黑"/>
                <a:ea typeface="微软雅黑"/>
                <a:cs typeface="微软雅黑"/>
              </a:defRPr>
            </a:lvl6pPr>
            <a:lvl7pPr algn="l">
              <a:defRPr sz="1500" b="0">
                <a:solidFill>
                  <a:srgbClr val="D2AD9E"/>
                </a:solidFill>
                <a:latin typeface="微软雅黑"/>
                <a:ea typeface="微软雅黑"/>
                <a:cs typeface="微软雅黑"/>
              </a:defRPr>
            </a:lvl7pPr>
            <a:lvl8pPr algn="l">
              <a:defRPr sz="1500" b="0">
                <a:solidFill>
                  <a:srgbClr val="D2AD9E"/>
                </a:solidFill>
                <a:latin typeface="微软雅黑"/>
                <a:ea typeface="微软雅黑"/>
                <a:cs typeface="微软雅黑"/>
              </a:defRPr>
            </a:lvl8pPr>
            <a:lvl9pPr algn="l">
              <a:defRPr sz="1500" b="0">
                <a:solidFill>
                  <a:srgbClr val="D2AD9E"/>
                </a:solidFill>
                <a:latin typeface="微软雅黑"/>
                <a:ea typeface="微软雅黑"/>
                <a:cs typeface="微软雅黑"/>
              </a:defRPr>
            </a:lvl9pPr>
          </a:lstStyle>
          <a:p>
            <a:pPr algn="l">
              <a:lnSpc>
                <a:spcPct val="120000"/>
              </a:lnSpc>
              <a:buNone/>
              <a:defRPr sz="1500" b="0">
                <a:solidFill>
                  <a:srgbClr val="D2AD9E"/>
                </a:solidFill>
                <a:latin typeface="微软雅黑"/>
                <a:ea typeface="微软雅黑"/>
                <a:cs typeface="微软雅黑"/>
              </a:defRPr>
            </a:pPr>
            <a:r>
              <a:rPr sz="1500" b="0">
                <a:solidFill>
                  <a:srgbClr val="D2AD9E"/>
                </a:solidFill>
                <a:latin typeface="微软雅黑"/>
                <a:ea typeface="微软雅黑"/>
                <a:cs typeface="微软雅黑"/>
              </a:rPr>
              <a:t>公共卫生传播学 · 第一次汇报</a:t>
            </a: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ot_11"/>
          <p:cNvSpPr/>
          <p:nvPr/>
        </p:nvSpPr>
        <p:spPr>
          <a:xfrm>
            <a:off x="-33020" y="931545"/>
            <a:ext cx="12225655" cy="5679440"/>
          </a:xfrm>
          <a:prstGeom prst="rect">
            <a:avLst/>
          </a:prstGeom>
          <a:gradFill>
            <a:gsLst>
              <a:gs pos="0">
                <a:srgbClr val="3A5C74">
                  <a:alpha val="14000"/>
                  <a:lumMod val="94000"/>
                  <a:lumOff val="6000"/>
                </a:srgbClr>
              </a:gs>
              <a:gs pos="72000">
                <a:srgbClr val="E1C888">
                  <a:alpha val="13000"/>
                  <a:lumMod val="30000"/>
                  <a:lumOff val="70000"/>
                </a:srgbClr>
              </a:gs>
            </a:gsLst>
            <a:lin ang="8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slot_43"/>
          <p:cNvSpPr/>
          <p:nvPr/>
        </p:nvSpPr>
        <p:spPr>
          <a:xfrm>
            <a:off x="0" y="6548202"/>
            <a:ext cx="12192000" cy="309798"/>
          </a:xfrm>
          <a:prstGeom prst="rect">
            <a:avLst/>
          </a:pr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6" name="组合 95"/>
          <p:cNvGrpSpPr/>
          <p:nvPr/>
        </p:nvGrpSpPr>
        <p:grpSpPr>
          <a:xfrm>
            <a:off x="5045128" y="2083597"/>
            <a:ext cx="2165279" cy="1656080"/>
            <a:chOff x="615726" y="887171"/>
            <a:chExt cx="2165279" cy="1656080"/>
          </a:xfrm>
        </p:grpSpPr>
        <p:sp>
          <p:nvSpPr>
            <p:cNvPr id="97" name="slot_97"/>
            <p:cNvSpPr txBox="1"/>
            <p:nvPr/>
          </p:nvSpPr>
          <p:spPr>
            <a:xfrm>
              <a:off x="615726" y="88717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dirty="0">
                  <a:solidFill>
                    <a:srgbClr val="A23838"/>
                  </a:solidFill>
                  <a:latin typeface="Times New Roman" panose="02020603050405020304" charset="0"/>
                  <a:ea typeface="方正盛世楷书简体_大" panose="02000000000000000000" charset="-122"/>
                  <a:cs typeface="+mn-cs"/>
                  <a:sym typeface="+mn-lt"/>
                </a:rPr>
                <a:t>目  录</a:t>
              </a:r>
              <a:endParaRPr kumimoji="0" lang="zh-CN" altLang="en-US" sz="4800" b="1" i="0" u="none" strike="noStrike" kern="2200" cap="none" spc="0" normalizeH="0" baseline="0" noProof="0" dirty="0">
                <a:ln>
                  <a:noFill/>
                </a:ln>
                <a:solidFill>
                  <a:srgbClr val="A23838"/>
                </a:solidFill>
                <a:effectLst/>
                <a:uLnTx/>
                <a:uFillTx/>
                <a:latin typeface="Times New Roman" panose="02020603050405020304" charset="0"/>
                <a:ea typeface="方正盛世楷书简体_大" panose="02000000000000000000" charset="-122"/>
                <a:cs typeface="+mn-cs"/>
                <a:sym typeface="+mn-lt"/>
              </a:endParaRPr>
            </a:p>
          </p:txBody>
        </p:sp>
        <p:sp>
          <p:nvSpPr>
            <p:cNvPr id="98" name="slot_98"/>
            <p:cNvSpPr txBox="1"/>
            <p:nvPr/>
          </p:nvSpPr>
          <p:spPr>
            <a:xfrm>
              <a:off x="803686" y="1959686"/>
              <a:ext cx="1788795" cy="58356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b="1" i="0" u="none" strike="noStrike" cap="none" spc="100" normalizeH="0" baseline="0" dirty="0">
                  <a:solidFill>
                    <a:srgbClr val="C59270">
                      <a:alpha val="56000"/>
                    </a:srgbClr>
                  </a:solidFill>
                  <a:latin typeface="Arial" panose="020B0604020202020204" pitchFamily="34" charset="0"/>
                  <a:ea typeface="仓耳玄三M W05" panose="02020400000000000000" charset="-122"/>
                  <a:cs typeface="Arial" panose="020B0604020202020204" pitchFamily="34" charset="0"/>
                  <a:sym typeface="+mn-lt"/>
                </a:rPr>
                <a:t>CONTENTS</a:t>
              </a:r>
              <a:endParaRPr kumimoji="0" lang="en-US" sz="1400" b="0" i="0" u="none" strike="noStrike" cap="none" spc="100" normalizeH="0" baseline="0" dirty="0">
                <a:solidFill>
                  <a:srgbClr val="C59270">
                    <a:alpha val="56000"/>
                  </a:srgbClr>
                </a:solidFill>
                <a:latin typeface="Arial" panose="020B0604020202020204" pitchFamily="34" charset="0"/>
                <a:ea typeface="仓耳玄三M W05" panose="02020400000000000000" charset="-122"/>
                <a:cs typeface="Arial" panose="020B0604020202020204" pitchFamily="34" charset="0"/>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400" b="0" i="0" u="none" strike="noStrike" kern="1200" cap="none" spc="100" normalizeH="0" baseline="0" noProof="0" dirty="0">
                <a:ln>
                  <a:noFill/>
                </a:ln>
                <a:solidFill>
                  <a:srgbClr val="C59270">
                    <a:alpha val="56000"/>
                  </a:srgbClr>
                </a:solidFill>
                <a:effectLst/>
                <a:uLnTx/>
                <a:uFillTx/>
                <a:latin typeface="Arial" panose="020B0604020202020204" pitchFamily="34" charset="0"/>
                <a:ea typeface="仓耳玄三M W05" panose="02020400000000000000" charset="-122"/>
                <a:cs typeface="Arial" panose="020B0604020202020204" pitchFamily="34" charset="0"/>
                <a:sym typeface="+mn-lt"/>
              </a:endParaRPr>
            </a:p>
          </p:txBody>
        </p:sp>
      </p:grpSp>
      <p:grpSp>
        <p:nvGrpSpPr>
          <p:cNvPr id="99" name="组合 98"/>
          <p:cNvGrpSpPr/>
          <p:nvPr/>
        </p:nvGrpSpPr>
        <p:grpSpPr>
          <a:xfrm>
            <a:off x="5808980" y="1297940"/>
            <a:ext cx="720000" cy="720000"/>
            <a:chOff x="2105799" y="20055838"/>
            <a:chExt cx="6748090" cy="6732363"/>
          </a:xfrm>
          <a:solidFill>
            <a:srgbClr val="A23838"/>
          </a:solidFill>
        </p:grpSpPr>
        <p:sp>
          <p:nvSpPr>
            <p:cNvPr id="100" name="slot_100"/>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1" name="slot_101"/>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2" name="slot_102"/>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3" name="slot_103"/>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4" name="slot_104"/>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5" name="slot_105"/>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6" name="slot_106"/>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7" name="slot_107"/>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8" name="slot_108"/>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9" name="slot_109"/>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0" name="slot_110"/>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1" name="slot_111"/>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2" name="slot_112"/>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3" name="slot_113"/>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4" name="slot_114"/>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5" name="slot_115"/>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6" name="slot_116"/>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7" name="slot_117"/>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8" name="slot_118"/>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9" name="slot_119"/>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0" name="slot_120"/>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1" name="slot_121"/>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2" name="slot_122"/>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grpSp>
        <p:nvGrpSpPr>
          <p:cNvPr id="15" name="组合 14"/>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7" name="组合 6"/>
              <p:cNvGrpSpPr/>
              <p:nvPr/>
            </p:nvGrpSpPr>
            <p:grpSpPr>
              <a:xfrm>
                <a:off x="5325" y="0"/>
                <a:ext cx="6943" cy="1748"/>
                <a:chOff x="4854" y="200"/>
                <a:chExt cx="6943" cy="1748"/>
              </a:xfrm>
            </p:grpSpPr>
            <p:pic>
              <p:nvPicPr>
                <p:cNvPr id="3" name="picture_3" descr="picture_3"/>
                <p:cNvPicPr>
                  <a:picLocks noChangeAspect="1"/>
                </p:cNvPicPr>
                <p:nvPr/>
              </p:nvPicPr>
              <p:blipFill>
                <a:blip r:embed="rId3">
                  <a:alphaModFix amt="20000"/>
                </a:blip>
                <a:stretch>
                  <a:fillRect/>
                </a:stretch>
              </p:blipFill>
              <p:spPr>
                <a:xfrm>
                  <a:off x="4854" y="200"/>
                  <a:ext cx="1749" cy="1749"/>
                </a:xfrm>
                <a:prstGeom prst="rect">
                  <a:avLst/>
                </a:prstGeom>
              </p:spPr>
            </p:pic>
            <p:pic>
              <p:nvPicPr>
                <p:cNvPr id="4" name="picture_4" descr="picture_4"/>
                <p:cNvPicPr>
                  <a:picLocks noChangeAspect="1"/>
                </p:cNvPicPr>
                <p:nvPr/>
              </p:nvPicPr>
              <p:blipFill>
                <a:blip r:embed="rId3">
                  <a:alphaModFix amt="20000"/>
                </a:blip>
                <a:stretch>
                  <a:fillRect/>
                </a:stretch>
              </p:blipFill>
              <p:spPr>
                <a:xfrm>
                  <a:off x="6552" y="200"/>
                  <a:ext cx="1749" cy="1749"/>
                </a:xfrm>
                <a:prstGeom prst="rect">
                  <a:avLst/>
                </a:prstGeom>
              </p:spPr>
            </p:pic>
            <p:pic>
              <p:nvPicPr>
                <p:cNvPr id="5" name="picture_5" descr="picture_5"/>
                <p:cNvPicPr>
                  <a:picLocks noChangeAspect="1"/>
                </p:cNvPicPr>
                <p:nvPr/>
              </p:nvPicPr>
              <p:blipFill>
                <a:blip r:embed="rId3">
                  <a:alphaModFix amt="20000"/>
                </a:blip>
                <a:stretch>
                  <a:fillRect/>
                </a:stretch>
              </p:blipFill>
              <p:spPr>
                <a:xfrm>
                  <a:off x="8301" y="200"/>
                  <a:ext cx="1749" cy="1749"/>
                </a:xfrm>
                <a:prstGeom prst="rect">
                  <a:avLst/>
                </a:prstGeom>
              </p:spPr>
            </p:pic>
            <p:pic>
              <p:nvPicPr>
                <p:cNvPr id="6" name="picture_6" descr="picture_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3" name="组合 12"/>
              <p:cNvGrpSpPr/>
              <p:nvPr/>
            </p:nvGrpSpPr>
            <p:grpSpPr>
              <a:xfrm>
                <a:off x="12269" y="0"/>
                <a:ext cx="6943" cy="1748"/>
                <a:chOff x="4854" y="200"/>
                <a:chExt cx="6943" cy="1748"/>
              </a:xfrm>
            </p:grpSpPr>
            <p:pic>
              <p:nvPicPr>
                <p:cNvPr id="16" name="picture_16" descr="picture_16"/>
                <p:cNvPicPr>
                  <a:picLocks noChangeAspect="1"/>
                </p:cNvPicPr>
                <p:nvPr/>
              </p:nvPicPr>
              <p:blipFill>
                <a:blip r:embed="rId3">
                  <a:alphaModFix amt="20000"/>
                </a:blip>
                <a:stretch>
                  <a:fillRect/>
                </a:stretch>
              </p:blipFill>
              <p:spPr>
                <a:xfrm>
                  <a:off x="4854" y="200"/>
                  <a:ext cx="1749" cy="1749"/>
                </a:xfrm>
                <a:prstGeom prst="rect">
                  <a:avLst/>
                </a:prstGeom>
              </p:spPr>
            </p:pic>
            <p:pic>
              <p:nvPicPr>
                <p:cNvPr id="19" name="picture_19" descr="picture_19"/>
                <p:cNvPicPr>
                  <a:picLocks noChangeAspect="1"/>
                </p:cNvPicPr>
                <p:nvPr/>
              </p:nvPicPr>
              <p:blipFill>
                <a:blip r:embed="rId3">
                  <a:alphaModFix amt="20000"/>
                </a:blip>
                <a:stretch>
                  <a:fillRect/>
                </a:stretch>
              </p:blipFill>
              <p:spPr>
                <a:xfrm>
                  <a:off x="6552"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8301"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6" name="组合 25"/>
              <p:cNvGrpSpPr/>
              <p:nvPr/>
            </p:nvGrpSpPr>
            <p:grpSpPr>
              <a:xfrm>
                <a:off x="-1593" y="0"/>
                <a:ext cx="6943" cy="1748"/>
                <a:chOff x="4854" y="200"/>
                <a:chExt cx="6943" cy="1748"/>
              </a:xfrm>
            </p:grpSpPr>
            <p:pic>
              <p:nvPicPr>
                <p:cNvPr id="27" name="picture_27" descr="picture_27"/>
                <p:cNvPicPr>
                  <a:picLocks noChangeAspect="1"/>
                </p:cNvPicPr>
                <p:nvPr/>
              </p:nvPicPr>
              <p:blipFill>
                <a:blip r:embed="rId3">
                  <a:alphaModFix amt="20000"/>
                </a:blip>
                <a:stretch>
                  <a:fillRect/>
                </a:stretch>
              </p:blipFill>
              <p:spPr>
                <a:xfrm>
                  <a:off x="4854" y="200"/>
                  <a:ext cx="1749" cy="1749"/>
                </a:xfrm>
                <a:prstGeom prst="rect">
                  <a:avLst/>
                </a:prstGeom>
              </p:spPr>
            </p:pic>
            <p:pic>
              <p:nvPicPr>
                <p:cNvPr id="28" name="picture_28" descr="picture_28"/>
                <p:cNvPicPr>
                  <a:picLocks noChangeAspect="1"/>
                </p:cNvPicPr>
                <p:nvPr/>
              </p:nvPicPr>
              <p:blipFill>
                <a:blip r:embed="rId3">
                  <a:alphaModFix amt="20000"/>
                </a:blip>
                <a:stretch>
                  <a:fillRect/>
                </a:stretch>
              </p:blipFill>
              <p:spPr>
                <a:xfrm>
                  <a:off x="6552"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8301"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2" name="picture_12" descr="picture_12"/>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endParaRPr>
            </a:p>
          </p:txBody>
        </p:sp>
        <p:pic>
          <p:nvPicPr>
            <p:cNvPr id="127" name="picture_127" descr="picture_1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5" y="519"/>
              <a:ext cx="2858" cy="805"/>
            </a:xfrm>
            <a:prstGeom prst="rect">
              <a:avLst/>
            </a:prstGeom>
          </p:spPr>
        </p:pic>
      </p:grpSp>
      <p:sp>
        <p:nvSpPr>
          <p:cNvPr id="9" name="slot_9"/>
          <p:cNvSpPr>
            <a:spLocks noGrp="1"/>
          </p:cNvSpPr>
          <p:nvPr>
            <p:ph type="sldNum" sz="quarter" idx="12"/>
          </p:nvPr>
        </p:nvSpPr>
        <p:spPr/>
        <p:txBody>
          <a:bodyPr/>
          <a:lstStyle/>
          <a:p>
            <a:fld id="{565CE74E-AB26-4998-AD42-012C4C1AD076}" type="slidenum">
              <a:rPr lang="zh-CN" altLang="en-US" smtClean="0"/>
              <a:t>2</a:t>
            </a:fld>
            <a:endParaRPr lang="zh-CN" altLang="en-US"/>
          </a:p>
        </p:txBody>
      </p:sp>
      <p:sp>
        <p:nvSpPr>
          <p:cNvPr id="228" name="revision_native_0"/>
          <p:cNvSpPr txBox="1"/>
          <p:nvPr/>
        </p:nvSpPr>
        <p:spPr>
          <a:xfrm>
            <a:off x="904875" y="3819525"/>
            <a:ext cx="904875" cy="771525"/>
          </a:xfrm>
          <a:prstGeom prst="rect">
            <a:avLst/>
          </a:prstGeom>
          <a:noFill/>
        </p:spPr>
        <p:txBody>
          <a:bodyPr wrap="none" rtlCol="0">
            <a:spAutoFit/>
          </a:bodyPr>
          <a:lstStyle/>
          <a:p>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rPr>
              <a:t>01</a:t>
            </a:r>
          </a:p>
        </p:txBody>
      </p:sp>
      <p:sp>
        <p:nvSpPr>
          <p:cNvPr id="229" name="revision_native_1"/>
          <p:cNvSpPr txBox="1"/>
          <p:nvPr/>
        </p:nvSpPr>
        <p:spPr>
          <a:xfrm>
            <a:off x="1952625" y="3933825"/>
            <a:ext cx="3857625" cy="571500"/>
          </a:xfrm>
          <a:prstGeom prst="rect">
            <a:avLst/>
          </a:prstGeom>
          <a:noFill/>
        </p:spPr>
        <p:txBody>
          <a:bodyPr wrap="none" rtlCol="0">
            <a:spAutoFit/>
          </a:bodyPr>
          <a:lstStyle/>
          <a:p>
            <a:pPr algn="l"/>
            <a:r>
              <a:rPr lang="zh-CN" altLang="en-US" sz="2400" b="1" spc="300" dirty="0">
                <a:solidFill>
                  <a:srgbClr val="A23838"/>
                </a:solidFill>
                <a:latin typeface="微软雅黑" panose="020B0503020204020204" pitchFamily="34" charset="-122"/>
                <a:ea typeface="微软雅黑" panose="020B0503020204020204" pitchFamily="34" charset="-122"/>
              </a:rPr>
              <a:t>选题与传播目标</a:t>
            </a:r>
          </a:p>
        </p:txBody>
      </p:sp>
      <p:sp>
        <p:nvSpPr>
          <p:cNvPr id="230" name="revision_native_2"/>
          <p:cNvSpPr txBox="1"/>
          <p:nvPr/>
        </p:nvSpPr>
        <p:spPr>
          <a:xfrm>
            <a:off x="6429375" y="3819525"/>
            <a:ext cx="904875" cy="771525"/>
          </a:xfrm>
          <a:prstGeom prst="rect">
            <a:avLst/>
          </a:prstGeom>
          <a:noFill/>
        </p:spPr>
        <p:txBody>
          <a:bodyPr wrap="none" rtlCol="0">
            <a:spAutoFit/>
          </a:bodyPr>
          <a:lstStyle/>
          <a:p>
            <a:pPr lvl="0" algn="l">
              <a:buClrTx/>
              <a:buSzTx/>
              <a:buFontTx/>
            </a:pPr>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sym typeface="+mn-ea"/>
              </a:rPr>
              <a:t>02</a:t>
            </a:r>
          </a:p>
        </p:txBody>
      </p:sp>
      <p:sp>
        <p:nvSpPr>
          <p:cNvPr id="231" name="revision_native_3"/>
          <p:cNvSpPr txBox="1"/>
          <p:nvPr/>
        </p:nvSpPr>
        <p:spPr>
          <a:xfrm>
            <a:off x="7477125" y="3933825"/>
            <a:ext cx="3857625" cy="571500"/>
          </a:xfrm>
          <a:prstGeom prst="rect">
            <a:avLst/>
          </a:prstGeom>
          <a:noFill/>
        </p:spPr>
        <p:txBody>
          <a:bodyPr wrap="none" rtlCol="0">
            <a:spAutoFit/>
          </a:bodyPr>
          <a:lstStyle/>
          <a:p>
            <a:pPr algn="l"/>
            <a:r>
              <a:rPr lang="zh-CN" altLang="en-US" sz="2400" b="1" spc="300" dirty="0">
                <a:solidFill>
                  <a:srgbClr val="A23838"/>
                </a:solidFill>
                <a:latin typeface="微软雅黑" panose="020B0503020204020204" pitchFamily="34" charset="-122"/>
                <a:ea typeface="微软雅黑" panose="020B0503020204020204" pitchFamily="34" charset="-122"/>
                <a:sym typeface="+mn-ea"/>
              </a:rPr>
              <a:t>受众分析与框架理论</a:t>
            </a:r>
          </a:p>
        </p:txBody>
      </p:sp>
      <p:sp>
        <p:nvSpPr>
          <p:cNvPr id="232" name="revision_native_4"/>
          <p:cNvSpPr txBox="1"/>
          <p:nvPr/>
        </p:nvSpPr>
        <p:spPr>
          <a:xfrm>
            <a:off x="904875" y="4752975"/>
            <a:ext cx="904875" cy="771525"/>
          </a:xfrm>
          <a:prstGeom prst="rect">
            <a:avLst/>
          </a:prstGeom>
          <a:noFill/>
        </p:spPr>
        <p:txBody>
          <a:bodyPr wrap="none" rtlCol="0">
            <a:spAutoFit/>
          </a:bodyPr>
          <a:lstStyle/>
          <a:p>
            <a:pPr lvl="0" algn="l">
              <a:buClrTx/>
              <a:buSzTx/>
              <a:buFontTx/>
            </a:pPr>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sym typeface="+mn-ea"/>
              </a:rPr>
              <a:t>03</a:t>
            </a:r>
          </a:p>
        </p:txBody>
      </p:sp>
      <p:sp>
        <p:nvSpPr>
          <p:cNvPr id="233" name="revision_native_5"/>
          <p:cNvSpPr txBox="1"/>
          <p:nvPr/>
        </p:nvSpPr>
        <p:spPr>
          <a:xfrm>
            <a:off x="1952625" y="4867275"/>
            <a:ext cx="3857625" cy="571500"/>
          </a:xfrm>
          <a:prstGeom prst="rect">
            <a:avLst/>
          </a:prstGeom>
          <a:noFill/>
        </p:spPr>
        <p:txBody>
          <a:bodyPr wrap="none" rtlCol="0">
            <a:spAutoFit/>
          </a:bodyPr>
          <a:lstStyle/>
          <a:p>
            <a:pPr lvl="0" algn="l">
              <a:buClrTx/>
              <a:buSzTx/>
              <a:buFontTx/>
            </a:pPr>
            <a:r>
              <a:rPr lang="zh-CN" altLang="en-US" sz="2400" b="1" spc="300" dirty="0">
                <a:solidFill>
                  <a:srgbClr val="A23838"/>
                </a:solidFill>
                <a:latin typeface="微软雅黑" panose="020B0503020204020204" pitchFamily="34" charset="-122"/>
                <a:ea typeface="微软雅黑" panose="020B0503020204020204" pitchFamily="34" charset="-122"/>
                <a:sym typeface="+mn-ea"/>
              </a:rPr>
              <a:t>科学内容与传播策略</a:t>
            </a:r>
          </a:p>
        </p:txBody>
      </p:sp>
      <p:sp>
        <p:nvSpPr>
          <p:cNvPr id="234" name="revision_native_6"/>
          <p:cNvSpPr txBox="1"/>
          <p:nvPr/>
        </p:nvSpPr>
        <p:spPr>
          <a:xfrm>
            <a:off x="6429375" y="4752975"/>
            <a:ext cx="904875" cy="771525"/>
          </a:xfrm>
          <a:prstGeom prst="rect">
            <a:avLst/>
          </a:prstGeom>
          <a:noFill/>
        </p:spPr>
        <p:txBody>
          <a:bodyPr wrap="none" rtlCol="0">
            <a:spAutoFit/>
          </a:bodyPr>
          <a:lstStyle/>
          <a:p>
            <a:pPr lvl="0" algn="l">
              <a:buClrTx/>
              <a:buSzTx/>
              <a:buFontTx/>
            </a:pPr>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sym typeface="+mn-ea"/>
              </a:rPr>
              <a:t>04</a:t>
            </a:r>
          </a:p>
        </p:txBody>
      </p:sp>
      <p:sp>
        <p:nvSpPr>
          <p:cNvPr id="235" name="revision_native_7"/>
          <p:cNvSpPr txBox="1"/>
          <p:nvPr/>
        </p:nvSpPr>
        <p:spPr>
          <a:xfrm>
            <a:off x="7477125" y="4867275"/>
            <a:ext cx="2608406" cy="461665"/>
          </a:xfrm>
          <a:prstGeom prst="rect">
            <a:avLst/>
          </a:prstGeom>
          <a:noFill/>
        </p:spPr>
        <p:txBody>
          <a:bodyPr wrap="none" rtlCol="0">
            <a:spAutoFit/>
          </a:bodyPr>
          <a:lstStyle/>
          <a:p>
            <a:pPr algn="l"/>
            <a:r>
              <a:rPr lang="zh-CN" altLang="en-US" sz="2400" b="1" spc="300" dirty="0">
                <a:solidFill>
                  <a:srgbClr val="A23838"/>
                </a:solidFill>
                <a:latin typeface="微软雅黑" panose="020B0503020204020204" pitchFamily="34" charset="-122"/>
                <a:ea typeface="微软雅黑" panose="020B0503020204020204" pitchFamily="34" charset="-122"/>
                <a:sym typeface="+mn-ea"/>
              </a:rPr>
              <a:t>视频与游戏设计</a:t>
            </a:r>
          </a:p>
        </p:txBody>
      </p:sp>
      <p:sp>
        <p:nvSpPr>
          <p:cNvPr id="2" name="箭头: 右 1">
            <a:extLst>
              <a:ext uri="{FF2B5EF4-FFF2-40B4-BE49-F238E27FC236}">
                <a16:creationId xmlns:a16="http://schemas.microsoft.com/office/drawing/2014/main" id="{4A30C649-D1D5-46D8-9FE4-296AE2BB4339}"/>
              </a:ext>
            </a:extLst>
          </p:cNvPr>
          <p:cNvSpPr/>
          <p:nvPr/>
        </p:nvSpPr>
        <p:spPr>
          <a:xfrm>
            <a:off x="383524" y="3980032"/>
            <a:ext cx="473726" cy="400603"/>
          </a:xfrm>
          <a:prstGeom prst="rightArrow">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7">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7">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7">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7">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7">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7">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7">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7">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7">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7">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7">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7">
                  <a:alphaModFix amt="20000"/>
                </a:blip>
                <a:stretch>
                  <a:fillRect/>
                </a:stretch>
              </p:blipFill>
              <p:spPr>
                <a:xfrm>
                  <a:off x="10049" y="200"/>
                  <a:ext cx="1749" cy="1749"/>
                </a:xfrm>
                <a:prstGeom prst="rect">
                  <a:avLst/>
                </a:prstGeom>
              </p:spPr>
            </p:pic>
          </p:grpSp>
        </p:grpSp>
        <p:pic>
          <p:nvPicPr>
            <p:cNvPr id="15" name="picture_15" descr="picture_15"/>
            <p:cNvPicPr/>
            <p:nvPr/>
          </p:nvPicPr>
          <p:blipFill>
            <a:blip r:embed="rId8"/>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66" name="picture_66" descr="picture_6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开场案例</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3</a:t>
            </a:fld>
            <a:endParaRPr lang="zh-CN" altLang="en-US" dirty="0">
              <a:solidFill>
                <a:srgbClr val="3C5D74"/>
              </a:solidFill>
              <a:latin typeface="仓耳玄三M W05" panose="02020400000000000000" charset="-122"/>
              <a:ea typeface="仓耳玄三M W05" panose="02020400000000000000" charset="-122"/>
            </a:endParaRPr>
          </a:p>
        </p:txBody>
      </p:sp>
      <p:sp>
        <p:nvSpPr>
          <p:cNvPr id="2" name="slot_2"/>
          <p:cNvSpPr/>
          <p:nvPr/>
        </p:nvSpPr>
        <p:spPr>
          <a:xfrm>
            <a:off x="692497" y="1482378"/>
            <a:ext cx="3009559" cy="4989403"/>
          </a:xfrm>
          <a:prstGeom prst="roundRect">
            <a:avLst>
              <a:gd name="adj" fmla="val 2995"/>
            </a:avLst>
          </a:prstGeom>
          <a:solidFill>
            <a:schemeClr val="bg1"/>
          </a:solidFill>
          <a:ln>
            <a:noFill/>
          </a:ln>
          <a:effectLst>
            <a:outerShdw blurRad="635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pic>
        <p:nvPicPr>
          <p:cNvPr id="61" name="picture_61" descr="picture_61"/>
          <p:cNvPicPr>
            <a:picLocks noChangeAspect="1"/>
          </p:cNvPicPr>
          <p:nvPr/>
        </p:nvPicPr>
        <p:blipFill>
          <a:blip r:embed="rId10"/>
          <a:stretch>
            <a:fillRect/>
          </a:stretch>
        </p:blipFill>
        <p:spPr>
          <a:xfrm>
            <a:off x="4064814" y="1559120"/>
            <a:ext cx="7106190" cy="4867539"/>
          </a:xfrm>
          <a:prstGeom prst="rect">
            <a:avLst/>
          </a:prstGeom>
        </p:spPr>
      </p:pic>
      <p:sp>
        <p:nvSpPr>
          <p:cNvPr id="45" name="slot_45"/>
          <p:cNvSpPr/>
          <p:nvPr/>
        </p:nvSpPr>
        <p:spPr>
          <a:xfrm>
            <a:off x="4064898" y="1559120"/>
            <a:ext cx="7105471" cy="4867539"/>
          </a:xfrm>
          <a:prstGeom prst="rect">
            <a:avLst/>
          </a:prstGeom>
          <a:gradFill>
            <a:gsLst>
              <a:gs pos="27000">
                <a:srgbClr val="CA876E">
                  <a:alpha val="70000"/>
                </a:srgbClr>
              </a:gs>
              <a:gs pos="0">
                <a:srgbClr val="F1D5A4">
                  <a:alpha val="18000"/>
                </a:srgbClr>
              </a:gs>
              <a:gs pos="74000">
                <a:srgbClr val="A23838"/>
              </a:gs>
            </a:gsLst>
            <a:lin ang="13440000"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latin typeface="Arial" panose="020B0604020202020204" pitchFamily="34" charset="0"/>
              <a:ea typeface="微软雅黑" panose="020B0503020204020204" pitchFamily="34" charset="-122"/>
              <a:sym typeface="Arial" panose="020B0604020202020204" pitchFamily="34" charset="0"/>
            </a:endParaRPr>
          </a:p>
        </p:txBody>
      </p:sp>
      <p:pic>
        <p:nvPicPr>
          <p:cNvPr id="4" name="77bc95bc-1835-4ff1-aaae-cdc63d3b315b">
            <a:hlinkClick r:id="" action="ppaction://media"/>
            <a:extLst>
              <a:ext uri="{FF2B5EF4-FFF2-40B4-BE49-F238E27FC236}">
                <a16:creationId xmlns:a16="http://schemas.microsoft.com/office/drawing/2014/main" id="{AF16C66D-AB99-4190-8197-633D66DFFA6F}"/>
              </a:ext>
            </a:extLst>
          </p:cNvPr>
          <p:cNvPicPr>
            <a:picLocks noChangeAspect="1"/>
          </p:cNvPicPr>
          <p:nvPr>
            <a:videoFile r:link="rId2"/>
            <p:extLst>
              <p:ext uri="{DAA4B4D4-6D71-4841-9C94-3DE7FCFB9230}">
                <p14:media xmlns:p14="http://schemas.microsoft.com/office/powerpoint/2010/main" r:embed="rId1"/>
              </p:ext>
            </p:extLst>
          </p:nvPr>
        </p:nvPicPr>
        <p:blipFill>
          <a:blip r:embed="rId11"/>
          <a:stretch>
            <a:fillRect/>
          </a:stretch>
        </p:blipFill>
        <p:spPr>
          <a:xfrm>
            <a:off x="4249491" y="2077754"/>
            <a:ext cx="6778830" cy="3813091"/>
          </a:xfrm>
          <a:prstGeom prst="rect">
            <a:avLst/>
          </a:prstGeom>
        </p:spPr>
      </p:pic>
      <p:pic>
        <p:nvPicPr>
          <p:cNvPr id="5" name="39426654471-1-192">
            <a:hlinkClick r:id="" action="ppaction://media"/>
            <a:extLst>
              <a:ext uri="{FF2B5EF4-FFF2-40B4-BE49-F238E27FC236}">
                <a16:creationId xmlns:a16="http://schemas.microsoft.com/office/drawing/2014/main" id="{C5D456E3-9D77-42E1-8421-5384C28067E5}"/>
              </a:ext>
            </a:extLst>
          </p:cNvPr>
          <p:cNvPicPr>
            <a:picLocks noChangeAspect="1"/>
          </p:cNvPicPr>
          <p:nvPr>
            <a:videoFile r:link="rId4"/>
            <p:extLst>
              <p:ext uri="{DAA4B4D4-6D71-4841-9C94-3DE7FCFB9230}">
                <p14:media xmlns:p14="http://schemas.microsoft.com/office/powerpoint/2010/main" r:embed="rId3"/>
              </p:ext>
            </p:extLst>
          </p:nvPr>
        </p:nvPicPr>
        <p:blipFill>
          <a:blip r:embed="rId12"/>
          <a:stretch>
            <a:fillRect/>
          </a:stretch>
        </p:blipFill>
        <p:spPr>
          <a:xfrm>
            <a:off x="858938" y="1597811"/>
            <a:ext cx="2676678" cy="4758539"/>
          </a:xfrm>
          <a:prstGeom prst="rect">
            <a:avLst/>
          </a:prstGeom>
        </p:spPr>
      </p:pic>
      <p:grpSp>
        <p:nvGrpSpPr>
          <p:cNvPr id="17" name="组合 16">
            <a:extLst>
              <a:ext uri="{FF2B5EF4-FFF2-40B4-BE49-F238E27FC236}">
                <a16:creationId xmlns:a16="http://schemas.microsoft.com/office/drawing/2014/main" id="{7E8DA2EA-F72A-4527-BDC3-C009FD93ABC4}"/>
              </a:ext>
            </a:extLst>
          </p:cNvPr>
          <p:cNvGrpSpPr/>
          <p:nvPr/>
        </p:nvGrpSpPr>
        <p:grpSpPr>
          <a:xfrm>
            <a:off x="1502668" y="1248888"/>
            <a:ext cx="9122446" cy="2997797"/>
            <a:chOff x="1502668" y="1248888"/>
            <a:chExt cx="9122446" cy="2997797"/>
          </a:xfrm>
        </p:grpSpPr>
        <p:grpSp>
          <p:nvGrpSpPr>
            <p:cNvPr id="6" name="组合 5">
              <a:extLst>
                <a:ext uri="{FF2B5EF4-FFF2-40B4-BE49-F238E27FC236}">
                  <a16:creationId xmlns:a16="http://schemas.microsoft.com/office/drawing/2014/main" id="{7452F3C4-94F2-4BC9-907B-68C168C8BFAB}"/>
                </a:ext>
              </a:extLst>
            </p:cNvPr>
            <p:cNvGrpSpPr/>
            <p:nvPr/>
          </p:nvGrpSpPr>
          <p:grpSpPr>
            <a:xfrm>
              <a:off x="1502668" y="1248888"/>
              <a:ext cx="9122446" cy="2997797"/>
              <a:chOff x="1529863" y="1782938"/>
              <a:chExt cx="9122446" cy="2997797"/>
            </a:xfrm>
            <a:effectLst>
              <a:outerShdw blurRad="50800" dist="38100" dir="2700000" algn="tl" rotWithShape="0">
                <a:prstClr val="black">
                  <a:alpha val="40000"/>
                </a:prstClr>
              </a:outerShdw>
            </a:effectLst>
          </p:grpSpPr>
          <p:sp useBgFill="1">
            <p:nvSpPr>
              <p:cNvPr id="58" name="slot_71">
                <a:extLst>
                  <a:ext uri="{FF2B5EF4-FFF2-40B4-BE49-F238E27FC236}">
                    <a16:creationId xmlns:a16="http://schemas.microsoft.com/office/drawing/2014/main" id="{4EEB890C-372C-45B0-A8B0-FDA2ED466AEF}"/>
                  </a:ext>
                </a:extLst>
              </p:cNvPr>
              <p:cNvSpPr/>
              <p:nvPr/>
            </p:nvSpPr>
            <p:spPr>
              <a:xfrm>
                <a:off x="1529863" y="2005965"/>
                <a:ext cx="9122446" cy="2774770"/>
              </a:xfrm>
              <a:prstGeom prst="roundRect">
                <a:avLst>
                  <a:gd name="adj" fmla="val 6195"/>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0" name="组合 59">
                <a:extLst>
                  <a:ext uri="{FF2B5EF4-FFF2-40B4-BE49-F238E27FC236}">
                    <a16:creationId xmlns:a16="http://schemas.microsoft.com/office/drawing/2014/main" id="{F24E545D-2AE3-45D9-9BF2-C101BAB36CFA}"/>
                  </a:ext>
                </a:extLst>
              </p:cNvPr>
              <p:cNvGrpSpPr/>
              <p:nvPr/>
            </p:nvGrpSpPr>
            <p:grpSpPr>
              <a:xfrm>
                <a:off x="2090605" y="1782938"/>
                <a:ext cx="2796540" cy="462915"/>
                <a:chOff x="1095" y="2621"/>
                <a:chExt cx="4404" cy="729"/>
              </a:xfrm>
            </p:grpSpPr>
            <p:sp>
              <p:nvSpPr>
                <p:cNvPr id="67" name="slot_18">
                  <a:extLst>
                    <a:ext uri="{FF2B5EF4-FFF2-40B4-BE49-F238E27FC236}">
                      <a16:creationId xmlns:a16="http://schemas.microsoft.com/office/drawing/2014/main" id="{FA6AC705-F2CE-44B9-BA9C-747C652922C9}"/>
                    </a:ext>
                  </a:extLst>
                </p:cNvPr>
                <p:cNvSpPr/>
                <p:nvPr/>
              </p:nvSpPr>
              <p:spPr>
                <a:xfrm>
                  <a:off x="1095" y="2621"/>
                  <a:ext cx="4404" cy="728"/>
                </a:xfrm>
                <a:prstGeom prst="roundRect">
                  <a:avLst>
                    <a:gd name="adj" fmla="val 50000"/>
                  </a:avLst>
                </a:prstGeom>
                <a:gradFill>
                  <a:gsLst>
                    <a:gs pos="0">
                      <a:srgbClr val="F1D5A4"/>
                    </a:gs>
                    <a:gs pos="30000">
                      <a:srgbClr val="97998C">
                        <a:alpha val="100000"/>
                      </a:srgbClr>
                    </a:gs>
                    <a:gs pos="76000">
                      <a:srgbClr val="A23838"/>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2400" dirty="0">
                      <a:solidFill>
                        <a:schemeClr val="bg1"/>
                      </a:solidFill>
                      <a:latin typeface="仓耳玄三M W05" panose="02020400000000000000" charset="-122"/>
                      <a:ea typeface="仓耳玄三M W05" panose="02020400000000000000" charset="-122"/>
                      <a:cs typeface="仓耳玄三M W05" panose="02020400000000000000" charset="-122"/>
                      <a:sym typeface="Arial" panose="020B0604020202020204" pitchFamily="34" charset="0"/>
                    </a:rPr>
                    <a:t>存在问题</a:t>
                  </a:r>
                </a:p>
              </p:txBody>
            </p:sp>
            <p:pic>
              <p:nvPicPr>
                <p:cNvPr id="68" name="picture_23" descr="picture_23">
                  <a:extLst>
                    <a:ext uri="{FF2B5EF4-FFF2-40B4-BE49-F238E27FC236}">
                      <a16:creationId xmlns:a16="http://schemas.microsoft.com/office/drawing/2014/main" id="{383B2565-EDDD-4FD8-B66A-B33E475B0425}"/>
                    </a:ext>
                  </a:extLst>
                </p:cNvPr>
                <p:cNvPicPr>
                  <a:picLocks noChangeAspect="1"/>
                </p:cNvPicPr>
                <p:nvPr/>
              </p:nvPicPr>
              <p:blipFill>
                <a:blip r:embed="rId13">
                  <a:lum contrast="18000"/>
                </a:blip>
                <a:srcRect l="26109" t="24766" r="47355" b="195"/>
                <a:stretch>
                  <a:fillRect/>
                </a:stretch>
              </p:blipFill>
              <p:spPr>
                <a:xfrm>
                  <a:off x="1095" y="2621"/>
                  <a:ext cx="753" cy="729"/>
                </a:xfrm>
                <a:prstGeom prst="ellipse">
                  <a:avLst/>
                </a:prstGeom>
                <a:effectLst/>
              </p:spPr>
            </p:pic>
          </p:grpSp>
        </p:grpSp>
        <p:sp>
          <p:nvSpPr>
            <p:cNvPr id="59" name="slot_11">
              <a:extLst>
                <a:ext uri="{FF2B5EF4-FFF2-40B4-BE49-F238E27FC236}">
                  <a16:creationId xmlns:a16="http://schemas.microsoft.com/office/drawing/2014/main" id="{9E982D4A-4008-4B64-B7BE-D1F9C76FF4FC}"/>
                </a:ext>
              </a:extLst>
            </p:cNvPr>
            <p:cNvSpPr txBox="1"/>
            <p:nvPr/>
          </p:nvSpPr>
          <p:spPr>
            <a:xfrm>
              <a:off x="2008505" y="1826601"/>
              <a:ext cx="8296660" cy="1881990"/>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20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忽视这一问题存在的必然性，如独居老人很难每次只做一顿饭</a:t>
              </a:r>
              <a:endParaRPr lang="en-US" altLang="zh-CN" sz="20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marL="285750" indent="-285750">
                <a:lnSpc>
                  <a:spcPct val="150000"/>
                </a:lnSpc>
                <a:buFont typeface="Wingdings" panose="05000000000000000000" pitchFamily="2" charset="2"/>
                <a:buChar char="l"/>
              </a:pPr>
              <a:r>
                <a:rPr lang="zh-CN" altLang="en-US" sz="20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集中突出危害后果，却未充分解释风险形成的条件和具体处理方式</a:t>
              </a:r>
            </a:p>
            <a:p>
              <a:pPr marL="285750" indent="-285750">
                <a:lnSpc>
                  <a:spcPct val="150000"/>
                </a:lnSpc>
                <a:buFont typeface="Wingdings" panose="05000000000000000000" pitchFamily="2" charset="2"/>
                <a:buChar char="l"/>
              </a:pPr>
              <a:r>
                <a:rPr lang="zh-CN" altLang="en-US" sz="20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只暗示“能吃、不能吃”，家庭仍缺少可操作的行为指南</a:t>
              </a:r>
              <a:endParaRPr lang="en-US" altLang="zh-CN" sz="20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marL="285750" indent="-285750">
                <a:lnSpc>
                  <a:spcPct val="150000"/>
                </a:lnSpc>
                <a:buFont typeface="Wingdings" panose="05000000000000000000" pitchFamily="2" charset="2"/>
                <a:buChar char="l"/>
              </a:pPr>
              <a:r>
                <a:rPr lang="zh-CN" altLang="en-US" sz="20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冲突对立的剧情，天然把受众摆在过错方的位置，更难以接受宣传</a:t>
              </a:r>
            </a:p>
          </p:txBody>
        </p:sp>
      </p:gr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3333"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23979" fill="hold"/>
                                        <p:tgtEl>
                                          <p:spTgt spid="5"/>
                                        </p:tgtEl>
                                      </p:cBhvr>
                                    </p:cmd>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1000"/>
                                        <p:tgtEl>
                                          <p:spTgt spid="17"/>
                                        </p:tgtEl>
                                      </p:cBhvr>
                                    </p:animEffect>
                                    <p:anim calcmode="lin" valueType="num">
                                      <p:cBhvr>
                                        <p:cTn id="16" dur="1000" fill="hold"/>
                                        <p:tgtEl>
                                          <p:spTgt spid="17"/>
                                        </p:tgtEl>
                                        <p:attrNameLst>
                                          <p:attrName>ppt_x</p:attrName>
                                        </p:attrNameLst>
                                      </p:cBhvr>
                                      <p:tavLst>
                                        <p:tav tm="0">
                                          <p:val>
                                            <p:strVal val="#ppt_x"/>
                                          </p:val>
                                        </p:tav>
                                        <p:tav tm="100000">
                                          <p:val>
                                            <p:strVal val="#ppt_x"/>
                                          </p:val>
                                        </p:tav>
                                      </p:tavLst>
                                    </p:anim>
                                    <p:anim calcmode="lin" valueType="num">
                                      <p:cBhvr>
                                        <p:cTn id="1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vol="80000">
                <p:cTn id="18" fill="hold" display="0">
                  <p:stCondLst>
                    <p:cond delay="indefinite"/>
                  </p:stCondLst>
                </p:cTn>
                <p:tgtEl>
                  <p:spTgt spid="4"/>
                </p:tgtEl>
              </p:cMediaNode>
            </p:video>
            <p:seq concurrent="1" nextAc="seek">
              <p:cTn id="19" restart="whenNotActive" fill="hold" evtFilter="cancelBubble" nodeType="interactiveSeq">
                <p:stCondLst>
                  <p:cond evt="onClick" delay="0">
                    <p:tgtEl>
                      <p:spTgt spid="4"/>
                    </p:tgtEl>
                  </p:cond>
                </p:stCondLst>
                <p:endSync evt="end" delay="0">
                  <p:rtn val="all"/>
                </p:endSync>
                <p:childTnLst>
                  <p:par>
                    <p:cTn id="20" fill="hold">
                      <p:stCondLst>
                        <p:cond delay="0"/>
                      </p:stCondLst>
                      <p:childTnLst>
                        <p:par>
                          <p:cTn id="21" fill="hold">
                            <p:stCondLst>
                              <p:cond delay="0"/>
                            </p:stCondLst>
                            <p:childTnLst>
                              <p:par>
                                <p:cTn id="22" presetID="2" presetClass="mediacall" presetSubtype="0" fill="hold" nodeType="clickEffect">
                                  <p:stCondLst>
                                    <p:cond delay="0"/>
                                  </p:stCondLst>
                                  <p:childTnLst>
                                    <p:cmd type="call" cmd="togglePause">
                                      <p:cBhvr>
                                        <p:cTn id="23" dur="1" fill="hold"/>
                                        <p:tgtEl>
                                          <p:spTgt spid="4"/>
                                        </p:tgtEl>
                                      </p:cBhvr>
                                    </p:cmd>
                                  </p:childTnLst>
                                </p:cTn>
                              </p:par>
                            </p:childTnLst>
                          </p:cTn>
                        </p:par>
                      </p:childTnLst>
                    </p:cTn>
                  </p:par>
                </p:childTnLst>
              </p:cTn>
              <p:nextCondLst>
                <p:cond evt="onClick" delay="0">
                  <p:tgtEl>
                    <p:spTgt spid="4"/>
                  </p:tgtEl>
                </p:cond>
              </p:nextCondLst>
            </p:seq>
            <p:video>
              <p:cMediaNode vol="80000">
                <p:cTn id="24" fill="hold" display="0">
                  <p:stCondLst>
                    <p:cond delay="indefinite"/>
                  </p:stCondLst>
                </p:cTn>
                <p:tgtEl>
                  <p:spTgt spid="5"/>
                </p:tgtEl>
              </p:cMediaNode>
            </p:video>
            <p:seq concurrent="1" nextAc="seek">
              <p:cTn id="25" restart="whenNotActive" fill="hold" evtFilter="cancelBubble" nodeType="interactiveSeq">
                <p:stCondLst>
                  <p:cond evt="onClick" delay="0">
                    <p:tgtEl>
                      <p:spTgt spid="5"/>
                    </p:tgtEl>
                  </p:cond>
                </p:stCondLst>
                <p:endSync evt="end" delay="0">
                  <p:rtn val="all"/>
                </p:endSync>
                <p:childTnLst>
                  <p:par>
                    <p:cTn id="26" fill="hold">
                      <p:stCondLst>
                        <p:cond delay="0"/>
                      </p:stCondLst>
                      <p:childTnLst>
                        <p:par>
                          <p:cTn id="27" fill="hold">
                            <p:stCondLst>
                              <p:cond delay="0"/>
                            </p:stCondLst>
                            <p:childTnLst>
                              <p:par>
                                <p:cTn id="28" presetID="2" presetClass="mediacall" presetSubtype="0" fill="hold" nodeType="clickEffect">
                                  <p:stCondLst>
                                    <p:cond delay="0"/>
                                  </p:stCondLst>
                                  <p:childTnLst>
                                    <p:cmd type="call" cmd="togglePause">
                                      <p:cBhvr>
                                        <p:cTn id="29"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5" name="slot_15"/>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pic>
        <p:nvPicPr>
          <p:cNvPr id="2" name="picture_2" descr="picture_2"/>
          <p:cNvPicPr>
            <a:picLocks noChangeAspect="1"/>
          </p:cNvPicPr>
          <p:nvPr/>
        </p:nvPicPr>
        <p:blipFill>
          <a:blip r:embed="rId6"/>
          <a:stretch>
            <a:fillRect/>
          </a:stretch>
        </p:blipFill>
        <p:spPr>
          <a:xfrm flipH="1">
            <a:off x="7787005" y="3843020"/>
            <a:ext cx="4404995" cy="3014980"/>
          </a:xfrm>
          <a:prstGeom prst="rect">
            <a:avLst/>
          </a:prstGeom>
        </p:spPr>
      </p:pic>
      <p:sp>
        <p:nvSpPr>
          <p:cNvPr id="4" name="slot_4"/>
          <p:cNvSpPr>
            <a:spLocks noGrp="1"/>
          </p:cNvSpPr>
          <p:nvPr>
            <p:ph type="sldNum" sz="quarter" idx="12"/>
          </p:nvPr>
        </p:nvSpPr>
        <p:spPr/>
        <p:txBody>
          <a:bodyPr/>
          <a:lstStyle/>
          <a:p>
            <a:fld id="{565CE74E-AB26-4998-AD42-012C4C1AD076}" type="slidenum">
              <a:rPr lang="zh-CN" altLang="en-US" smtClean="0"/>
              <a:t>4</a:t>
            </a:fld>
            <a:endParaRPr lang="zh-CN" altLang="en-US"/>
          </a:p>
        </p:txBody>
      </p:sp>
      <p:sp>
        <p:nvSpPr>
          <p:cNvPr id="5" name="slot_5"/>
          <p:cNvSpPr/>
          <p:nvPr/>
        </p:nvSpPr>
        <p:spPr>
          <a:xfrm>
            <a:off x="0" y="3828654"/>
            <a:ext cx="12192000" cy="3029345"/>
          </a:xfrm>
          <a:prstGeom prst="rect">
            <a:avLst/>
          </a:prstGeom>
          <a:gradFill>
            <a:gsLst>
              <a:gs pos="71000">
                <a:srgbClr val="C4B798">
                  <a:alpha val="99000"/>
                </a:srgbClr>
              </a:gs>
              <a:gs pos="50000">
                <a:srgbClr val="A23838"/>
              </a:gs>
              <a:gs pos="100000">
                <a:srgbClr val="F1D5A4">
                  <a:alpha val="7000"/>
                </a:srgbClr>
              </a:gs>
            </a:gsLst>
            <a:lin ang="6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项目定位</a:t>
            </a:r>
          </a:p>
        </p:txBody>
      </p:sp>
      <p:grpSp>
        <p:nvGrpSpPr>
          <p:cNvPr id="17" name="组合 16"/>
          <p:cNvGrpSpPr/>
          <p:nvPr/>
        </p:nvGrpSpPr>
        <p:grpSpPr>
          <a:xfrm>
            <a:off x="1705610" y="1984609"/>
            <a:ext cx="8794750" cy="3888740"/>
            <a:chOff x="2686" y="2404"/>
            <a:chExt cx="13850" cy="6124"/>
          </a:xfrm>
        </p:grpSpPr>
        <p:grpSp>
          <p:nvGrpSpPr>
            <p:cNvPr id="6" name="组合 5"/>
            <p:cNvGrpSpPr/>
            <p:nvPr/>
          </p:nvGrpSpPr>
          <p:grpSpPr>
            <a:xfrm>
              <a:off x="2686" y="2404"/>
              <a:ext cx="13850" cy="6124"/>
              <a:chOff x="1705848" y="1526751"/>
              <a:chExt cx="8794803" cy="3888594"/>
            </a:xfrm>
          </p:grpSpPr>
          <p:grpSp>
            <p:nvGrpSpPr>
              <p:cNvPr id="123" name="组 9"/>
              <p:cNvGrpSpPr/>
              <p:nvPr/>
            </p:nvGrpSpPr>
            <p:grpSpPr>
              <a:xfrm>
                <a:off x="4765788" y="1526751"/>
                <a:ext cx="2674924" cy="3888594"/>
                <a:chOff x="4758537" y="1531128"/>
                <a:chExt cx="2674924" cy="3888594"/>
              </a:xfrm>
            </p:grpSpPr>
            <p:sp>
              <p:nvSpPr>
                <p:cNvPr id="138" name="slot_138"/>
                <p:cNvSpPr/>
                <p:nvPr/>
              </p:nvSpPr>
              <p:spPr>
                <a:xfrm>
                  <a:off x="4758537" y="1693467"/>
                  <a:ext cx="2674924" cy="3726255"/>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9" name="slot_139"/>
                <p:cNvSpPr/>
                <p:nvPr/>
              </p:nvSpPr>
              <p:spPr>
                <a:xfrm>
                  <a:off x="4999503" y="4126424"/>
                  <a:ext cx="2192992" cy="96409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为什么有风险？</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时间、温度与操作，</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怎样影响食品风险。</a:t>
                  </a:r>
                </a:p>
              </p:txBody>
            </p:sp>
            <p:sp>
              <p:nvSpPr>
                <p:cNvPr id="140" name="slot_140"/>
                <p:cNvSpPr/>
                <p:nvPr/>
              </p:nvSpPr>
              <p:spPr>
                <a:xfrm>
                  <a:off x="5727870" y="1531128"/>
                  <a:ext cx="736258" cy="616687"/>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rgbClr val="F1D5A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spc="300" dirty="0">
                      <a:gradFill>
                        <a:gsLst>
                          <a:gs pos="49000">
                            <a:srgbClr val="A23838"/>
                          </a:gs>
                          <a:gs pos="100000">
                            <a:schemeClr val="bg1"/>
                          </a:gs>
                        </a:gsLst>
                        <a:lin ang="5400000" scaled="1"/>
                      </a:gradFill>
                      <a:latin typeface="Impact" panose="020B0806030902050204" pitchFamily="34" charset="0"/>
                      <a:sym typeface="+mn-ea"/>
                    </a:rPr>
                    <a:t>2</a:t>
                  </a:r>
                  <a:endParaRPr lang="en-US" altLang="zh-CN" sz="2800" spc="300" dirty="0">
                    <a:gradFill>
                      <a:gsLst>
                        <a:gs pos="49000">
                          <a:srgbClr val="A23838"/>
                        </a:gs>
                        <a:gs pos="100000">
                          <a:schemeClr val="bg1"/>
                        </a:gs>
                      </a:gsLst>
                      <a:lin ang="5400000" scaled="1"/>
                    </a:gradFill>
                    <a:latin typeface="Impact" panose="020B0806030902050204" pitchFamily="34" charset="0"/>
                    <a:ea typeface="微软雅黑" panose="020B0503020204020204" pitchFamily="34" charset="-122"/>
                    <a:sym typeface="+mn-ea"/>
                  </a:endParaRPr>
                </a:p>
              </p:txBody>
            </p:sp>
            <p:sp>
              <p:nvSpPr>
                <p:cNvPr id="141" name="slot_141"/>
                <p:cNvSpPr/>
                <p:nvPr/>
              </p:nvSpPr>
              <p:spPr>
                <a:xfrm>
                  <a:off x="5150803" y="3150396"/>
                  <a:ext cx="1890392" cy="46036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a:solidFill>
                        <a:schemeClr val="tx1">
                          <a:lumMod val="75000"/>
                          <a:lumOff val="25000"/>
                        </a:schemeClr>
                      </a:solidFill>
                      <a:latin typeface="Arial" panose="020B0604020202020204" pitchFamily="34" charset="0"/>
                      <a:ea typeface="微软雅黑" panose="020B0503020204020204" pitchFamily="34" charset="-122"/>
                      <a:cs typeface="Arial" panose="020B0600000000000000" charset="-122"/>
                      <a:sym typeface="Arial" panose="020B0604020202020204" pitchFamily="34" charset="0"/>
                    </a:rPr>
                    <a:t>风险机制</a:t>
                  </a:r>
                </a:p>
              </p:txBody>
            </p:sp>
            <p:sp>
              <p:nvSpPr>
                <p:cNvPr id="142" name="slot_142"/>
                <p:cNvSpPr/>
                <p:nvPr/>
              </p:nvSpPr>
              <p:spPr>
                <a:xfrm rot="16200000">
                  <a:off x="6059999" y="3543370"/>
                  <a:ext cx="72000" cy="653531"/>
                </a:xfrm>
                <a:prstGeom prst="roundRect">
                  <a:avLst>
                    <a:gd name="adj" fmla="val 50000"/>
                  </a:avLst>
                </a:prstGeom>
                <a:solidFill>
                  <a:schemeClr val="bg2">
                    <a:lumMod val="90000"/>
                  </a:schemeClr>
                </a:solidFill>
                <a:ln w="19050" cap="flat">
                  <a:noFill/>
                  <a:prstDash val="solid"/>
                  <a:miter lim="800000"/>
                </a:ln>
                <a:effectLst>
                  <a:outerShdw blurRad="190500" dist="76200" dir="5400000" sx="103000" sy="103000" algn="t" rotWithShape="0">
                    <a:prstClr val="black">
                      <a:alpha val="10000"/>
                    </a:prst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24" name="组 87"/>
              <p:cNvGrpSpPr/>
              <p:nvPr/>
            </p:nvGrpSpPr>
            <p:grpSpPr>
              <a:xfrm>
                <a:off x="1705848" y="1526751"/>
                <a:ext cx="2674924" cy="3888594"/>
                <a:chOff x="4758537" y="1531128"/>
                <a:chExt cx="2674924" cy="3888594"/>
              </a:xfrm>
            </p:grpSpPr>
            <p:sp>
              <p:nvSpPr>
                <p:cNvPr id="132" name="slot_132"/>
                <p:cNvSpPr/>
                <p:nvPr/>
              </p:nvSpPr>
              <p:spPr>
                <a:xfrm>
                  <a:off x="4758537" y="1693467"/>
                  <a:ext cx="2674924" cy="3726255"/>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3" name="slot_133"/>
                <p:cNvSpPr/>
                <p:nvPr/>
              </p:nvSpPr>
              <p:spPr>
                <a:xfrm>
                  <a:off x="4999503" y="4126424"/>
                  <a:ext cx="2192992" cy="96409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发生了什么？</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储存过程中，</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食物出现哪些变化。</a:t>
                  </a:r>
                </a:p>
              </p:txBody>
            </p:sp>
            <p:sp>
              <p:nvSpPr>
                <p:cNvPr id="134" name="slot_134"/>
                <p:cNvSpPr/>
                <p:nvPr/>
              </p:nvSpPr>
              <p:spPr>
                <a:xfrm>
                  <a:off x="5727870" y="1531128"/>
                  <a:ext cx="736258" cy="616687"/>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spc="300" dirty="0">
                      <a:gradFill>
                        <a:gsLst>
                          <a:gs pos="23000">
                            <a:srgbClr val="F1D5A4"/>
                          </a:gs>
                          <a:gs pos="100000">
                            <a:schemeClr val="bg1"/>
                          </a:gs>
                        </a:gsLst>
                        <a:lin ang="5400000" scaled="1"/>
                      </a:gradFill>
                      <a:latin typeface="Impact" panose="020B0806030902050204" pitchFamily="34" charset="0"/>
                      <a:sym typeface="+mn-ea"/>
                    </a:rPr>
                    <a:t>1</a:t>
                  </a:r>
                  <a:endParaRPr lang="en-US" altLang="zh-CN" sz="2400" spc="300" dirty="0">
                    <a:gradFill>
                      <a:gsLst>
                        <a:gs pos="23000">
                          <a:srgbClr val="F1D5A4"/>
                        </a:gs>
                        <a:gs pos="100000">
                          <a:schemeClr val="bg1"/>
                        </a:gs>
                      </a:gsLst>
                      <a:lin ang="5400000" scaled="1"/>
                    </a:gradFill>
                    <a:latin typeface="Impact" panose="020B0806030902050204" pitchFamily="34" charset="0"/>
                    <a:ea typeface="微软雅黑" panose="020B0503020204020204" pitchFamily="34" charset="-122"/>
                    <a:sym typeface="+mn-ea"/>
                  </a:endParaRPr>
                </a:p>
              </p:txBody>
            </p:sp>
            <p:sp>
              <p:nvSpPr>
                <p:cNvPr id="135" name="slot_135"/>
                <p:cNvSpPr/>
                <p:nvPr/>
              </p:nvSpPr>
              <p:spPr>
                <a:xfrm>
                  <a:off x="5150803" y="3150396"/>
                  <a:ext cx="1890392" cy="46036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a:solidFill>
                        <a:schemeClr val="tx1">
                          <a:lumMod val="75000"/>
                          <a:lumOff val="25000"/>
                        </a:schemeClr>
                      </a:solidFill>
                      <a:latin typeface="Arial" panose="020B0604020202020204" pitchFamily="34" charset="0"/>
                      <a:ea typeface="微软雅黑" panose="020B0503020204020204" pitchFamily="34" charset="-122"/>
                      <a:cs typeface="Arial" panose="020B0600000000000000" charset="-122"/>
                      <a:sym typeface="Arial" panose="020B0604020202020204" pitchFamily="34" charset="0"/>
                    </a:rPr>
                    <a:t>储存变化</a:t>
                  </a:r>
                </a:p>
              </p:txBody>
            </p:sp>
            <p:sp>
              <p:nvSpPr>
                <p:cNvPr id="136" name="slot_136"/>
                <p:cNvSpPr/>
                <p:nvPr/>
              </p:nvSpPr>
              <p:spPr>
                <a:xfrm rot="16200000">
                  <a:off x="6059999" y="3543370"/>
                  <a:ext cx="72000" cy="653531"/>
                </a:xfrm>
                <a:prstGeom prst="roundRect">
                  <a:avLst>
                    <a:gd name="adj" fmla="val 50000"/>
                  </a:avLst>
                </a:prstGeom>
                <a:solidFill>
                  <a:schemeClr val="bg2">
                    <a:lumMod val="90000"/>
                  </a:schemeClr>
                </a:solidFill>
                <a:ln w="19050" cap="flat">
                  <a:noFill/>
                  <a:prstDash val="solid"/>
                  <a:miter lim="800000"/>
                </a:ln>
                <a:effectLst>
                  <a:outerShdw blurRad="190500" dist="76200" dir="5400000" sx="103000" sy="103000" algn="t" rotWithShape="0">
                    <a:prstClr val="black">
                      <a:alpha val="10000"/>
                    </a:prst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25" name="组 95"/>
              <p:cNvGrpSpPr/>
              <p:nvPr/>
            </p:nvGrpSpPr>
            <p:grpSpPr>
              <a:xfrm>
                <a:off x="7825727" y="1526751"/>
                <a:ext cx="2674924" cy="3888594"/>
                <a:chOff x="4758537" y="1531128"/>
                <a:chExt cx="2674924" cy="3888594"/>
              </a:xfrm>
            </p:grpSpPr>
            <p:sp>
              <p:nvSpPr>
                <p:cNvPr id="126" name="slot_126"/>
                <p:cNvSpPr/>
                <p:nvPr/>
              </p:nvSpPr>
              <p:spPr>
                <a:xfrm>
                  <a:off x="4758537" y="1693467"/>
                  <a:ext cx="2674924" cy="3726255"/>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7" name="slot_127"/>
                <p:cNvSpPr/>
                <p:nvPr/>
              </p:nvSpPr>
              <p:spPr>
                <a:xfrm>
                  <a:off x="4999503" y="4126424"/>
                  <a:ext cx="2192992" cy="96409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怎样降低风险？</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合理保存、充分复热。</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保存不当时及时丢弃。</a:t>
                  </a:r>
                </a:p>
              </p:txBody>
            </p:sp>
            <p:sp>
              <p:nvSpPr>
                <p:cNvPr id="128" name="slot_128"/>
                <p:cNvSpPr/>
                <p:nvPr/>
              </p:nvSpPr>
              <p:spPr>
                <a:xfrm>
                  <a:off x="5727870" y="1531128"/>
                  <a:ext cx="736258" cy="616687"/>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spc="300" dirty="0">
                      <a:gradFill>
                        <a:gsLst>
                          <a:gs pos="23000">
                            <a:srgbClr val="F1D5A4"/>
                          </a:gs>
                          <a:gs pos="100000">
                            <a:schemeClr val="bg1"/>
                          </a:gs>
                        </a:gsLst>
                        <a:lin ang="5400000" scaled="1"/>
                      </a:gradFill>
                      <a:latin typeface="Impact" panose="020B0806030902050204" pitchFamily="34" charset="0"/>
                      <a:sym typeface="+mn-ea"/>
                    </a:rPr>
                    <a:t>3</a:t>
                  </a:r>
                  <a:endParaRPr lang="zh-CN" altLang="en-US" sz="2800" dirty="0">
                    <a:latin typeface="Arial" panose="020B0604020202020204" pitchFamily="34" charset="0"/>
                    <a:ea typeface="微软雅黑" panose="020B0503020204020204" pitchFamily="34" charset="-122"/>
                    <a:sym typeface="Arial" panose="020B0604020202020204" pitchFamily="34" charset="0"/>
                  </a:endParaRPr>
                </a:p>
              </p:txBody>
            </p:sp>
            <p:sp>
              <p:nvSpPr>
                <p:cNvPr id="129" name="slot_129"/>
                <p:cNvSpPr/>
                <p:nvPr/>
              </p:nvSpPr>
              <p:spPr>
                <a:xfrm>
                  <a:off x="5150803" y="3150396"/>
                  <a:ext cx="1890392" cy="46036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a:solidFill>
                        <a:schemeClr val="tx1">
                          <a:lumMod val="75000"/>
                          <a:lumOff val="25000"/>
                        </a:schemeClr>
                      </a:solidFill>
                      <a:latin typeface="Arial" panose="020B0604020202020204" pitchFamily="34" charset="0"/>
                      <a:ea typeface="微软雅黑" panose="020B0503020204020204" pitchFamily="34" charset="-122"/>
                      <a:cs typeface="Arial" panose="020B0600000000000000" charset="-122"/>
                      <a:sym typeface="Arial" panose="020B0604020202020204" pitchFamily="34" charset="0"/>
                    </a:rPr>
                    <a:t>处理行动</a:t>
                  </a:r>
                </a:p>
              </p:txBody>
            </p:sp>
            <p:sp>
              <p:nvSpPr>
                <p:cNvPr id="130" name="slot_130"/>
                <p:cNvSpPr/>
                <p:nvPr/>
              </p:nvSpPr>
              <p:spPr>
                <a:xfrm rot="16200000">
                  <a:off x="6059999" y="3543370"/>
                  <a:ext cx="72000" cy="653531"/>
                </a:xfrm>
                <a:prstGeom prst="roundRect">
                  <a:avLst>
                    <a:gd name="adj" fmla="val 50000"/>
                  </a:avLst>
                </a:prstGeom>
                <a:solidFill>
                  <a:schemeClr val="bg2">
                    <a:lumMod val="90000"/>
                  </a:schemeClr>
                </a:solidFill>
                <a:ln w="19050" cap="flat">
                  <a:noFill/>
                  <a:prstDash val="solid"/>
                  <a:miter lim="800000"/>
                </a:ln>
                <a:effectLst>
                  <a:outerShdw blurRad="190500" dist="76200" dir="5400000" sx="103000" sy="103000" algn="t" rotWithShape="0">
                    <a:prstClr val="black">
                      <a:alpha val="10000"/>
                    </a:prst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728" name="Group 17"/>
            <p:cNvGrpSpPr/>
            <p:nvPr/>
          </p:nvGrpSpPr>
          <p:grpSpPr>
            <a:xfrm>
              <a:off x="4447" y="3764"/>
              <a:ext cx="668" cy="840"/>
              <a:chOff x="0" y="0"/>
              <a:chExt cx="423862" cy="533400"/>
            </a:xfrm>
          </p:grpSpPr>
          <p:sp>
            <p:nvSpPr>
              <p:cNvPr id="725" name="slot_725"/>
              <p:cNvSpPr/>
              <p:nvPr/>
            </p:nvSpPr>
            <p:spPr>
              <a:xfrm>
                <a:off x="0" y="0"/>
                <a:ext cx="423863" cy="533401"/>
              </a:xfrm>
              <a:custGeom>
                <a:avLst/>
                <a:gdLst/>
                <a:ahLst/>
                <a:cxnLst>
                  <a:cxn ang="0">
                    <a:pos x="wd2" y="hd2"/>
                  </a:cxn>
                  <a:cxn ang="5400000">
                    <a:pos x="wd2" y="hd2"/>
                  </a:cxn>
                  <a:cxn ang="10800000">
                    <a:pos x="wd2" y="hd2"/>
                  </a:cxn>
                  <a:cxn ang="16200000">
                    <a:pos x="wd2" y="hd2"/>
                  </a:cxn>
                </a:cxnLst>
                <a:rect l="0" t="0" r="r" b="b"/>
                <a:pathLst>
                  <a:path w="21600" h="21600" extrusionOk="0">
                    <a:moveTo>
                      <a:pt x="20847" y="5615"/>
                    </a:moveTo>
                    <a:cubicBezTo>
                      <a:pt x="4271" y="5615"/>
                      <a:pt x="4271" y="5615"/>
                      <a:pt x="4271" y="5615"/>
                    </a:cubicBezTo>
                    <a:cubicBezTo>
                      <a:pt x="2748" y="5615"/>
                      <a:pt x="1488" y="4615"/>
                      <a:pt x="1488" y="3392"/>
                    </a:cubicBezTo>
                    <a:cubicBezTo>
                      <a:pt x="1488" y="2182"/>
                      <a:pt x="2731" y="1181"/>
                      <a:pt x="4271" y="1181"/>
                    </a:cubicBezTo>
                    <a:cubicBezTo>
                      <a:pt x="20847" y="1181"/>
                      <a:pt x="20847" y="1181"/>
                      <a:pt x="20847" y="1181"/>
                    </a:cubicBezTo>
                    <a:cubicBezTo>
                      <a:pt x="21267" y="1181"/>
                      <a:pt x="21600" y="917"/>
                      <a:pt x="21600" y="598"/>
                    </a:cubicBezTo>
                    <a:cubicBezTo>
                      <a:pt x="21600" y="264"/>
                      <a:pt x="21250" y="0"/>
                      <a:pt x="20847" y="0"/>
                    </a:cubicBezTo>
                    <a:cubicBezTo>
                      <a:pt x="4271" y="0"/>
                      <a:pt x="4271" y="0"/>
                      <a:pt x="4271" y="0"/>
                    </a:cubicBezTo>
                    <a:cubicBezTo>
                      <a:pt x="1925" y="0"/>
                      <a:pt x="0" y="1529"/>
                      <a:pt x="0" y="3392"/>
                    </a:cubicBezTo>
                    <a:cubicBezTo>
                      <a:pt x="0" y="18195"/>
                      <a:pt x="0" y="18195"/>
                      <a:pt x="0" y="18195"/>
                    </a:cubicBezTo>
                    <a:cubicBezTo>
                      <a:pt x="0" y="20071"/>
                      <a:pt x="1925" y="21600"/>
                      <a:pt x="4271" y="21600"/>
                    </a:cubicBezTo>
                    <a:cubicBezTo>
                      <a:pt x="20847" y="21600"/>
                      <a:pt x="20847" y="21600"/>
                      <a:pt x="20847" y="21600"/>
                    </a:cubicBezTo>
                    <a:cubicBezTo>
                      <a:pt x="21267" y="21600"/>
                      <a:pt x="21600" y="21322"/>
                      <a:pt x="21600" y="21002"/>
                    </a:cubicBezTo>
                    <a:cubicBezTo>
                      <a:pt x="21600" y="6199"/>
                      <a:pt x="21600" y="6199"/>
                      <a:pt x="21600" y="6199"/>
                    </a:cubicBezTo>
                    <a:cubicBezTo>
                      <a:pt x="21582" y="5880"/>
                      <a:pt x="21250" y="5615"/>
                      <a:pt x="20847" y="5615"/>
                    </a:cubicBezTo>
                    <a:close/>
                    <a:moveTo>
                      <a:pt x="20095" y="20405"/>
                    </a:moveTo>
                    <a:cubicBezTo>
                      <a:pt x="4271" y="20405"/>
                      <a:pt x="4271" y="20405"/>
                      <a:pt x="4271" y="20405"/>
                    </a:cubicBezTo>
                    <a:cubicBezTo>
                      <a:pt x="2748" y="20405"/>
                      <a:pt x="1488" y="19418"/>
                      <a:pt x="1488" y="18195"/>
                    </a:cubicBezTo>
                    <a:cubicBezTo>
                      <a:pt x="1488" y="5977"/>
                      <a:pt x="1488" y="5977"/>
                      <a:pt x="1488" y="5977"/>
                    </a:cubicBezTo>
                    <a:cubicBezTo>
                      <a:pt x="2241" y="6491"/>
                      <a:pt x="3221" y="6797"/>
                      <a:pt x="4271" y="6797"/>
                    </a:cubicBezTo>
                    <a:cubicBezTo>
                      <a:pt x="20095" y="6797"/>
                      <a:pt x="20095" y="6797"/>
                      <a:pt x="20095" y="6797"/>
                    </a:cubicBezTo>
                    <a:lnTo>
                      <a:pt x="20095" y="20405"/>
                    </a:lnTo>
                    <a:close/>
                    <a:moveTo>
                      <a:pt x="20095" y="20405"/>
                    </a:moveTo>
                    <a:cubicBezTo>
                      <a:pt x="20095" y="20405"/>
                      <a:pt x="20095" y="20405"/>
                      <a:pt x="20095" y="20405"/>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26" name="slot_726"/>
              <p:cNvSpPr/>
              <p:nvPr/>
            </p:nvSpPr>
            <p:spPr>
              <a:xfrm>
                <a:off x="73025" y="71437"/>
                <a:ext cx="304801" cy="28576"/>
              </a:xfrm>
              <a:custGeom>
                <a:avLst/>
                <a:gdLst/>
                <a:ahLst/>
                <a:cxnLst>
                  <a:cxn ang="0">
                    <a:pos x="wd2" y="hd2"/>
                  </a:cxn>
                  <a:cxn ang="5400000">
                    <a:pos x="wd2" y="hd2"/>
                  </a:cxn>
                  <a:cxn ang="10800000">
                    <a:pos x="wd2" y="hd2"/>
                  </a:cxn>
                  <a:cxn ang="16200000">
                    <a:pos x="wd2" y="hd2"/>
                  </a:cxn>
                </a:cxnLst>
                <a:rect l="0" t="0" r="r" b="b"/>
                <a:pathLst>
                  <a:path w="21600" h="21600" extrusionOk="0">
                    <a:moveTo>
                      <a:pt x="1049" y="0"/>
                    </a:moveTo>
                    <a:cubicBezTo>
                      <a:pt x="464" y="0"/>
                      <a:pt x="0" y="4828"/>
                      <a:pt x="0" y="10673"/>
                    </a:cubicBezTo>
                    <a:cubicBezTo>
                      <a:pt x="0" y="16772"/>
                      <a:pt x="488" y="21600"/>
                      <a:pt x="1049" y="21600"/>
                    </a:cubicBezTo>
                    <a:cubicBezTo>
                      <a:pt x="20551" y="21600"/>
                      <a:pt x="20551" y="21600"/>
                      <a:pt x="20551" y="21600"/>
                    </a:cubicBezTo>
                    <a:cubicBezTo>
                      <a:pt x="21136" y="21600"/>
                      <a:pt x="21600" y="16772"/>
                      <a:pt x="21600" y="10673"/>
                    </a:cubicBezTo>
                    <a:cubicBezTo>
                      <a:pt x="21600" y="4828"/>
                      <a:pt x="21136" y="0"/>
                      <a:pt x="20551" y="0"/>
                    </a:cubicBezTo>
                    <a:lnTo>
                      <a:pt x="1049" y="0"/>
                    </a:lnTo>
                    <a:close/>
                    <a:moveTo>
                      <a:pt x="1049" y="0"/>
                    </a:moveTo>
                    <a:cubicBezTo>
                      <a:pt x="1049" y="0"/>
                      <a:pt x="1049" y="0"/>
                      <a:pt x="1049" y="0"/>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27" name="slot_727"/>
              <p:cNvSpPr/>
              <p:nvPr/>
            </p:nvSpPr>
            <p:spPr>
              <a:xfrm>
                <a:off x="130307" y="225424"/>
                <a:ext cx="163074" cy="215902"/>
              </a:xfrm>
              <a:custGeom>
                <a:avLst/>
                <a:gdLst/>
                <a:ahLst/>
                <a:cxnLst>
                  <a:cxn ang="0">
                    <a:pos x="wd2" y="hd2"/>
                  </a:cxn>
                  <a:cxn ang="5400000">
                    <a:pos x="wd2" y="hd2"/>
                  </a:cxn>
                  <a:cxn ang="10800000">
                    <a:pos x="wd2" y="hd2"/>
                  </a:cxn>
                  <a:cxn ang="16200000">
                    <a:pos x="wd2" y="hd2"/>
                  </a:cxn>
                </a:cxnLst>
                <a:rect l="0" t="0" r="r" b="b"/>
                <a:pathLst>
                  <a:path w="21132" h="21600" extrusionOk="0">
                    <a:moveTo>
                      <a:pt x="1291" y="21497"/>
                    </a:moveTo>
                    <a:cubicBezTo>
                      <a:pt x="1469" y="21566"/>
                      <a:pt x="1692" y="21600"/>
                      <a:pt x="1915" y="21600"/>
                    </a:cubicBezTo>
                    <a:cubicBezTo>
                      <a:pt x="2716" y="21600"/>
                      <a:pt x="3429" y="21223"/>
                      <a:pt x="3696" y="20640"/>
                    </a:cubicBezTo>
                    <a:cubicBezTo>
                      <a:pt x="6012" y="15669"/>
                      <a:pt x="6012" y="15669"/>
                      <a:pt x="6012" y="15669"/>
                    </a:cubicBezTo>
                    <a:cubicBezTo>
                      <a:pt x="14919" y="15669"/>
                      <a:pt x="14919" y="15669"/>
                      <a:pt x="14919" y="15669"/>
                    </a:cubicBezTo>
                    <a:cubicBezTo>
                      <a:pt x="14964" y="15669"/>
                      <a:pt x="15053" y="15669"/>
                      <a:pt x="15142" y="15634"/>
                    </a:cubicBezTo>
                    <a:cubicBezTo>
                      <a:pt x="17458" y="20640"/>
                      <a:pt x="17458" y="20640"/>
                      <a:pt x="17458" y="20640"/>
                    </a:cubicBezTo>
                    <a:cubicBezTo>
                      <a:pt x="17725" y="21223"/>
                      <a:pt x="18438" y="21600"/>
                      <a:pt x="19239" y="21600"/>
                    </a:cubicBezTo>
                    <a:cubicBezTo>
                      <a:pt x="19417" y="21600"/>
                      <a:pt x="19640" y="21566"/>
                      <a:pt x="19863" y="21497"/>
                    </a:cubicBezTo>
                    <a:cubicBezTo>
                      <a:pt x="20843" y="21223"/>
                      <a:pt x="21377" y="20400"/>
                      <a:pt x="21021" y="19646"/>
                    </a:cubicBezTo>
                    <a:cubicBezTo>
                      <a:pt x="12381" y="994"/>
                      <a:pt x="12381" y="994"/>
                      <a:pt x="12381" y="994"/>
                    </a:cubicBezTo>
                    <a:cubicBezTo>
                      <a:pt x="12336" y="960"/>
                      <a:pt x="12336" y="926"/>
                      <a:pt x="12292" y="857"/>
                    </a:cubicBezTo>
                    <a:cubicBezTo>
                      <a:pt x="12247" y="789"/>
                      <a:pt x="12247" y="789"/>
                      <a:pt x="12247" y="789"/>
                    </a:cubicBezTo>
                    <a:cubicBezTo>
                      <a:pt x="12203" y="720"/>
                      <a:pt x="12203" y="720"/>
                      <a:pt x="12203" y="720"/>
                    </a:cubicBezTo>
                    <a:cubicBezTo>
                      <a:pt x="12203" y="720"/>
                      <a:pt x="12158" y="686"/>
                      <a:pt x="12158" y="651"/>
                    </a:cubicBezTo>
                    <a:cubicBezTo>
                      <a:pt x="12158" y="651"/>
                      <a:pt x="12113" y="617"/>
                      <a:pt x="12113" y="617"/>
                    </a:cubicBezTo>
                    <a:cubicBezTo>
                      <a:pt x="12113" y="583"/>
                      <a:pt x="12069" y="583"/>
                      <a:pt x="12024" y="549"/>
                    </a:cubicBezTo>
                    <a:cubicBezTo>
                      <a:pt x="12024" y="549"/>
                      <a:pt x="12024" y="514"/>
                      <a:pt x="11980" y="514"/>
                    </a:cubicBezTo>
                    <a:cubicBezTo>
                      <a:pt x="11980" y="480"/>
                      <a:pt x="11935" y="480"/>
                      <a:pt x="11891" y="446"/>
                    </a:cubicBezTo>
                    <a:cubicBezTo>
                      <a:pt x="11846" y="411"/>
                      <a:pt x="11846" y="411"/>
                      <a:pt x="11846" y="411"/>
                    </a:cubicBezTo>
                    <a:cubicBezTo>
                      <a:pt x="11802" y="377"/>
                      <a:pt x="11802" y="377"/>
                      <a:pt x="11802" y="343"/>
                    </a:cubicBezTo>
                    <a:cubicBezTo>
                      <a:pt x="11757" y="343"/>
                      <a:pt x="11713" y="309"/>
                      <a:pt x="11713" y="309"/>
                    </a:cubicBezTo>
                    <a:cubicBezTo>
                      <a:pt x="11668" y="274"/>
                      <a:pt x="11668" y="274"/>
                      <a:pt x="11624" y="274"/>
                    </a:cubicBezTo>
                    <a:cubicBezTo>
                      <a:pt x="11624" y="240"/>
                      <a:pt x="11579" y="240"/>
                      <a:pt x="11535" y="206"/>
                    </a:cubicBezTo>
                    <a:cubicBezTo>
                      <a:pt x="11445" y="171"/>
                      <a:pt x="11445" y="171"/>
                      <a:pt x="11445" y="171"/>
                    </a:cubicBezTo>
                    <a:cubicBezTo>
                      <a:pt x="11401" y="171"/>
                      <a:pt x="11401" y="171"/>
                      <a:pt x="11401" y="171"/>
                    </a:cubicBezTo>
                    <a:cubicBezTo>
                      <a:pt x="11312" y="137"/>
                      <a:pt x="11267" y="103"/>
                      <a:pt x="11223" y="103"/>
                    </a:cubicBezTo>
                    <a:cubicBezTo>
                      <a:pt x="11178" y="103"/>
                      <a:pt x="11178" y="103"/>
                      <a:pt x="11178" y="103"/>
                    </a:cubicBezTo>
                    <a:cubicBezTo>
                      <a:pt x="11045" y="69"/>
                      <a:pt x="11045" y="69"/>
                      <a:pt x="11045" y="69"/>
                    </a:cubicBezTo>
                    <a:cubicBezTo>
                      <a:pt x="11000" y="69"/>
                      <a:pt x="11000" y="69"/>
                      <a:pt x="10956" y="69"/>
                    </a:cubicBezTo>
                    <a:cubicBezTo>
                      <a:pt x="10911" y="34"/>
                      <a:pt x="10866" y="34"/>
                      <a:pt x="10822" y="34"/>
                    </a:cubicBezTo>
                    <a:cubicBezTo>
                      <a:pt x="10822" y="34"/>
                      <a:pt x="10777" y="34"/>
                      <a:pt x="10733" y="34"/>
                    </a:cubicBezTo>
                    <a:cubicBezTo>
                      <a:pt x="10733" y="34"/>
                      <a:pt x="10688" y="0"/>
                      <a:pt x="10644" y="0"/>
                    </a:cubicBezTo>
                    <a:cubicBezTo>
                      <a:pt x="10466" y="0"/>
                      <a:pt x="10466" y="0"/>
                      <a:pt x="10466" y="0"/>
                    </a:cubicBezTo>
                    <a:cubicBezTo>
                      <a:pt x="10421" y="0"/>
                      <a:pt x="10377" y="0"/>
                      <a:pt x="10377" y="34"/>
                    </a:cubicBezTo>
                    <a:cubicBezTo>
                      <a:pt x="10332" y="34"/>
                      <a:pt x="10332" y="34"/>
                      <a:pt x="10288" y="34"/>
                    </a:cubicBezTo>
                    <a:cubicBezTo>
                      <a:pt x="10243" y="34"/>
                      <a:pt x="10198" y="34"/>
                      <a:pt x="10154" y="69"/>
                    </a:cubicBezTo>
                    <a:cubicBezTo>
                      <a:pt x="10154" y="69"/>
                      <a:pt x="10109" y="69"/>
                      <a:pt x="10109" y="69"/>
                    </a:cubicBezTo>
                    <a:cubicBezTo>
                      <a:pt x="10020" y="69"/>
                      <a:pt x="9976" y="103"/>
                      <a:pt x="9931" y="103"/>
                    </a:cubicBezTo>
                    <a:cubicBezTo>
                      <a:pt x="9931" y="103"/>
                      <a:pt x="9931" y="103"/>
                      <a:pt x="9931" y="103"/>
                    </a:cubicBezTo>
                    <a:cubicBezTo>
                      <a:pt x="9887" y="103"/>
                      <a:pt x="9798" y="137"/>
                      <a:pt x="9753" y="171"/>
                    </a:cubicBezTo>
                    <a:cubicBezTo>
                      <a:pt x="9664" y="171"/>
                      <a:pt x="9664" y="171"/>
                      <a:pt x="9664" y="171"/>
                    </a:cubicBezTo>
                    <a:cubicBezTo>
                      <a:pt x="9575" y="206"/>
                      <a:pt x="9575" y="206"/>
                      <a:pt x="9575" y="206"/>
                    </a:cubicBezTo>
                    <a:cubicBezTo>
                      <a:pt x="9575" y="240"/>
                      <a:pt x="9530" y="240"/>
                      <a:pt x="9486" y="274"/>
                    </a:cubicBezTo>
                    <a:cubicBezTo>
                      <a:pt x="9486" y="274"/>
                      <a:pt x="9441" y="274"/>
                      <a:pt x="9441" y="309"/>
                    </a:cubicBezTo>
                    <a:cubicBezTo>
                      <a:pt x="9397" y="309"/>
                      <a:pt x="9352" y="343"/>
                      <a:pt x="9352" y="343"/>
                    </a:cubicBezTo>
                    <a:cubicBezTo>
                      <a:pt x="9308" y="377"/>
                      <a:pt x="9308" y="377"/>
                      <a:pt x="9308" y="411"/>
                    </a:cubicBezTo>
                    <a:cubicBezTo>
                      <a:pt x="9130" y="514"/>
                      <a:pt x="9130" y="514"/>
                      <a:pt x="9130" y="514"/>
                    </a:cubicBezTo>
                    <a:cubicBezTo>
                      <a:pt x="9130" y="514"/>
                      <a:pt x="9130" y="549"/>
                      <a:pt x="9085" y="549"/>
                    </a:cubicBezTo>
                    <a:cubicBezTo>
                      <a:pt x="9041" y="583"/>
                      <a:pt x="9041" y="583"/>
                      <a:pt x="8996" y="617"/>
                    </a:cubicBezTo>
                    <a:cubicBezTo>
                      <a:pt x="8996" y="617"/>
                      <a:pt x="8996" y="651"/>
                      <a:pt x="8951" y="651"/>
                    </a:cubicBezTo>
                    <a:cubicBezTo>
                      <a:pt x="8951" y="686"/>
                      <a:pt x="8951" y="720"/>
                      <a:pt x="8907" y="720"/>
                    </a:cubicBezTo>
                    <a:cubicBezTo>
                      <a:pt x="8862" y="789"/>
                      <a:pt x="8862" y="789"/>
                      <a:pt x="8862" y="789"/>
                    </a:cubicBezTo>
                    <a:cubicBezTo>
                      <a:pt x="8818" y="857"/>
                      <a:pt x="8818" y="857"/>
                      <a:pt x="8818" y="857"/>
                    </a:cubicBezTo>
                    <a:cubicBezTo>
                      <a:pt x="8818" y="891"/>
                      <a:pt x="8773" y="960"/>
                      <a:pt x="8773" y="994"/>
                    </a:cubicBezTo>
                    <a:cubicBezTo>
                      <a:pt x="89" y="19646"/>
                      <a:pt x="89" y="19646"/>
                      <a:pt x="89" y="19646"/>
                    </a:cubicBezTo>
                    <a:cubicBezTo>
                      <a:pt x="-223" y="20400"/>
                      <a:pt x="311" y="21223"/>
                      <a:pt x="1291" y="21497"/>
                    </a:cubicBezTo>
                    <a:close/>
                    <a:moveTo>
                      <a:pt x="10599" y="5829"/>
                    </a:moveTo>
                    <a:cubicBezTo>
                      <a:pt x="13806" y="12754"/>
                      <a:pt x="13806" y="12754"/>
                      <a:pt x="13806" y="12754"/>
                    </a:cubicBezTo>
                    <a:cubicBezTo>
                      <a:pt x="7348" y="12754"/>
                      <a:pt x="7348" y="12754"/>
                      <a:pt x="7348" y="12754"/>
                    </a:cubicBezTo>
                    <a:lnTo>
                      <a:pt x="10599" y="5829"/>
                    </a:lnTo>
                    <a:close/>
                    <a:moveTo>
                      <a:pt x="10599" y="5829"/>
                    </a:moveTo>
                    <a:cubicBezTo>
                      <a:pt x="10599" y="5829"/>
                      <a:pt x="10599" y="5829"/>
                      <a:pt x="10599" y="5829"/>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grpSp>
        <p:sp>
          <p:nvSpPr>
            <p:cNvPr id="778" name="slot_778"/>
            <p:cNvSpPr/>
            <p:nvPr/>
          </p:nvSpPr>
          <p:spPr>
            <a:xfrm>
              <a:off x="9179" y="3790"/>
              <a:ext cx="833" cy="750"/>
            </a:xfrm>
            <a:custGeom>
              <a:avLst/>
              <a:gdLst/>
              <a:ahLst/>
              <a:cxnLst>
                <a:cxn ang="0">
                  <a:pos x="wd2" y="hd2"/>
                </a:cxn>
                <a:cxn ang="5400000">
                  <a:pos x="wd2" y="hd2"/>
                </a:cxn>
                <a:cxn ang="10800000">
                  <a:pos x="wd2" y="hd2"/>
                </a:cxn>
                <a:cxn ang="16200000">
                  <a:pos x="wd2" y="hd2"/>
                </a:cxn>
              </a:cxnLst>
              <a:rect l="0" t="0" r="r" b="b"/>
              <a:pathLst>
                <a:path w="21600" h="21600" extrusionOk="0">
                  <a:moveTo>
                    <a:pt x="18937" y="0"/>
                  </a:moveTo>
                  <a:cubicBezTo>
                    <a:pt x="2663" y="0"/>
                    <a:pt x="2663" y="0"/>
                    <a:pt x="2663" y="0"/>
                  </a:cubicBezTo>
                  <a:cubicBezTo>
                    <a:pt x="1191" y="0"/>
                    <a:pt x="0" y="1327"/>
                    <a:pt x="0" y="2965"/>
                  </a:cubicBezTo>
                  <a:cubicBezTo>
                    <a:pt x="0" y="14452"/>
                    <a:pt x="0" y="14452"/>
                    <a:pt x="0" y="14452"/>
                  </a:cubicBezTo>
                  <a:cubicBezTo>
                    <a:pt x="0" y="16091"/>
                    <a:pt x="1191" y="17417"/>
                    <a:pt x="2663" y="17417"/>
                  </a:cubicBezTo>
                  <a:cubicBezTo>
                    <a:pt x="10190" y="17417"/>
                    <a:pt x="10190" y="17417"/>
                    <a:pt x="10190" y="17417"/>
                  </a:cubicBezTo>
                  <a:cubicBezTo>
                    <a:pt x="10190" y="20258"/>
                    <a:pt x="10190" y="20258"/>
                    <a:pt x="10190" y="20258"/>
                  </a:cubicBezTo>
                  <a:cubicBezTo>
                    <a:pt x="6448" y="20258"/>
                    <a:pt x="6448" y="20258"/>
                    <a:pt x="6448" y="20258"/>
                  </a:cubicBezTo>
                  <a:cubicBezTo>
                    <a:pt x="6111" y="20258"/>
                    <a:pt x="5831" y="20554"/>
                    <a:pt x="5831" y="20929"/>
                  </a:cubicBezTo>
                  <a:cubicBezTo>
                    <a:pt x="5831" y="21303"/>
                    <a:pt x="6111" y="21600"/>
                    <a:pt x="6448" y="21600"/>
                  </a:cubicBezTo>
                  <a:cubicBezTo>
                    <a:pt x="15166" y="21600"/>
                    <a:pt x="15166" y="21600"/>
                    <a:pt x="15166" y="21600"/>
                  </a:cubicBezTo>
                  <a:cubicBezTo>
                    <a:pt x="15503" y="21600"/>
                    <a:pt x="15769" y="21303"/>
                    <a:pt x="15769" y="20929"/>
                  </a:cubicBezTo>
                  <a:cubicBezTo>
                    <a:pt x="15769" y="20554"/>
                    <a:pt x="15503" y="20258"/>
                    <a:pt x="15166" y="20258"/>
                  </a:cubicBezTo>
                  <a:cubicBezTo>
                    <a:pt x="11410" y="20258"/>
                    <a:pt x="11410" y="20258"/>
                    <a:pt x="11410" y="20258"/>
                  </a:cubicBezTo>
                  <a:cubicBezTo>
                    <a:pt x="11410" y="17417"/>
                    <a:pt x="11410" y="17417"/>
                    <a:pt x="11410" y="17417"/>
                  </a:cubicBezTo>
                  <a:cubicBezTo>
                    <a:pt x="18937" y="17417"/>
                    <a:pt x="18937" y="17417"/>
                    <a:pt x="18937" y="17417"/>
                  </a:cubicBezTo>
                  <a:cubicBezTo>
                    <a:pt x="20409" y="17417"/>
                    <a:pt x="21600" y="16091"/>
                    <a:pt x="21600" y="14452"/>
                  </a:cubicBezTo>
                  <a:cubicBezTo>
                    <a:pt x="21600" y="2965"/>
                    <a:pt x="21600" y="2965"/>
                    <a:pt x="21600" y="2965"/>
                  </a:cubicBezTo>
                  <a:cubicBezTo>
                    <a:pt x="21600" y="1327"/>
                    <a:pt x="20409" y="0"/>
                    <a:pt x="18937" y="0"/>
                  </a:cubicBezTo>
                  <a:close/>
                  <a:moveTo>
                    <a:pt x="2663" y="1342"/>
                  </a:moveTo>
                  <a:cubicBezTo>
                    <a:pt x="18937" y="1342"/>
                    <a:pt x="18937" y="1342"/>
                    <a:pt x="18937" y="1342"/>
                  </a:cubicBezTo>
                  <a:cubicBezTo>
                    <a:pt x="19736" y="1342"/>
                    <a:pt x="20395" y="2076"/>
                    <a:pt x="20395" y="2965"/>
                  </a:cubicBezTo>
                  <a:cubicBezTo>
                    <a:pt x="20395" y="12564"/>
                    <a:pt x="20395" y="12564"/>
                    <a:pt x="20395" y="12564"/>
                  </a:cubicBezTo>
                  <a:cubicBezTo>
                    <a:pt x="1205" y="12564"/>
                    <a:pt x="1205" y="12564"/>
                    <a:pt x="1205" y="12564"/>
                  </a:cubicBezTo>
                  <a:cubicBezTo>
                    <a:pt x="1205" y="2965"/>
                    <a:pt x="1205" y="2965"/>
                    <a:pt x="1205" y="2965"/>
                  </a:cubicBezTo>
                  <a:cubicBezTo>
                    <a:pt x="1205" y="2076"/>
                    <a:pt x="1864" y="1342"/>
                    <a:pt x="2663" y="1342"/>
                  </a:cubicBezTo>
                  <a:close/>
                  <a:moveTo>
                    <a:pt x="18937" y="16075"/>
                  </a:moveTo>
                  <a:cubicBezTo>
                    <a:pt x="2663" y="16075"/>
                    <a:pt x="2663" y="16075"/>
                    <a:pt x="2663" y="16075"/>
                  </a:cubicBezTo>
                  <a:cubicBezTo>
                    <a:pt x="1864" y="16075"/>
                    <a:pt x="1205" y="15357"/>
                    <a:pt x="1205" y="14452"/>
                  </a:cubicBezTo>
                  <a:cubicBezTo>
                    <a:pt x="1205" y="13921"/>
                    <a:pt x="1205" y="13921"/>
                    <a:pt x="1205" y="13921"/>
                  </a:cubicBezTo>
                  <a:cubicBezTo>
                    <a:pt x="20395" y="13921"/>
                    <a:pt x="20395" y="13921"/>
                    <a:pt x="20395" y="13921"/>
                  </a:cubicBezTo>
                  <a:cubicBezTo>
                    <a:pt x="20395" y="14452"/>
                    <a:pt x="20395" y="14452"/>
                    <a:pt x="20395" y="14452"/>
                  </a:cubicBezTo>
                  <a:cubicBezTo>
                    <a:pt x="20395" y="15342"/>
                    <a:pt x="19736" y="16075"/>
                    <a:pt x="18937" y="16075"/>
                  </a:cubicBezTo>
                  <a:close/>
                  <a:moveTo>
                    <a:pt x="18937" y="16075"/>
                  </a:moveTo>
                  <a:cubicBezTo>
                    <a:pt x="18937" y="16075"/>
                    <a:pt x="18937" y="16075"/>
                    <a:pt x="18937" y="16075"/>
                  </a:cubicBezTo>
                </a:path>
              </a:pathLst>
            </a:custGeom>
            <a:solidFill>
              <a:srgbClr val="F9B359"/>
            </a:solidFill>
            <a:ln w="12700">
              <a:miter lim="400000"/>
            </a:ln>
          </p:spPr>
          <p:txBody>
            <a:bodyPr lIns="45719" rIns="45719"/>
            <a:lstStyle/>
            <a:p>
              <a:endParaRPr/>
            </a:p>
          </p:txBody>
        </p:sp>
        <p:grpSp>
          <p:nvGrpSpPr>
            <p:cNvPr id="796" name="Group 161"/>
            <p:cNvGrpSpPr/>
            <p:nvPr/>
          </p:nvGrpSpPr>
          <p:grpSpPr>
            <a:xfrm>
              <a:off x="13976" y="3751"/>
              <a:ext cx="825" cy="825"/>
              <a:chOff x="0" y="0"/>
              <a:chExt cx="523874" cy="523874"/>
            </a:xfrm>
          </p:grpSpPr>
          <p:sp>
            <p:nvSpPr>
              <p:cNvPr id="794" name="slot_794"/>
              <p:cNvSpPr/>
              <p:nvPr/>
            </p:nvSpPr>
            <p:spPr>
              <a:xfrm>
                <a:off x="0" y="55562"/>
                <a:ext cx="468313" cy="468313"/>
              </a:xfrm>
              <a:custGeom>
                <a:avLst/>
                <a:gdLst/>
                <a:ahLst/>
                <a:cxnLst>
                  <a:cxn ang="0">
                    <a:pos x="wd2" y="hd2"/>
                  </a:cxn>
                  <a:cxn ang="5400000">
                    <a:pos x="wd2" y="hd2"/>
                  </a:cxn>
                  <a:cxn ang="10800000">
                    <a:pos x="wd2" y="hd2"/>
                  </a:cxn>
                  <a:cxn ang="16200000">
                    <a:pos x="wd2" y="hd2"/>
                  </a:cxn>
                </a:cxnLst>
                <a:rect l="0" t="0" r="r" b="b"/>
                <a:pathLst>
                  <a:path w="21600" h="21600" extrusionOk="0">
                    <a:moveTo>
                      <a:pt x="20902" y="10117"/>
                    </a:moveTo>
                    <a:cubicBezTo>
                      <a:pt x="11490" y="10117"/>
                      <a:pt x="11490" y="10117"/>
                      <a:pt x="11490" y="10117"/>
                    </a:cubicBezTo>
                    <a:cubicBezTo>
                      <a:pt x="11490" y="683"/>
                      <a:pt x="11490" y="683"/>
                      <a:pt x="11490" y="683"/>
                    </a:cubicBezTo>
                    <a:cubicBezTo>
                      <a:pt x="11490" y="302"/>
                      <a:pt x="11173" y="0"/>
                      <a:pt x="10792" y="0"/>
                    </a:cubicBezTo>
                    <a:cubicBezTo>
                      <a:pt x="4841" y="0"/>
                      <a:pt x="0" y="4844"/>
                      <a:pt x="0" y="10800"/>
                    </a:cubicBezTo>
                    <a:cubicBezTo>
                      <a:pt x="0" y="16756"/>
                      <a:pt x="4841" y="21600"/>
                      <a:pt x="10792" y="21600"/>
                    </a:cubicBezTo>
                    <a:cubicBezTo>
                      <a:pt x="16744" y="21600"/>
                      <a:pt x="21600" y="16756"/>
                      <a:pt x="21600" y="10800"/>
                    </a:cubicBezTo>
                    <a:cubicBezTo>
                      <a:pt x="21600" y="10419"/>
                      <a:pt x="21283" y="10117"/>
                      <a:pt x="20902" y="10117"/>
                    </a:cubicBezTo>
                    <a:close/>
                    <a:moveTo>
                      <a:pt x="10792" y="20234"/>
                    </a:moveTo>
                    <a:cubicBezTo>
                      <a:pt x="5602" y="20234"/>
                      <a:pt x="1365" y="15994"/>
                      <a:pt x="1365" y="10800"/>
                    </a:cubicBezTo>
                    <a:cubicBezTo>
                      <a:pt x="1365" y="5829"/>
                      <a:pt x="5237" y="1747"/>
                      <a:pt x="10110" y="1398"/>
                    </a:cubicBezTo>
                    <a:cubicBezTo>
                      <a:pt x="10110" y="10800"/>
                      <a:pt x="10110" y="10800"/>
                      <a:pt x="10110" y="10800"/>
                    </a:cubicBezTo>
                    <a:cubicBezTo>
                      <a:pt x="10110" y="11181"/>
                      <a:pt x="10411" y="11483"/>
                      <a:pt x="10792" y="11483"/>
                    </a:cubicBezTo>
                    <a:cubicBezTo>
                      <a:pt x="20203" y="11483"/>
                      <a:pt x="20203" y="11483"/>
                      <a:pt x="20203" y="11483"/>
                    </a:cubicBezTo>
                    <a:cubicBezTo>
                      <a:pt x="19854" y="16375"/>
                      <a:pt x="15760" y="20234"/>
                      <a:pt x="10792" y="20234"/>
                    </a:cubicBezTo>
                    <a:close/>
                    <a:moveTo>
                      <a:pt x="10792" y="20234"/>
                    </a:moveTo>
                    <a:cubicBezTo>
                      <a:pt x="10792" y="20234"/>
                      <a:pt x="10792" y="20234"/>
                      <a:pt x="10792" y="20234"/>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95" name="slot_795"/>
              <p:cNvSpPr/>
              <p:nvPr/>
            </p:nvSpPr>
            <p:spPr>
              <a:xfrm>
                <a:off x="274637" y="-1"/>
                <a:ext cx="249239" cy="249239"/>
              </a:xfrm>
              <a:custGeom>
                <a:avLst/>
                <a:gdLst/>
                <a:ahLst/>
                <a:cxnLst>
                  <a:cxn ang="0">
                    <a:pos x="wd2" y="hd2"/>
                  </a:cxn>
                  <a:cxn ang="5400000">
                    <a:pos x="wd2" y="hd2"/>
                  </a:cxn>
                  <a:cxn ang="10800000">
                    <a:pos x="wd2" y="hd2"/>
                  </a:cxn>
                  <a:cxn ang="16200000">
                    <a:pos x="wd2" y="hd2"/>
                  </a:cxn>
                </a:cxnLst>
                <a:rect l="0" t="0" r="r" b="b"/>
                <a:pathLst>
                  <a:path w="21600" h="21600" extrusionOk="0">
                    <a:moveTo>
                      <a:pt x="21600" y="20228"/>
                    </a:moveTo>
                    <a:cubicBezTo>
                      <a:pt x="21570" y="15305"/>
                      <a:pt x="19780" y="10561"/>
                      <a:pt x="16528" y="6862"/>
                    </a:cubicBezTo>
                    <a:cubicBezTo>
                      <a:pt x="12650" y="2506"/>
                      <a:pt x="7130" y="0"/>
                      <a:pt x="1313" y="0"/>
                    </a:cubicBezTo>
                    <a:cubicBezTo>
                      <a:pt x="597" y="0"/>
                      <a:pt x="0" y="567"/>
                      <a:pt x="0" y="1283"/>
                    </a:cubicBezTo>
                    <a:cubicBezTo>
                      <a:pt x="0" y="20317"/>
                      <a:pt x="0" y="20317"/>
                      <a:pt x="0" y="20317"/>
                    </a:cubicBezTo>
                    <a:cubicBezTo>
                      <a:pt x="0" y="21033"/>
                      <a:pt x="597" y="21600"/>
                      <a:pt x="1313" y="21600"/>
                    </a:cubicBezTo>
                    <a:cubicBezTo>
                      <a:pt x="20317" y="21600"/>
                      <a:pt x="20317" y="21600"/>
                      <a:pt x="20317" y="21600"/>
                    </a:cubicBezTo>
                    <a:cubicBezTo>
                      <a:pt x="21033" y="21600"/>
                      <a:pt x="21600" y="21033"/>
                      <a:pt x="21600" y="20317"/>
                    </a:cubicBezTo>
                    <a:lnTo>
                      <a:pt x="21600" y="20228"/>
                    </a:lnTo>
                    <a:close/>
                    <a:moveTo>
                      <a:pt x="2596" y="19034"/>
                    </a:moveTo>
                    <a:cubicBezTo>
                      <a:pt x="2596" y="2655"/>
                      <a:pt x="2596" y="2655"/>
                      <a:pt x="2596" y="2655"/>
                    </a:cubicBezTo>
                    <a:cubicBezTo>
                      <a:pt x="7190" y="2983"/>
                      <a:pt x="11516" y="5102"/>
                      <a:pt x="14589" y="8592"/>
                    </a:cubicBezTo>
                    <a:cubicBezTo>
                      <a:pt x="17155" y="11486"/>
                      <a:pt x="18676" y="15156"/>
                      <a:pt x="18975" y="19034"/>
                    </a:cubicBezTo>
                    <a:lnTo>
                      <a:pt x="2596" y="19034"/>
                    </a:lnTo>
                    <a:close/>
                    <a:moveTo>
                      <a:pt x="2596" y="19034"/>
                    </a:moveTo>
                    <a:cubicBezTo>
                      <a:pt x="2596" y="19034"/>
                      <a:pt x="2596" y="19034"/>
                      <a:pt x="2596" y="19034"/>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grpSp>
      </p:grpSp>
      <p:sp>
        <p:nvSpPr>
          <p:cNvPr id="898" name="revision_position">
            <a:extLst>
              <a:ext uri="{FF2B5EF4-FFF2-40B4-BE49-F238E27FC236}">
                <a16:creationId xmlns:a16="http://schemas.microsoft.com/office/drawing/2014/main" id="{66E42B4F-EE07-44E2-A3C5-889C670F9D5C}"/>
              </a:ext>
            </a:extLst>
          </p:cNvPr>
          <p:cNvSpPr>
            <a:spLocks noGrp="1"/>
          </p:cNvSpPr>
          <p:nvPr/>
        </p:nvSpPr>
        <p:spPr>
          <a:xfrm>
            <a:off x="792798" y="1392997"/>
            <a:ext cx="10620375" cy="409575"/>
          </a:xfrm>
          <a:prstGeom prst="rect">
            <a:avLst/>
          </a:prstGeom>
          <a:noFill/>
          <a:ln w="0">
            <a:noFill/>
          </a:ln>
        </p:spPr>
        <p:txBody>
          <a:bodyPr wrap="square" lIns="0" tIns="0" rIns="0" bIns="0" anchor="t">
            <a:noAutofit/>
          </a:bodyPr>
          <a:lstStyle>
            <a:defPPr algn="l">
              <a:defRPr sz="1575" b="0">
                <a:solidFill>
                  <a:srgbClr val="FFFFFF"/>
                </a:solidFill>
                <a:latin typeface="微软雅黑"/>
                <a:ea typeface="微软雅黑"/>
                <a:cs typeface="微软雅黑"/>
              </a:defRPr>
            </a:defPPr>
            <a:lvl1pPr algn="l">
              <a:defRPr sz="1575" b="0">
                <a:solidFill>
                  <a:srgbClr val="FFFFFF"/>
                </a:solidFill>
                <a:latin typeface="微软雅黑"/>
                <a:ea typeface="微软雅黑"/>
                <a:cs typeface="微软雅黑"/>
              </a:defRPr>
            </a:lvl1pPr>
            <a:lvl2pPr algn="l">
              <a:defRPr sz="1575" b="0">
                <a:solidFill>
                  <a:srgbClr val="FFFFFF"/>
                </a:solidFill>
                <a:latin typeface="微软雅黑"/>
                <a:ea typeface="微软雅黑"/>
                <a:cs typeface="微软雅黑"/>
              </a:defRPr>
            </a:lvl2pPr>
            <a:lvl3pPr algn="l">
              <a:defRPr sz="1575" b="0">
                <a:solidFill>
                  <a:srgbClr val="FFFFFF"/>
                </a:solidFill>
                <a:latin typeface="微软雅黑"/>
                <a:ea typeface="微软雅黑"/>
                <a:cs typeface="微软雅黑"/>
              </a:defRPr>
            </a:lvl3pPr>
            <a:lvl4pPr algn="l">
              <a:defRPr sz="1575" b="0">
                <a:solidFill>
                  <a:srgbClr val="FFFFFF"/>
                </a:solidFill>
                <a:latin typeface="微软雅黑"/>
                <a:ea typeface="微软雅黑"/>
                <a:cs typeface="微软雅黑"/>
              </a:defRPr>
            </a:lvl4pPr>
            <a:lvl5pPr algn="l">
              <a:defRPr sz="1575" b="0">
                <a:solidFill>
                  <a:srgbClr val="FFFFFF"/>
                </a:solidFill>
                <a:latin typeface="微软雅黑"/>
                <a:ea typeface="微软雅黑"/>
                <a:cs typeface="微软雅黑"/>
              </a:defRPr>
            </a:lvl5pPr>
            <a:lvl6pPr algn="l">
              <a:defRPr sz="1575" b="0">
                <a:solidFill>
                  <a:srgbClr val="FFFFFF"/>
                </a:solidFill>
                <a:latin typeface="微软雅黑"/>
                <a:ea typeface="微软雅黑"/>
                <a:cs typeface="微软雅黑"/>
              </a:defRPr>
            </a:lvl6pPr>
            <a:lvl7pPr algn="l">
              <a:defRPr sz="1575" b="0">
                <a:solidFill>
                  <a:srgbClr val="FFFFFF"/>
                </a:solidFill>
                <a:latin typeface="微软雅黑"/>
                <a:ea typeface="微软雅黑"/>
                <a:cs typeface="微软雅黑"/>
              </a:defRPr>
            </a:lvl7pPr>
            <a:lvl8pPr algn="l">
              <a:defRPr sz="1575" b="0">
                <a:solidFill>
                  <a:srgbClr val="FFFFFF"/>
                </a:solidFill>
                <a:latin typeface="微软雅黑"/>
                <a:ea typeface="微软雅黑"/>
                <a:cs typeface="微软雅黑"/>
              </a:defRPr>
            </a:lvl8pPr>
            <a:lvl9pPr algn="l">
              <a:defRPr sz="1575" b="0">
                <a:solidFill>
                  <a:srgbClr val="FFFFFF"/>
                </a:solidFill>
                <a:latin typeface="微软雅黑"/>
                <a:ea typeface="微软雅黑"/>
                <a:cs typeface="微软雅黑"/>
              </a:defRPr>
            </a:lvl9pPr>
          </a:lstStyle>
          <a:p>
            <a:pPr algn="l">
              <a:lnSpc>
                <a:spcPct val="120000"/>
              </a:lnSpc>
              <a:buNone/>
              <a:defRPr sz="1575" b="0">
                <a:solidFill>
                  <a:srgbClr val="FFFFFF"/>
                </a:solidFill>
                <a:latin typeface="微软雅黑"/>
                <a:ea typeface="微软雅黑"/>
                <a:cs typeface="微软雅黑"/>
              </a:defRPr>
            </a:pPr>
            <a:r>
              <a:rPr sz="2000" b="1" dirty="0" err="1">
                <a:solidFill>
                  <a:schemeClr val="tx1"/>
                </a:solidFill>
                <a:latin typeface="微软雅黑"/>
                <a:ea typeface="微软雅黑"/>
                <a:cs typeface="微软雅黑"/>
              </a:rPr>
              <a:t>帮助公众</a:t>
            </a:r>
            <a:r>
              <a:rPr lang="zh-CN" altLang="en-US" sz="2000" b="1" dirty="0">
                <a:solidFill>
                  <a:schemeClr val="tx1"/>
                </a:solidFill>
                <a:latin typeface="微软雅黑"/>
                <a:ea typeface="微软雅黑"/>
                <a:cs typeface="微软雅黑"/>
              </a:rPr>
              <a:t>真正了解这一问题</a:t>
            </a:r>
            <a:r>
              <a:rPr sz="2000" b="1" dirty="0">
                <a:solidFill>
                  <a:schemeClr val="tx1"/>
                </a:solidFill>
                <a:latin typeface="微软雅黑"/>
                <a:ea typeface="微软雅黑"/>
                <a:cs typeface="微软雅黑"/>
              </a:rPr>
              <a:t>，</a:t>
            </a:r>
            <a:r>
              <a:rPr sz="2000" b="1" dirty="0" err="1">
                <a:solidFill>
                  <a:schemeClr val="tx1"/>
                </a:solidFill>
                <a:latin typeface="微软雅黑"/>
                <a:ea typeface="微软雅黑"/>
                <a:cs typeface="微软雅黑"/>
              </a:rPr>
              <a:t>避免“隔夜必然有害”或“加热就一定安全</a:t>
            </a:r>
            <a:r>
              <a:rPr sz="2000" b="1" dirty="0">
                <a:solidFill>
                  <a:schemeClr val="tx1"/>
                </a:solidFill>
                <a:latin typeface="微软雅黑"/>
                <a:ea typeface="微软雅黑"/>
                <a:cs typeface="微软雅黑"/>
              </a:rPr>
              <a:t>”</a:t>
            </a:r>
            <a:r>
              <a:rPr lang="zh-CN" altLang="en-US" sz="2000" b="1" dirty="0">
                <a:solidFill>
                  <a:schemeClr val="tx1"/>
                </a:solidFill>
                <a:latin typeface="微软雅黑"/>
                <a:ea typeface="微软雅黑"/>
                <a:cs typeface="微软雅黑"/>
              </a:rPr>
              <a:t>等</a:t>
            </a:r>
            <a:r>
              <a:rPr sz="2000" b="1" dirty="0" err="1">
                <a:solidFill>
                  <a:schemeClr val="tx1"/>
                </a:solidFill>
                <a:latin typeface="微软雅黑"/>
                <a:ea typeface="微软雅黑"/>
                <a:cs typeface="微软雅黑"/>
              </a:rPr>
              <a:t>笼统结论</a:t>
            </a:r>
            <a:endParaRPr sz="2000" b="1" dirty="0">
              <a:solidFill>
                <a:schemeClr val="tx1"/>
              </a:solidFill>
              <a:latin typeface="微软雅黑"/>
              <a:ea typeface="微软雅黑"/>
              <a:cs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5" name="picture_15" descr="picture_15"/>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选题依据</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5</a:t>
            </a:fld>
            <a:endParaRPr lang="zh-CN" altLang="en-US" dirty="0">
              <a:solidFill>
                <a:srgbClr val="3C5D74"/>
              </a:solidFill>
              <a:latin typeface="仓耳玄三M W05" panose="02020400000000000000" charset="-122"/>
              <a:ea typeface="仓耳玄三M W05" panose="02020400000000000000" charset="-122"/>
            </a:endParaRPr>
          </a:p>
        </p:txBody>
      </p:sp>
      <p:sp>
        <p:nvSpPr>
          <p:cNvPr id="805" name="citation">
            <a:extLst>
              <a:ext uri="{FF2B5EF4-FFF2-40B4-BE49-F238E27FC236}">
                <a16:creationId xmlns:a16="http://schemas.microsoft.com/office/drawing/2014/main" id="{B5190A1C-DB0D-4112-901F-D2F53604F1DC}"/>
              </a:ext>
            </a:extLst>
          </p:cNvPr>
          <p:cNvSpPr>
            <a:spLocks noGrp="1"/>
          </p:cNvSpPr>
          <p:nvPr/>
        </p:nvSpPr>
        <p:spPr>
          <a:xfrm>
            <a:off x="571500" y="6191250"/>
            <a:ext cx="10620375" cy="304800"/>
          </a:xfrm>
          <a:prstGeom prst="rect">
            <a:avLst/>
          </a:prstGeom>
          <a:noFill/>
          <a:ln w="0">
            <a:noFill/>
          </a:ln>
        </p:spPr>
        <p:txBody>
          <a:bodyPr wrap="square" lIns="0" tIns="0" rIns="0" bIns="0">
            <a:noAutofit/>
          </a:bodyPr>
          <a:lstStyle>
            <a:defPPr algn="l">
              <a:defRPr sz="1000">
                <a:solidFill>
                  <a:srgbClr val="756A60"/>
                </a:solidFill>
                <a:latin typeface="微软雅黑"/>
                <a:ea typeface="微软雅黑"/>
                <a:cs typeface="微软雅黑"/>
              </a:defRPr>
            </a:defPPr>
            <a:lvl1pPr algn="l">
              <a:defRPr sz="1000">
                <a:solidFill>
                  <a:srgbClr val="756A60"/>
                </a:solidFill>
                <a:latin typeface="微软雅黑"/>
                <a:ea typeface="微软雅黑"/>
                <a:cs typeface="微软雅黑"/>
              </a:defRPr>
            </a:lvl1pPr>
            <a:lvl2pPr algn="l">
              <a:defRPr sz="1000">
                <a:solidFill>
                  <a:srgbClr val="756A60"/>
                </a:solidFill>
                <a:latin typeface="微软雅黑"/>
                <a:ea typeface="微软雅黑"/>
                <a:cs typeface="微软雅黑"/>
              </a:defRPr>
            </a:lvl2pPr>
            <a:lvl3pPr algn="l">
              <a:defRPr sz="1000">
                <a:solidFill>
                  <a:srgbClr val="756A60"/>
                </a:solidFill>
                <a:latin typeface="微软雅黑"/>
                <a:ea typeface="微软雅黑"/>
                <a:cs typeface="微软雅黑"/>
              </a:defRPr>
            </a:lvl3pPr>
            <a:lvl4pPr algn="l">
              <a:defRPr sz="1000">
                <a:solidFill>
                  <a:srgbClr val="756A60"/>
                </a:solidFill>
                <a:latin typeface="微软雅黑"/>
                <a:ea typeface="微软雅黑"/>
                <a:cs typeface="微软雅黑"/>
              </a:defRPr>
            </a:lvl4pPr>
            <a:lvl5pPr algn="l">
              <a:defRPr sz="1000">
                <a:solidFill>
                  <a:srgbClr val="756A60"/>
                </a:solidFill>
                <a:latin typeface="微软雅黑"/>
                <a:ea typeface="微软雅黑"/>
                <a:cs typeface="微软雅黑"/>
              </a:defRPr>
            </a:lvl5pPr>
            <a:lvl6pPr algn="l">
              <a:defRPr sz="1000">
                <a:solidFill>
                  <a:srgbClr val="756A60"/>
                </a:solidFill>
                <a:latin typeface="微软雅黑"/>
                <a:ea typeface="微软雅黑"/>
                <a:cs typeface="微软雅黑"/>
              </a:defRPr>
            </a:lvl6pPr>
            <a:lvl7pPr algn="l">
              <a:defRPr sz="1000">
                <a:solidFill>
                  <a:srgbClr val="756A60"/>
                </a:solidFill>
                <a:latin typeface="微软雅黑"/>
                <a:ea typeface="微软雅黑"/>
                <a:cs typeface="微软雅黑"/>
              </a:defRPr>
            </a:lvl7pPr>
            <a:lvl8pPr algn="l">
              <a:defRPr sz="1000">
                <a:solidFill>
                  <a:srgbClr val="756A60"/>
                </a:solidFill>
                <a:latin typeface="微软雅黑"/>
                <a:ea typeface="微软雅黑"/>
                <a:cs typeface="微软雅黑"/>
              </a:defRPr>
            </a:lvl8pPr>
            <a:lvl9pPr algn="l">
              <a:defRPr sz="1000">
                <a:solidFill>
                  <a:srgbClr val="756A60"/>
                </a:solidFill>
                <a:latin typeface="微软雅黑"/>
                <a:ea typeface="微软雅黑"/>
                <a:cs typeface="微软雅黑"/>
              </a:defRPr>
            </a:lvl9pPr>
          </a:lstStyle>
          <a:p>
            <a:pPr algn="l">
              <a:lnSpc>
                <a:spcPct val="112000"/>
              </a:lnSpc>
              <a:spcBef>
                <a:spcPts val="0"/>
              </a:spcBef>
              <a:spcAft>
                <a:spcPts val="0"/>
              </a:spcAft>
              <a:buNone/>
              <a:defRPr sz="1000">
                <a:solidFill>
                  <a:srgbClr val="756A60"/>
                </a:solidFill>
                <a:latin typeface="微软雅黑"/>
                <a:ea typeface="微软雅黑"/>
                <a:cs typeface="微软雅黑"/>
              </a:defRPr>
            </a:pPr>
            <a:r>
              <a:rPr lang="en-US" sz="1000" dirty="0">
                <a:solidFill>
                  <a:srgbClr val="756A60"/>
                </a:solidFill>
                <a:latin typeface="微软雅黑"/>
                <a:ea typeface="微软雅黑"/>
                <a:cs typeface="微软雅黑"/>
              </a:rPr>
              <a:t>Wang M, Huang L, Liang X, Bai L. Consumer knowledge, risk perception and food-handling behaviors – A national survey in China. Food Control. 2021;122:107789.</a:t>
            </a:r>
          </a:p>
          <a:p>
            <a:pPr algn="l">
              <a:lnSpc>
                <a:spcPct val="112000"/>
              </a:lnSpc>
              <a:spcBef>
                <a:spcPts val="0"/>
              </a:spcBef>
              <a:spcAft>
                <a:spcPts val="0"/>
              </a:spcAft>
              <a:buNone/>
              <a:defRPr sz="1000">
                <a:solidFill>
                  <a:srgbClr val="756A60"/>
                </a:solidFill>
                <a:latin typeface="微软雅黑"/>
                <a:ea typeface="微软雅黑"/>
                <a:cs typeface="微软雅黑"/>
              </a:defRPr>
            </a:pPr>
            <a:r>
              <a:rPr lang="en-US" sz="1000" dirty="0">
                <a:solidFill>
                  <a:srgbClr val="756A60"/>
                </a:solidFill>
                <a:latin typeface="微软雅黑"/>
                <a:ea typeface="微软雅黑"/>
                <a:cs typeface="微软雅黑"/>
              </a:rPr>
              <a:t>https://doi.org/10.1016/j.foodcont.2020.107789</a:t>
            </a:r>
          </a:p>
        </p:txBody>
      </p:sp>
      <p:sp>
        <p:nvSpPr>
          <p:cNvPr id="906" name="revision_research_thesis">
            <a:extLst>
              <a:ext uri="{FF2B5EF4-FFF2-40B4-BE49-F238E27FC236}">
                <a16:creationId xmlns:a16="http://schemas.microsoft.com/office/drawing/2014/main" id="{F7AB8E5F-0B4C-4B49-B275-F4462F80B7FF}"/>
              </a:ext>
            </a:extLst>
          </p:cNvPr>
          <p:cNvSpPr>
            <a:spLocks noGrp="1"/>
          </p:cNvSpPr>
          <p:nvPr/>
        </p:nvSpPr>
        <p:spPr>
          <a:xfrm>
            <a:off x="809625" y="1381125"/>
            <a:ext cx="10572750" cy="542925"/>
          </a:xfrm>
          <a:prstGeom prst="rect">
            <a:avLst/>
          </a:prstGeom>
          <a:noFill/>
          <a:ln w="0">
            <a:noFill/>
          </a:ln>
        </p:spPr>
        <p:txBody>
          <a:bodyPr wrap="square" lIns="0" tIns="0" rIns="0" bIns="0" anchor="t">
            <a:noAutofit/>
          </a:bodyPr>
          <a:lstStyle>
            <a:defPPr algn="l">
              <a:defRPr sz="2325" b="1">
                <a:solidFill>
                  <a:srgbClr val="A53836"/>
                </a:solidFill>
                <a:latin typeface="微软雅黑"/>
                <a:ea typeface="微软雅黑"/>
                <a:cs typeface="微软雅黑"/>
              </a:defRPr>
            </a:defPPr>
            <a:lvl1pPr algn="l">
              <a:defRPr sz="2325" b="1">
                <a:solidFill>
                  <a:srgbClr val="A53836"/>
                </a:solidFill>
                <a:latin typeface="微软雅黑"/>
                <a:ea typeface="微软雅黑"/>
                <a:cs typeface="微软雅黑"/>
              </a:defRPr>
            </a:lvl1pPr>
            <a:lvl2pPr algn="l">
              <a:defRPr sz="2325" b="1">
                <a:solidFill>
                  <a:srgbClr val="A53836"/>
                </a:solidFill>
                <a:latin typeface="微软雅黑"/>
                <a:ea typeface="微软雅黑"/>
                <a:cs typeface="微软雅黑"/>
              </a:defRPr>
            </a:lvl2pPr>
            <a:lvl3pPr algn="l">
              <a:defRPr sz="2325" b="1">
                <a:solidFill>
                  <a:srgbClr val="A53836"/>
                </a:solidFill>
                <a:latin typeface="微软雅黑"/>
                <a:ea typeface="微软雅黑"/>
                <a:cs typeface="微软雅黑"/>
              </a:defRPr>
            </a:lvl3pPr>
            <a:lvl4pPr algn="l">
              <a:defRPr sz="2325" b="1">
                <a:solidFill>
                  <a:srgbClr val="A53836"/>
                </a:solidFill>
                <a:latin typeface="微软雅黑"/>
                <a:ea typeface="微软雅黑"/>
                <a:cs typeface="微软雅黑"/>
              </a:defRPr>
            </a:lvl4pPr>
            <a:lvl5pPr algn="l">
              <a:defRPr sz="2325" b="1">
                <a:solidFill>
                  <a:srgbClr val="A53836"/>
                </a:solidFill>
                <a:latin typeface="微软雅黑"/>
                <a:ea typeface="微软雅黑"/>
                <a:cs typeface="微软雅黑"/>
              </a:defRPr>
            </a:lvl5pPr>
            <a:lvl6pPr algn="l">
              <a:defRPr sz="2325" b="1">
                <a:solidFill>
                  <a:srgbClr val="A53836"/>
                </a:solidFill>
                <a:latin typeface="微软雅黑"/>
                <a:ea typeface="微软雅黑"/>
                <a:cs typeface="微软雅黑"/>
              </a:defRPr>
            </a:lvl6pPr>
            <a:lvl7pPr algn="l">
              <a:defRPr sz="2325" b="1">
                <a:solidFill>
                  <a:srgbClr val="A53836"/>
                </a:solidFill>
                <a:latin typeface="微软雅黑"/>
                <a:ea typeface="微软雅黑"/>
                <a:cs typeface="微软雅黑"/>
              </a:defRPr>
            </a:lvl7pPr>
            <a:lvl8pPr algn="l">
              <a:defRPr sz="2325" b="1">
                <a:solidFill>
                  <a:srgbClr val="A53836"/>
                </a:solidFill>
                <a:latin typeface="微软雅黑"/>
                <a:ea typeface="微软雅黑"/>
                <a:cs typeface="微软雅黑"/>
              </a:defRPr>
            </a:lvl8pPr>
            <a:lvl9pPr algn="l">
              <a:defRPr sz="2325" b="1">
                <a:solidFill>
                  <a:srgbClr val="A53836"/>
                </a:solidFill>
                <a:latin typeface="微软雅黑"/>
                <a:ea typeface="微软雅黑"/>
                <a:cs typeface="微软雅黑"/>
              </a:defRPr>
            </a:lvl9pPr>
          </a:lstStyle>
          <a:p>
            <a:pPr algn="l">
              <a:lnSpc>
                <a:spcPct val="120000"/>
              </a:lnSpc>
              <a:buNone/>
              <a:defRPr sz="2325" b="1">
                <a:solidFill>
                  <a:srgbClr val="A53836"/>
                </a:solidFill>
                <a:latin typeface="微软雅黑"/>
                <a:ea typeface="微软雅黑"/>
                <a:cs typeface="微软雅黑"/>
              </a:defRPr>
            </a:pPr>
            <a:r>
              <a:rPr lang="zh-CN" altLang="en-US" sz="2325" b="1" dirty="0">
                <a:solidFill>
                  <a:srgbClr val="A53836"/>
                </a:solidFill>
                <a:latin typeface="微软雅黑"/>
                <a:ea typeface="微软雅黑"/>
                <a:cs typeface="微软雅黑"/>
              </a:rPr>
              <a:t>既往研究提示，即便</a:t>
            </a:r>
            <a:r>
              <a:rPr sz="2325" b="1" dirty="0" err="1">
                <a:solidFill>
                  <a:srgbClr val="A53836"/>
                </a:solidFill>
                <a:latin typeface="微软雅黑"/>
                <a:ea typeface="微软雅黑"/>
                <a:cs typeface="微软雅黑"/>
              </a:rPr>
              <a:t>知道食品安全的重要性</a:t>
            </a:r>
            <a:r>
              <a:rPr sz="2325" b="1" dirty="0">
                <a:solidFill>
                  <a:srgbClr val="A53836"/>
                </a:solidFill>
                <a:latin typeface="微软雅黑"/>
                <a:ea typeface="微软雅黑"/>
                <a:cs typeface="微软雅黑"/>
              </a:rPr>
              <a:t>，</a:t>
            </a:r>
            <a:r>
              <a:rPr lang="zh-CN" altLang="en-US" dirty="0"/>
              <a:t>也</a:t>
            </a:r>
            <a:r>
              <a:rPr lang="zh-CN" altLang="en-US" sz="2325" b="1" dirty="0">
                <a:solidFill>
                  <a:srgbClr val="A53836"/>
                </a:solidFill>
                <a:latin typeface="微软雅黑"/>
                <a:ea typeface="微软雅黑"/>
                <a:cs typeface="微软雅黑"/>
              </a:rPr>
              <a:t>很难</a:t>
            </a:r>
            <a:r>
              <a:rPr sz="2325" b="1" dirty="0" err="1">
                <a:solidFill>
                  <a:srgbClr val="A53836"/>
                </a:solidFill>
                <a:latin typeface="微软雅黑"/>
                <a:ea typeface="微软雅黑"/>
                <a:cs typeface="微软雅黑"/>
              </a:rPr>
              <a:t>每次都能规范处理剩饭剩菜</a:t>
            </a:r>
            <a:endParaRPr sz="2325" b="1" dirty="0">
              <a:solidFill>
                <a:srgbClr val="A53836"/>
              </a:solidFill>
              <a:latin typeface="微软雅黑"/>
              <a:ea typeface="微软雅黑"/>
              <a:cs typeface="微软雅黑"/>
            </a:endParaRPr>
          </a:p>
        </p:txBody>
      </p:sp>
      <p:sp>
        <p:nvSpPr>
          <p:cNvPr id="907" name="revision_research_method">
            <a:extLst>
              <a:ext uri="{FF2B5EF4-FFF2-40B4-BE49-F238E27FC236}">
                <a16:creationId xmlns:a16="http://schemas.microsoft.com/office/drawing/2014/main" id="{4D1CD26C-CFA5-4B28-91FF-220C526F50F2}"/>
              </a:ext>
            </a:extLst>
          </p:cNvPr>
          <p:cNvSpPr>
            <a:spLocks noGrp="1"/>
          </p:cNvSpPr>
          <p:nvPr/>
        </p:nvSpPr>
        <p:spPr>
          <a:xfrm>
            <a:off x="857250" y="2047875"/>
            <a:ext cx="10477500" cy="666750"/>
          </a:xfrm>
          <a:prstGeom prst="rect">
            <a:avLst/>
          </a:prstGeom>
          <a:noFill/>
          <a:ln w="0">
            <a:noFill/>
          </a:ln>
        </p:spPr>
        <p:txBody>
          <a:bodyPr wrap="square" lIns="0" tIns="0" rIns="0" bIns="0" anchor="t">
            <a:noAutofit/>
          </a:bodyPr>
          <a:lstStyle>
            <a:defPPr algn="l">
              <a:defRPr sz="1575" b="0">
                <a:solidFill>
                  <a:srgbClr val="756A60"/>
                </a:solidFill>
                <a:latin typeface="微软雅黑"/>
                <a:ea typeface="微软雅黑"/>
                <a:cs typeface="微软雅黑"/>
              </a:defRPr>
            </a:defPPr>
            <a:lvl1pPr algn="l">
              <a:defRPr sz="1575" b="0">
                <a:solidFill>
                  <a:srgbClr val="756A60"/>
                </a:solidFill>
                <a:latin typeface="微软雅黑"/>
                <a:ea typeface="微软雅黑"/>
                <a:cs typeface="微软雅黑"/>
              </a:defRPr>
            </a:lvl1pPr>
            <a:lvl2pPr algn="l">
              <a:defRPr sz="1575" b="0">
                <a:solidFill>
                  <a:srgbClr val="756A60"/>
                </a:solidFill>
                <a:latin typeface="微软雅黑"/>
                <a:ea typeface="微软雅黑"/>
                <a:cs typeface="微软雅黑"/>
              </a:defRPr>
            </a:lvl2pPr>
            <a:lvl3pPr algn="l">
              <a:defRPr sz="1575" b="0">
                <a:solidFill>
                  <a:srgbClr val="756A60"/>
                </a:solidFill>
                <a:latin typeface="微软雅黑"/>
                <a:ea typeface="微软雅黑"/>
                <a:cs typeface="微软雅黑"/>
              </a:defRPr>
            </a:lvl3pPr>
            <a:lvl4pPr algn="l">
              <a:defRPr sz="1575" b="0">
                <a:solidFill>
                  <a:srgbClr val="756A60"/>
                </a:solidFill>
                <a:latin typeface="微软雅黑"/>
                <a:ea typeface="微软雅黑"/>
                <a:cs typeface="微软雅黑"/>
              </a:defRPr>
            </a:lvl4pPr>
            <a:lvl5pPr algn="l">
              <a:defRPr sz="1575" b="0">
                <a:solidFill>
                  <a:srgbClr val="756A60"/>
                </a:solidFill>
                <a:latin typeface="微软雅黑"/>
                <a:ea typeface="微软雅黑"/>
                <a:cs typeface="微软雅黑"/>
              </a:defRPr>
            </a:lvl5pPr>
            <a:lvl6pPr algn="l">
              <a:defRPr sz="1575" b="0">
                <a:solidFill>
                  <a:srgbClr val="756A60"/>
                </a:solidFill>
                <a:latin typeface="微软雅黑"/>
                <a:ea typeface="微软雅黑"/>
                <a:cs typeface="微软雅黑"/>
              </a:defRPr>
            </a:lvl6pPr>
            <a:lvl7pPr algn="l">
              <a:defRPr sz="1575" b="0">
                <a:solidFill>
                  <a:srgbClr val="756A60"/>
                </a:solidFill>
                <a:latin typeface="微软雅黑"/>
                <a:ea typeface="微软雅黑"/>
                <a:cs typeface="微软雅黑"/>
              </a:defRPr>
            </a:lvl7pPr>
            <a:lvl8pPr algn="l">
              <a:defRPr sz="1575" b="0">
                <a:solidFill>
                  <a:srgbClr val="756A60"/>
                </a:solidFill>
                <a:latin typeface="微软雅黑"/>
                <a:ea typeface="微软雅黑"/>
                <a:cs typeface="微软雅黑"/>
              </a:defRPr>
            </a:lvl8pPr>
            <a:lvl9pPr algn="l">
              <a:defRPr sz="1575" b="0">
                <a:solidFill>
                  <a:srgbClr val="756A60"/>
                </a:solidFill>
                <a:latin typeface="微软雅黑"/>
                <a:ea typeface="微软雅黑"/>
                <a:cs typeface="微软雅黑"/>
              </a:defRPr>
            </a:lvl9pPr>
          </a:lstStyle>
          <a:p>
            <a:pPr algn="l">
              <a:lnSpc>
                <a:spcPct val="120000"/>
              </a:lnSpc>
              <a:buNone/>
              <a:defRPr sz="1575" b="0">
                <a:solidFill>
                  <a:srgbClr val="756A60"/>
                </a:solidFill>
                <a:latin typeface="微软雅黑"/>
                <a:ea typeface="微软雅黑"/>
                <a:cs typeface="微软雅黑"/>
              </a:defRPr>
            </a:pPr>
            <a:r>
              <a:rPr lang="zh-CN" altLang="en-US" sz="1575" b="0" dirty="0">
                <a:solidFill>
                  <a:srgbClr val="756A60"/>
                </a:solidFill>
                <a:latin typeface="微软雅黑"/>
                <a:ea typeface="微软雅黑"/>
                <a:cs typeface="微软雅黑"/>
              </a:rPr>
              <a:t>一项</a:t>
            </a:r>
            <a:r>
              <a:rPr sz="1575" b="0" dirty="0" err="1">
                <a:solidFill>
                  <a:srgbClr val="756A60"/>
                </a:solidFill>
                <a:latin typeface="微软雅黑"/>
                <a:ea typeface="微软雅黑"/>
                <a:cs typeface="微软雅黑"/>
              </a:rPr>
              <a:t>全国分层随机调查</a:t>
            </a:r>
            <a:r>
              <a:rPr lang="zh-CN" altLang="en-US" sz="1575" b="0" dirty="0">
                <a:solidFill>
                  <a:srgbClr val="756A60"/>
                </a:solidFill>
                <a:latin typeface="微软雅黑"/>
                <a:ea typeface="微软雅黑"/>
                <a:cs typeface="微软雅黑"/>
              </a:rPr>
              <a:t>中，</a:t>
            </a:r>
            <a:r>
              <a:rPr sz="1575" b="1" dirty="0">
                <a:solidFill>
                  <a:srgbClr val="756A60"/>
                </a:solidFill>
                <a:latin typeface="微软雅黑"/>
                <a:ea typeface="微软雅黑"/>
                <a:cs typeface="微软雅黑"/>
              </a:rPr>
              <a:t>3,050</a:t>
            </a:r>
            <a:r>
              <a:rPr sz="1575" b="0" dirty="0">
                <a:solidFill>
                  <a:srgbClr val="756A60"/>
                </a:solidFill>
                <a:latin typeface="微软雅黑"/>
                <a:ea typeface="微软雅黑"/>
                <a:cs typeface="微软雅黑"/>
              </a:rPr>
              <a:t>名消费者接受调查，回收</a:t>
            </a:r>
            <a:r>
              <a:rPr sz="1575" b="1" dirty="0">
                <a:solidFill>
                  <a:srgbClr val="756A60"/>
                </a:solidFill>
                <a:latin typeface="微软雅黑"/>
                <a:ea typeface="微软雅黑"/>
                <a:cs typeface="微软雅黑"/>
              </a:rPr>
              <a:t>1,780</a:t>
            </a:r>
            <a:r>
              <a:rPr sz="1575" b="0" dirty="0">
                <a:solidFill>
                  <a:srgbClr val="756A60"/>
                </a:solidFill>
                <a:latin typeface="微软雅黑"/>
                <a:ea typeface="微软雅黑"/>
                <a:cs typeface="微软雅黑"/>
              </a:rPr>
              <a:t>份有效问卷</a:t>
            </a:r>
            <a:r>
              <a:rPr lang="en-US" sz="1575" b="0" dirty="0">
                <a:solidFill>
                  <a:srgbClr val="756A60"/>
                </a:solidFill>
                <a:latin typeface="微软雅黑"/>
                <a:ea typeface="微软雅黑"/>
                <a:cs typeface="微软雅黑"/>
              </a:rPr>
              <a:t>,</a:t>
            </a:r>
            <a:r>
              <a:rPr sz="1575" b="0" dirty="0">
                <a:solidFill>
                  <a:srgbClr val="756A60"/>
                </a:solidFill>
                <a:latin typeface="微软雅黑"/>
                <a:ea typeface="微软雅黑"/>
                <a:cs typeface="微软雅黑"/>
              </a:rPr>
              <a:t>其中934份涉及剩饭剩菜处理</a:t>
            </a:r>
            <a:endParaRPr lang="en-US" sz="1575" b="0" dirty="0">
              <a:solidFill>
                <a:srgbClr val="756A60"/>
              </a:solidFill>
              <a:latin typeface="微软雅黑"/>
              <a:ea typeface="微软雅黑"/>
              <a:cs typeface="微软雅黑"/>
            </a:endParaRPr>
          </a:p>
          <a:p>
            <a:pPr algn="l">
              <a:lnSpc>
                <a:spcPct val="120000"/>
              </a:lnSpc>
              <a:buNone/>
              <a:defRPr sz="1575" b="0">
                <a:solidFill>
                  <a:srgbClr val="756A60"/>
                </a:solidFill>
                <a:latin typeface="微软雅黑"/>
                <a:ea typeface="微软雅黑"/>
                <a:cs typeface="微软雅黑"/>
              </a:defRPr>
            </a:pPr>
            <a:r>
              <a:rPr lang="zh-CN" altLang="en-US" sz="1575" b="0" dirty="0">
                <a:solidFill>
                  <a:srgbClr val="756A60"/>
                </a:solidFill>
                <a:latin typeface="微软雅黑"/>
                <a:ea typeface="微软雅黑"/>
                <a:cs typeface="微软雅黑"/>
              </a:rPr>
              <a:t>（</a:t>
            </a:r>
            <a:r>
              <a:rPr sz="1575" b="0" dirty="0">
                <a:solidFill>
                  <a:srgbClr val="756A60"/>
                </a:solidFill>
                <a:latin typeface="微软雅黑"/>
                <a:ea typeface="微软雅黑"/>
                <a:cs typeface="微软雅黑"/>
              </a:rPr>
              <a:t>研究对象为一般消费者，并非45岁及以上专门样本</a:t>
            </a:r>
            <a:r>
              <a:rPr lang="zh-CN" altLang="en-US" dirty="0"/>
              <a:t>）</a:t>
            </a:r>
            <a:endParaRPr sz="1575" b="0" dirty="0">
              <a:solidFill>
                <a:srgbClr val="756A60"/>
              </a:solidFill>
              <a:latin typeface="微软雅黑"/>
              <a:ea typeface="微软雅黑"/>
              <a:cs typeface="微软雅黑"/>
            </a:endParaRPr>
          </a:p>
        </p:txBody>
      </p:sp>
      <p:sp>
        <p:nvSpPr>
          <p:cNvPr id="908" name="revision_finding_head_0">
            <a:extLst>
              <a:ext uri="{FF2B5EF4-FFF2-40B4-BE49-F238E27FC236}">
                <a16:creationId xmlns:a16="http://schemas.microsoft.com/office/drawing/2014/main" id="{CCCE8A32-79A9-482D-AFCB-E8E9BB5F191C}"/>
              </a:ext>
            </a:extLst>
          </p:cNvPr>
          <p:cNvSpPr>
            <a:spLocks noGrp="1"/>
          </p:cNvSpPr>
          <p:nvPr/>
        </p:nvSpPr>
        <p:spPr>
          <a:xfrm>
            <a:off x="857250" y="2886075"/>
            <a:ext cx="2476500" cy="561975"/>
          </a:xfrm>
          <a:prstGeom prst="rect">
            <a:avLst/>
          </a:prstGeom>
          <a:noFill/>
          <a:ln w="0">
            <a:noFill/>
          </a:ln>
        </p:spPr>
        <p:txBody>
          <a:bodyPr wrap="square" lIns="0" tIns="0" rIns="0" bIns="0" anchor="t">
            <a:noAutofit/>
          </a:bodyPr>
          <a:lstStyle>
            <a:defPPr algn="l">
              <a:defRPr sz="2025" b="1">
                <a:solidFill>
                  <a:srgbClr val="A53836"/>
                </a:solidFill>
                <a:latin typeface="微软雅黑"/>
                <a:ea typeface="微软雅黑"/>
                <a:cs typeface="微软雅黑"/>
              </a:defRPr>
            </a:defPPr>
            <a:lvl1pPr algn="l">
              <a:defRPr sz="2025" b="1">
                <a:solidFill>
                  <a:srgbClr val="A53836"/>
                </a:solidFill>
                <a:latin typeface="微软雅黑"/>
                <a:ea typeface="微软雅黑"/>
                <a:cs typeface="微软雅黑"/>
              </a:defRPr>
            </a:lvl1pPr>
            <a:lvl2pPr algn="l">
              <a:defRPr sz="2025" b="1">
                <a:solidFill>
                  <a:srgbClr val="A53836"/>
                </a:solidFill>
                <a:latin typeface="微软雅黑"/>
                <a:ea typeface="微软雅黑"/>
                <a:cs typeface="微软雅黑"/>
              </a:defRPr>
            </a:lvl2pPr>
            <a:lvl3pPr algn="l">
              <a:defRPr sz="2025" b="1">
                <a:solidFill>
                  <a:srgbClr val="A53836"/>
                </a:solidFill>
                <a:latin typeface="微软雅黑"/>
                <a:ea typeface="微软雅黑"/>
                <a:cs typeface="微软雅黑"/>
              </a:defRPr>
            </a:lvl3pPr>
            <a:lvl4pPr algn="l">
              <a:defRPr sz="2025" b="1">
                <a:solidFill>
                  <a:srgbClr val="A53836"/>
                </a:solidFill>
                <a:latin typeface="微软雅黑"/>
                <a:ea typeface="微软雅黑"/>
                <a:cs typeface="微软雅黑"/>
              </a:defRPr>
            </a:lvl4pPr>
            <a:lvl5pPr algn="l">
              <a:defRPr sz="2025" b="1">
                <a:solidFill>
                  <a:srgbClr val="A53836"/>
                </a:solidFill>
                <a:latin typeface="微软雅黑"/>
                <a:ea typeface="微软雅黑"/>
                <a:cs typeface="微软雅黑"/>
              </a:defRPr>
            </a:lvl5pPr>
            <a:lvl6pPr algn="l">
              <a:defRPr sz="2025" b="1">
                <a:solidFill>
                  <a:srgbClr val="A53836"/>
                </a:solidFill>
                <a:latin typeface="微软雅黑"/>
                <a:ea typeface="微软雅黑"/>
                <a:cs typeface="微软雅黑"/>
              </a:defRPr>
            </a:lvl6pPr>
            <a:lvl7pPr algn="l">
              <a:defRPr sz="2025" b="1">
                <a:solidFill>
                  <a:srgbClr val="A53836"/>
                </a:solidFill>
                <a:latin typeface="微软雅黑"/>
                <a:ea typeface="微软雅黑"/>
                <a:cs typeface="微软雅黑"/>
              </a:defRPr>
            </a:lvl7pPr>
            <a:lvl8pPr algn="l">
              <a:defRPr sz="2025" b="1">
                <a:solidFill>
                  <a:srgbClr val="A53836"/>
                </a:solidFill>
                <a:latin typeface="微软雅黑"/>
                <a:ea typeface="微软雅黑"/>
                <a:cs typeface="微软雅黑"/>
              </a:defRPr>
            </a:lvl8pPr>
            <a:lvl9pPr algn="l">
              <a:defRPr sz="2025" b="1">
                <a:solidFill>
                  <a:srgbClr val="A53836"/>
                </a:solidFill>
                <a:latin typeface="微软雅黑"/>
                <a:ea typeface="微软雅黑"/>
                <a:cs typeface="微软雅黑"/>
              </a:defRPr>
            </a:lvl9pPr>
          </a:lstStyle>
          <a:p>
            <a:pPr algn="l">
              <a:lnSpc>
                <a:spcPct val="120000"/>
              </a:lnSpc>
              <a:buNone/>
              <a:defRPr sz="2025" b="1">
                <a:solidFill>
                  <a:srgbClr val="A53836"/>
                </a:solidFill>
                <a:latin typeface="微软雅黑"/>
                <a:ea typeface="微软雅黑"/>
                <a:cs typeface="微软雅黑"/>
              </a:defRPr>
            </a:pPr>
            <a:r>
              <a:rPr lang="zh-CN" altLang="en-US" sz="2025" b="1" dirty="0">
                <a:solidFill>
                  <a:srgbClr val="A53836"/>
                </a:solidFill>
                <a:latin typeface="微软雅黑"/>
                <a:ea typeface="微软雅黑"/>
                <a:cs typeface="微软雅黑"/>
              </a:rPr>
              <a:t>处理</a:t>
            </a:r>
            <a:r>
              <a:rPr sz="2025" b="1" dirty="0" err="1">
                <a:solidFill>
                  <a:srgbClr val="A53836"/>
                </a:solidFill>
                <a:latin typeface="微软雅黑"/>
                <a:ea typeface="微软雅黑"/>
                <a:cs typeface="微软雅黑"/>
              </a:rPr>
              <a:t>知识仍需补足</a:t>
            </a:r>
            <a:endParaRPr sz="2025" b="1" dirty="0">
              <a:solidFill>
                <a:srgbClr val="A53836"/>
              </a:solidFill>
              <a:latin typeface="微软雅黑"/>
              <a:ea typeface="微软雅黑"/>
              <a:cs typeface="微软雅黑"/>
            </a:endParaRPr>
          </a:p>
        </p:txBody>
      </p:sp>
      <p:sp>
        <p:nvSpPr>
          <p:cNvPr id="909" name="revision_finding_body_0">
            <a:extLst>
              <a:ext uri="{FF2B5EF4-FFF2-40B4-BE49-F238E27FC236}">
                <a16:creationId xmlns:a16="http://schemas.microsoft.com/office/drawing/2014/main" id="{D52C1A14-3585-4AEE-A38A-D889AB433088}"/>
              </a:ext>
            </a:extLst>
          </p:cNvPr>
          <p:cNvSpPr>
            <a:spLocks noGrp="1"/>
          </p:cNvSpPr>
          <p:nvPr/>
        </p:nvSpPr>
        <p:spPr>
          <a:xfrm>
            <a:off x="3638550" y="2895600"/>
            <a:ext cx="7620000" cy="685800"/>
          </a:xfrm>
          <a:prstGeom prst="rect">
            <a:avLst/>
          </a:prstGeom>
          <a:noFill/>
          <a:ln w="0">
            <a:noFill/>
          </a:ln>
        </p:spPr>
        <p:txBody>
          <a:bodyPr wrap="square" lIns="0" tIns="0" rIns="0" bIns="0" anchor="t">
            <a:noAutofit/>
          </a:bodyPr>
          <a:lstStyle>
            <a:defPPr algn="l">
              <a:defRPr sz="1800" b="0">
                <a:solidFill>
                  <a:srgbClr val="404040"/>
                </a:solidFill>
                <a:latin typeface="微软雅黑"/>
                <a:ea typeface="微软雅黑"/>
                <a:cs typeface="微软雅黑"/>
              </a:defRPr>
            </a:defPPr>
            <a:lvl1pPr algn="l">
              <a:defRPr sz="1800" b="0">
                <a:solidFill>
                  <a:srgbClr val="404040"/>
                </a:solidFill>
                <a:latin typeface="微软雅黑"/>
                <a:ea typeface="微软雅黑"/>
                <a:cs typeface="微软雅黑"/>
              </a:defRPr>
            </a:lvl1pPr>
            <a:lvl2pPr algn="l">
              <a:defRPr sz="1800" b="0">
                <a:solidFill>
                  <a:srgbClr val="404040"/>
                </a:solidFill>
                <a:latin typeface="微软雅黑"/>
                <a:ea typeface="微软雅黑"/>
                <a:cs typeface="微软雅黑"/>
              </a:defRPr>
            </a:lvl2pPr>
            <a:lvl3pPr algn="l">
              <a:defRPr sz="1800" b="0">
                <a:solidFill>
                  <a:srgbClr val="404040"/>
                </a:solidFill>
                <a:latin typeface="微软雅黑"/>
                <a:ea typeface="微软雅黑"/>
                <a:cs typeface="微软雅黑"/>
              </a:defRPr>
            </a:lvl3pPr>
            <a:lvl4pPr algn="l">
              <a:defRPr sz="1800" b="0">
                <a:solidFill>
                  <a:srgbClr val="404040"/>
                </a:solidFill>
                <a:latin typeface="微软雅黑"/>
                <a:ea typeface="微软雅黑"/>
                <a:cs typeface="微软雅黑"/>
              </a:defRPr>
            </a:lvl4pPr>
            <a:lvl5pPr algn="l">
              <a:defRPr sz="1800" b="0">
                <a:solidFill>
                  <a:srgbClr val="404040"/>
                </a:solidFill>
                <a:latin typeface="微软雅黑"/>
                <a:ea typeface="微软雅黑"/>
                <a:cs typeface="微软雅黑"/>
              </a:defRPr>
            </a:lvl5pPr>
            <a:lvl6pPr algn="l">
              <a:defRPr sz="1800" b="0">
                <a:solidFill>
                  <a:srgbClr val="404040"/>
                </a:solidFill>
                <a:latin typeface="微软雅黑"/>
                <a:ea typeface="微软雅黑"/>
                <a:cs typeface="微软雅黑"/>
              </a:defRPr>
            </a:lvl6pPr>
            <a:lvl7pPr algn="l">
              <a:defRPr sz="1800" b="0">
                <a:solidFill>
                  <a:srgbClr val="404040"/>
                </a:solidFill>
                <a:latin typeface="微软雅黑"/>
                <a:ea typeface="微软雅黑"/>
                <a:cs typeface="微软雅黑"/>
              </a:defRPr>
            </a:lvl7pPr>
            <a:lvl8pPr algn="l">
              <a:defRPr sz="1800" b="0">
                <a:solidFill>
                  <a:srgbClr val="404040"/>
                </a:solidFill>
                <a:latin typeface="微软雅黑"/>
                <a:ea typeface="微软雅黑"/>
                <a:cs typeface="微软雅黑"/>
              </a:defRPr>
            </a:lvl8pPr>
            <a:lvl9pPr algn="l">
              <a:defRPr sz="1800" b="0">
                <a:solidFill>
                  <a:srgbClr val="404040"/>
                </a:solidFill>
                <a:latin typeface="微软雅黑"/>
                <a:ea typeface="微软雅黑"/>
                <a:cs typeface="微软雅黑"/>
              </a:defRPr>
            </a:lvl9pPr>
          </a:lstStyle>
          <a:p>
            <a:pPr algn="l">
              <a:lnSpc>
                <a:spcPct val="120000"/>
              </a:lnSpc>
              <a:buNone/>
              <a:defRPr sz="1800" b="0">
                <a:solidFill>
                  <a:srgbClr val="404040"/>
                </a:solidFill>
                <a:latin typeface="微软雅黑"/>
                <a:ea typeface="微软雅黑"/>
                <a:cs typeface="微软雅黑"/>
              </a:defRPr>
            </a:pPr>
            <a:r>
              <a:rPr sz="1800" b="0">
                <a:solidFill>
                  <a:srgbClr val="404040"/>
                </a:solidFill>
                <a:latin typeface="微软雅黑"/>
                <a:ea typeface="微软雅黑"/>
                <a:cs typeface="微软雅黑"/>
              </a:rPr>
              <a:t>食品处理知识平均正确率为54%，基础知识仍有提升空间。</a:t>
            </a:r>
          </a:p>
        </p:txBody>
      </p:sp>
      <p:sp>
        <p:nvSpPr>
          <p:cNvPr id="910" name="revision_finding_head_1">
            <a:extLst>
              <a:ext uri="{FF2B5EF4-FFF2-40B4-BE49-F238E27FC236}">
                <a16:creationId xmlns:a16="http://schemas.microsoft.com/office/drawing/2014/main" id="{1A2906B0-7D4B-4F81-ABC2-8F740C944C0D}"/>
              </a:ext>
            </a:extLst>
          </p:cNvPr>
          <p:cNvSpPr>
            <a:spLocks noGrp="1"/>
          </p:cNvSpPr>
          <p:nvPr/>
        </p:nvSpPr>
        <p:spPr>
          <a:xfrm>
            <a:off x="857250" y="3629025"/>
            <a:ext cx="2476500" cy="561975"/>
          </a:xfrm>
          <a:prstGeom prst="rect">
            <a:avLst/>
          </a:prstGeom>
          <a:noFill/>
          <a:ln w="0">
            <a:noFill/>
          </a:ln>
        </p:spPr>
        <p:txBody>
          <a:bodyPr wrap="square" lIns="0" tIns="0" rIns="0" bIns="0" anchor="t">
            <a:noAutofit/>
          </a:bodyPr>
          <a:lstStyle>
            <a:defPPr algn="l">
              <a:defRPr sz="2025" b="1">
                <a:solidFill>
                  <a:srgbClr val="A53836"/>
                </a:solidFill>
                <a:latin typeface="微软雅黑"/>
                <a:ea typeface="微软雅黑"/>
                <a:cs typeface="微软雅黑"/>
              </a:defRPr>
            </a:defPPr>
            <a:lvl1pPr algn="l">
              <a:defRPr sz="2025" b="1">
                <a:solidFill>
                  <a:srgbClr val="A53836"/>
                </a:solidFill>
                <a:latin typeface="微软雅黑"/>
                <a:ea typeface="微软雅黑"/>
                <a:cs typeface="微软雅黑"/>
              </a:defRPr>
            </a:lvl1pPr>
            <a:lvl2pPr algn="l">
              <a:defRPr sz="2025" b="1">
                <a:solidFill>
                  <a:srgbClr val="A53836"/>
                </a:solidFill>
                <a:latin typeface="微软雅黑"/>
                <a:ea typeface="微软雅黑"/>
                <a:cs typeface="微软雅黑"/>
              </a:defRPr>
            </a:lvl2pPr>
            <a:lvl3pPr algn="l">
              <a:defRPr sz="2025" b="1">
                <a:solidFill>
                  <a:srgbClr val="A53836"/>
                </a:solidFill>
                <a:latin typeface="微软雅黑"/>
                <a:ea typeface="微软雅黑"/>
                <a:cs typeface="微软雅黑"/>
              </a:defRPr>
            </a:lvl3pPr>
            <a:lvl4pPr algn="l">
              <a:defRPr sz="2025" b="1">
                <a:solidFill>
                  <a:srgbClr val="A53836"/>
                </a:solidFill>
                <a:latin typeface="微软雅黑"/>
                <a:ea typeface="微软雅黑"/>
                <a:cs typeface="微软雅黑"/>
              </a:defRPr>
            </a:lvl4pPr>
            <a:lvl5pPr algn="l">
              <a:defRPr sz="2025" b="1">
                <a:solidFill>
                  <a:srgbClr val="A53836"/>
                </a:solidFill>
                <a:latin typeface="微软雅黑"/>
                <a:ea typeface="微软雅黑"/>
                <a:cs typeface="微软雅黑"/>
              </a:defRPr>
            </a:lvl5pPr>
            <a:lvl6pPr algn="l">
              <a:defRPr sz="2025" b="1">
                <a:solidFill>
                  <a:srgbClr val="A53836"/>
                </a:solidFill>
                <a:latin typeface="微软雅黑"/>
                <a:ea typeface="微软雅黑"/>
                <a:cs typeface="微软雅黑"/>
              </a:defRPr>
            </a:lvl6pPr>
            <a:lvl7pPr algn="l">
              <a:defRPr sz="2025" b="1">
                <a:solidFill>
                  <a:srgbClr val="A53836"/>
                </a:solidFill>
                <a:latin typeface="微软雅黑"/>
                <a:ea typeface="微软雅黑"/>
                <a:cs typeface="微软雅黑"/>
              </a:defRPr>
            </a:lvl7pPr>
            <a:lvl8pPr algn="l">
              <a:defRPr sz="2025" b="1">
                <a:solidFill>
                  <a:srgbClr val="A53836"/>
                </a:solidFill>
                <a:latin typeface="微软雅黑"/>
                <a:ea typeface="微软雅黑"/>
                <a:cs typeface="微软雅黑"/>
              </a:defRPr>
            </a:lvl8pPr>
            <a:lvl9pPr algn="l">
              <a:defRPr sz="2025" b="1">
                <a:solidFill>
                  <a:srgbClr val="A53836"/>
                </a:solidFill>
                <a:latin typeface="微软雅黑"/>
                <a:ea typeface="微软雅黑"/>
                <a:cs typeface="微软雅黑"/>
              </a:defRPr>
            </a:lvl9pPr>
          </a:lstStyle>
          <a:p>
            <a:pPr algn="l">
              <a:lnSpc>
                <a:spcPct val="120000"/>
              </a:lnSpc>
              <a:buNone/>
              <a:defRPr sz="2025" b="1">
                <a:solidFill>
                  <a:srgbClr val="A53836"/>
                </a:solidFill>
                <a:latin typeface="微软雅黑"/>
                <a:ea typeface="微软雅黑"/>
                <a:cs typeface="微软雅黑"/>
              </a:defRPr>
            </a:pPr>
            <a:r>
              <a:rPr sz="2025" b="1" dirty="0" err="1">
                <a:solidFill>
                  <a:srgbClr val="A53836"/>
                </a:solidFill>
                <a:latin typeface="微软雅黑"/>
                <a:ea typeface="微软雅黑"/>
                <a:cs typeface="微软雅黑"/>
              </a:rPr>
              <a:t>规范操作仍有缺口</a:t>
            </a:r>
            <a:endParaRPr sz="2025" b="1" dirty="0">
              <a:solidFill>
                <a:srgbClr val="A53836"/>
              </a:solidFill>
              <a:latin typeface="微软雅黑"/>
              <a:ea typeface="微软雅黑"/>
              <a:cs typeface="微软雅黑"/>
            </a:endParaRPr>
          </a:p>
        </p:txBody>
      </p:sp>
      <p:sp>
        <p:nvSpPr>
          <p:cNvPr id="911" name="revision_finding_body_1">
            <a:extLst>
              <a:ext uri="{FF2B5EF4-FFF2-40B4-BE49-F238E27FC236}">
                <a16:creationId xmlns:a16="http://schemas.microsoft.com/office/drawing/2014/main" id="{40B7C1A9-76B0-42EC-82FC-DF875F9F8C96}"/>
              </a:ext>
            </a:extLst>
          </p:cNvPr>
          <p:cNvSpPr>
            <a:spLocks noGrp="1"/>
          </p:cNvSpPr>
          <p:nvPr/>
        </p:nvSpPr>
        <p:spPr>
          <a:xfrm>
            <a:off x="3638550" y="3638550"/>
            <a:ext cx="7620000" cy="685800"/>
          </a:xfrm>
          <a:prstGeom prst="rect">
            <a:avLst/>
          </a:prstGeom>
          <a:noFill/>
          <a:ln w="0">
            <a:noFill/>
          </a:ln>
        </p:spPr>
        <p:txBody>
          <a:bodyPr wrap="square" lIns="0" tIns="0" rIns="0" bIns="0" anchor="t">
            <a:noAutofit/>
          </a:bodyPr>
          <a:lstStyle>
            <a:defPPr algn="l">
              <a:defRPr sz="1800" b="0">
                <a:solidFill>
                  <a:srgbClr val="404040"/>
                </a:solidFill>
                <a:latin typeface="微软雅黑"/>
                <a:ea typeface="微软雅黑"/>
                <a:cs typeface="微软雅黑"/>
              </a:defRPr>
            </a:defPPr>
            <a:lvl1pPr algn="l">
              <a:defRPr sz="1800" b="0">
                <a:solidFill>
                  <a:srgbClr val="404040"/>
                </a:solidFill>
                <a:latin typeface="微软雅黑"/>
                <a:ea typeface="微软雅黑"/>
                <a:cs typeface="微软雅黑"/>
              </a:defRPr>
            </a:lvl1pPr>
            <a:lvl2pPr algn="l">
              <a:defRPr sz="1800" b="0">
                <a:solidFill>
                  <a:srgbClr val="404040"/>
                </a:solidFill>
                <a:latin typeface="微软雅黑"/>
                <a:ea typeface="微软雅黑"/>
                <a:cs typeface="微软雅黑"/>
              </a:defRPr>
            </a:lvl2pPr>
            <a:lvl3pPr algn="l">
              <a:defRPr sz="1800" b="0">
                <a:solidFill>
                  <a:srgbClr val="404040"/>
                </a:solidFill>
                <a:latin typeface="微软雅黑"/>
                <a:ea typeface="微软雅黑"/>
                <a:cs typeface="微软雅黑"/>
              </a:defRPr>
            </a:lvl3pPr>
            <a:lvl4pPr algn="l">
              <a:defRPr sz="1800" b="0">
                <a:solidFill>
                  <a:srgbClr val="404040"/>
                </a:solidFill>
                <a:latin typeface="微软雅黑"/>
                <a:ea typeface="微软雅黑"/>
                <a:cs typeface="微软雅黑"/>
              </a:defRPr>
            </a:lvl4pPr>
            <a:lvl5pPr algn="l">
              <a:defRPr sz="1800" b="0">
                <a:solidFill>
                  <a:srgbClr val="404040"/>
                </a:solidFill>
                <a:latin typeface="微软雅黑"/>
                <a:ea typeface="微软雅黑"/>
                <a:cs typeface="微软雅黑"/>
              </a:defRPr>
            </a:lvl5pPr>
            <a:lvl6pPr algn="l">
              <a:defRPr sz="1800" b="0">
                <a:solidFill>
                  <a:srgbClr val="404040"/>
                </a:solidFill>
                <a:latin typeface="微软雅黑"/>
                <a:ea typeface="微软雅黑"/>
                <a:cs typeface="微软雅黑"/>
              </a:defRPr>
            </a:lvl6pPr>
            <a:lvl7pPr algn="l">
              <a:defRPr sz="1800" b="0">
                <a:solidFill>
                  <a:srgbClr val="404040"/>
                </a:solidFill>
                <a:latin typeface="微软雅黑"/>
                <a:ea typeface="微软雅黑"/>
                <a:cs typeface="微软雅黑"/>
              </a:defRPr>
            </a:lvl7pPr>
            <a:lvl8pPr algn="l">
              <a:defRPr sz="1800" b="0">
                <a:solidFill>
                  <a:srgbClr val="404040"/>
                </a:solidFill>
                <a:latin typeface="微软雅黑"/>
                <a:ea typeface="微软雅黑"/>
                <a:cs typeface="微软雅黑"/>
              </a:defRPr>
            </a:lvl8pPr>
            <a:lvl9pPr algn="l">
              <a:defRPr sz="1800" b="0">
                <a:solidFill>
                  <a:srgbClr val="404040"/>
                </a:solidFill>
                <a:latin typeface="微软雅黑"/>
                <a:ea typeface="微软雅黑"/>
                <a:cs typeface="微软雅黑"/>
              </a:defRPr>
            </a:lvl9pPr>
          </a:lstStyle>
          <a:p>
            <a:pPr algn="l">
              <a:lnSpc>
                <a:spcPct val="120000"/>
              </a:lnSpc>
              <a:buNone/>
              <a:defRPr sz="1800" b="0">
                <a:solidFill>
                  <a:srgbClr val="404040"/>
                </a:solidFill>
                <a:latin typeface="微软雅黑"/>
                <a:ea typeface="微软雅黑"/>
                <a:cs typeface="微软雅黑"/>
              </a:defRPr>
            </a:pPr>
            <a:r>
              <a:rPr sz="1800" b="0">
                <a:solidFill>
                  <a:srgbClr val="404040"/>
                </a:solidFill>
                <a:latin typeface="微软雅黑"/>
                <a:ea typeface="微软雅黑"/>
                <a:cs typeface="微软雅黑"/>
              </a:rPr>
              <a:t>在剩饭剩菜处理方面，仅14%的受访者报告始终采取规范做法。</a:t>
            </a:r>
          </a:p>
        </p:txBody>
      </p:sp>
      <p:sp>
        <p:nvSpPr>
          <p:cNvPr id="912" name="revision_finding_head_2">
            <a:extLst>
              <a:ext uri="{FF2B5EF4-FFF2-40B4-BE49-F238E27FC236}">
                <a16:creationId xmlns:a16="http://schemas.microsoft.com/office/drawing/2014/main" id="{E4388F87-6E01-40A5-9A5D-B40612930A44}"/>
              </a:ext>
            </a:extLst>
          </p:cNvPr>
          <p:cNvSpPr>
            <a:spLocks noGrp="1"/>
          </p:cNvSpPr>
          <p:nvPr/>
        </p:nvSpPr>
        <p:spPr>
          <a:xfrm>
            <a:off x="857250" y="4371975"/>
            <a:ext cx="2476500" cy="561975"/>
          </a:xfrm>
          <a:prstGeom prst="rect">
            <a:avLst/>
          </a:prstGeom>
          <a:noFill/>
          <a:ln w="0">
            <a:noFill/>
          </a:ln>
        </p:spPr>
        <p:txBody>
          <a:bodyPr wrap="square" lIns="0" tIns="0" rIns="0" bIns="0" anchor="t">
            <a:noAutofit/>
          </a:bodyPr>
          <a:lstStyle>
            <a:defPPr algn="l">
              <a:defRPr sz="2025" b="1">
                <a:solidFill>
                  <a:srgbClr val="A53836"/>
                </a:solidFill>
                <a:latin typeface="微软雅黑"/>
                <a:ea typeface="微软雅黑"/>
                <a:cs typeface="微软雅黑"/>
              </a:defRPr>
            </a:defPPr>
            <a:lvl1pPr algn="l">
              <a:defRPr sz="2025" b="1">
                <a:solidFill>
                  <a:srgbClr val="A53836"/>
                </a:solidFill>
                <a:latin typeface="微软雅黑"/>
                <a:ea typeface="微软雅黑"/>
                <a:cs typeface="微软雅黑"/>
              </a:defRPr>
            </a:lvl1pPr>
            <a:lvl2pPr algn="l">
              <a:defRPr sz="2025" b="1">
                <a:solidFill>
                  <a:srgbClr val="A53836"/>
                </a:solidFill>
                <a:latin typeface="微软雅黑"/>
                <a:ea typeface="微软雅黑"/>
                <a:cs typeface="微软雅黑"/>
              </a:defRPr>
            </a:lvl2pPr>
            <a:lvl3pPr algn="l">
              <a:defRPr sz="2025" b="1">
                <a:solidFill>
                  <a:srgbClr val="A53836"/>
                </a:solidFill>
                <a:latin typeface="微软雅黑"/>
                <a:ea typeface="微软雅黑"/>
                <a:cs typeface="微软雅黑"/>
              </a:defRPr>
            </a:lvl3pPr>
            <a:lvl4pPr algn="l">
              <a:defRPr sz="2025" b="1">
                <a:solidFill>
                  <a:srgbClr val="A53836"/>
                </a:solidFill>
                <a:latin typeface="微软雅黑"/>
                <a:ea typeface="微软雅黑"/>
                <a:cs typeface="微软雅黑"/>
              </a:defRPr>
            </a:lvl4pPr>
            <a:lvl5pPr algn="l">
              <a:defRPr sz="2025" b="1">
                <a:solidFill>
                  <a:srgbClr val="A53836"/>
                </a:solidFill>
                <a:latin typeface="微软雅黑"/>
                <a:ea typeface="微软雅黑"/>
                <a:cs typeface="微软雅黑"/>
              </a:defRPr>
            </a:lvl5pPr>
            <a:lvl6pPr algn="l">
              <a:defRPr sz="2025" b="1">
                <a:solidFill>
                  <a:srgbClr val="A53836"/>
                </a:solidFill>
                <a:latin typeface="微软雅黑"/>
                <a:ea typeface="微软雅黑"/>
                <a:cs typeface="微软雅黑"/>
              </a:defRPr>
            </a:lvl6pPr>
            <a:lvl7pPr algn="l">
              <a:defRPr sz="2025" b="1">
                <a:solidFill>
                  <a:srgbClr val="A53836"/>
                </a:solidFill>
                <a:latin typeface="微软雅黑"/>
                <a:ea typeface="微软雅黑"/>
                <a:cs typeface="微软雅黑"/>
              </a:defRPr>
            </a:lvl7pPr>
            <a:lvl8pPr algn="l">
              <a:defRPr sz="2025" b="1">
                <a:solidFill>
                  <a:srgbClr val="A53836"/>
                </a:solidFill>
                <a:latin typeface="微软雅黑"/>
                <a:ea typeface="微软雅黑"/>
                <a:cs typeface="微软雅黑"/>
              </a:defRPr>
            </a:lvl8pPr>
            <a:lvl9pPr algn="l">
              <a:defRPr sz="2025" b="1">
                <a:solidFill>
                  <a:srgbClr val="A53836"/>
                </a:solidFill>
                <a:latin typeface="微软雅黑"/>
                <a:ea typeface="微软雅黑"/>
                <a:cs typeface="微软雅黑"/>
              </a:defRPr>
            </a:lvl9pPr>
          </a:lstStyle>
          <a:p>
            <a:pPr>
              <a:lnSpc>
                <a:spcPct val="120000"/>
              </a:lnSpc>
              <a:defRPr sz="2025" b="1">
                <a:solidFill>
                  <a:srgbClr val="A53836"/>
                </a:solidFill>
                <a:latin typeface="微软雅黑"/>
                <a:ea typeface="微软雅黑"/>
                <a:cs typeface="微软雅黑"/>
              </a:defRPr>
            </a:pPr>
            <a:r>
              <a:rPr sz="2025" b="1" dirty="0" err="1">
                <a:solidFill>
                  <a:srgbClr val="A53836"/>
                </a:solidFill>
                <a:latin typeface="微软雅黑"/>
                <a:ea typeface="微软雅黑"/>
                <a:cs typeface="微软雅黑"/>
              </a:rPr>
              <a:t>多个因素</a:t>
            </a:r>
            <a:r>
              <a:rPr lang="zh-CN" altLang="en-US" dirty="0"/>
              <a:t>关联行为</a:t>
            </a:r>
            <a:endParaRPr sz="2025" b="1" dirty="0">
              <a:solidFill>
                <a:srgbClr val="A53836"/>
              </a:solidFill>
              <a:latin typeface="微软雅黑"/>
              <a:ea typeface="微软雅黑"/>
              <a:cs typeface="微软雅黑"/>
            </a:endParaRPr>
          </a:p>
        </p:txBody>
      </p:sp>
      <p:sp>
        <p:nvSpPr>
          <p:cNvPr id="913" name="revision_finding_body_2">
            <a:extLst>
              <a:ext uri="{FF2B5EF4-FFF2-40B4-BE49-F238E27FC236}">
                <a16:creationId xmlns:a16="http://schemas.microsoft.com/office/drawing/2014/main" id="{3C2C8185-F61A-4141-A5E4-F8921B8BA280}"/>
              </a:ext>
            </a:extLst>
          </p:cNvPr>
          <p:cNvSpPr>
            <a:spLocks noGrp="1"/>
          </p:cNvSpPr>
          <p:nvPr/>
        </p:nvSpPr>
        <p:spPr>
          <a:xfrm>
            <a:off x="3638550" y="4381500"/>
            <a:ext cx="7620000" cy="685800"/>
          </a:xfrm>
          <a:prstGeom prst="rect">
            <a:avLst/>
          </a:prstGeom>
          <a:noFill/>
          <a:ln w="0">
            <a:noFill/>
          </a:ln>
        </p:spPr>
        <p:txBody>
          <a:bodyPr wrap="square" lIns="0" tIns="0" rIns="0" bIns="0" anchor="t">
            <a:noAutofit/>
          </a:bodyPr>
          <a:lstStyle>
            <a:defPPr algn="l">
              <a:defRPr sz="1800" b="0">
                <a:solidFill>
                  <a:srgbClr val="404040"/>
                </a:solidFill>
                <a:latin typeface="微软雅黑"/>
                <a:ea typeface="微软雅黑"/>
                <a:cs typeface="微软雅黑"/>
              </a:defRPr>
            </a:defPPr>
            <a:lvl1pPr algn="l">
              <a:defRPr sz="1800" b="0">
                <a:solidFill>
                  <a:srgbClr val="404040"/>
                </a:solidFill>
                <a:latin typeface="微软雅黑"/>
                <a:ea typeface="微软雅黑"/>
                <a:cs typeface="微软雅黑"/>
              </a:defRPr>
            </a:lvl1pPr>
            <a:lvl2pPr algn="l">
              <a:defRPr sz="1800" b="0">
                <a:solidFill>
                  <a:srgbClr val="404040"/>
                </a:solidFill>
                <a:latin typeface="微软雅黑"/>
                <a:ea typeface="微软雅黑"/>
                <a:cs typeface="微软雅黑"/>
              </a:defRPr>
            </a:lvl2pPr>
            <a:lvl3pPr algn="l">
              <a:defRPr sz="1800" b="0">
                <a:solidFill>
                  <a:srgbClr val="404040"/>
                </a:solidFill>
                <a:latin typeface="微软雅黑"/>
                <a:ea typeface="微软雅黑"/>
                <a:cs typeface="微软雅黑"/>
              </a:defRPr>
            </a:lvl3pPr>
            <a:lvl4pPr algn="l">
              <a:defRPr sz="1800" b="0">
                <a:solidFill>
                  <a:srgbClr val="404040"/>
                </a:solidFill>
                <a:latin typeface="微软雅黑"/>
                <a:ea typeface="微软雅黑"/>
                <a:cs typeface="微软雅黑"/>
              </a:defRPr>
            </a:lvl4pPr>
            <a:lvl5pPr algn="l">
              <a:defRPr sz="1800" b="0">
                <a:solidFill>
                  <a:srgbClr val="404040"/>
                </a:solidFill>
                <a:latin typeface="微软雅黑"/>
                <a:ea typeface="微软雅黑"/>
                <a:cs typeface="微软雅黑"/>
              </a:defRPr>
            </a:lvl5pPr>
            <a:lvl6pPr algn="l">
              <a:defRPr sz="1800" b="0">
                <a:solidFill>
                  <a:srgbClr val="404040"/>
                </a:solidFill>
                <a:latin typeface="微软雅黑"/>
                <a:ea typeface="微软雅黑"/>
                <a:cs typeface="微软雅黑"/>
              </a:defRPr>
            </a:lvl6pPr>
            <a:lvl7pPr algn="l">
              <a:defRPr sz="1800" b="0">
                <a:solidFill>
                  <a:srgbClr val="404040"/>
                </a:solidFill>
                <a:latin typeface="微软雅黑"/>
                <a:ea typeface="微软雅黑"/>
                <a:cs typeface="微软雅黑"/>
              </a:defRPr>
            </a:lvl7pPr>
            <a:lvl8pPr algn="l">
              <a:defRPr sz="1800" b="0">
                <a:solidFill>
                  <a:srgbClr val="404040"/>
                </a:solidFill>
                <a:latin typeface="微软雅黑"/>
                <a:ea typeface="微软雅黑"/>
                <a:cs typeface="微软雅黑"/>
              </a:defRPr>
            </a:lvl8pPr>
            <a:lvl9pPr algn="l">
              <a:defRPr sz="1800" b="0">
                <a:solidFill>
                  <a:srgbClr val="404040"/>
                </a:solidFill>
                <a:latin typeface="微软雅黑"/>
                <a:ea typeface="微软雅黑"/>
                <a:cs typeface="微软雅黑"/>
              </a:defRPr>
            </a:lvl9pPr>
          </a:lstStyle>
          <a:p>
            <a:pPr algn="l">
              <a:lnSpc>
                <a:spcPct val="120000"/>
              </a:lnSpc>
              <a:buNone/>
              <a:defRPr sz="1800" b="0">
                <a:solidFill>
                  <a:srgbClr val="404040"/>
                </a:solidFill>
                <a:latin typeface="微软雅黑"/>
                <a:ea typeface="微软雅黑"/>
                <a:cs typeface="微软雅黑"/>
              </a:defRPr>
            </a:pPr>
            <a:r>
              <a:rPr sz="1800" b="0" dirty="0" err="1">
                <a:solidFill>
                  <a:srgbClr val="404040"/>
                </a:solidFill>
                <a:latin typeface="微软雅黑"/>
                <a:ea typeface="微软雅黑"/>
                <a:cs typeface="微软雅黑"/>
              </a:rPr>
              <a:t>知识</a:t>
            </a:r>
            <a:r>
              <a:rPr lang="zh-CN" altLang="en-US" dirty="0"/>
              <a:t>水平</a:t>
            </a:r>
            <a:r>
              <a:rPr sz="1800" b="0" dirty="0">
                <a:solidFill>
                  <a:srgbClr val="404040"/>
                </a:solidFill>
                <a:latin typeface="微软雅黑"/>
                <a:ea typeface="微软雅黑"/>
                <a:cs typeface="微软雅黑"/>
              </a:rPr>
              <a:t>、</a:t>
            </a:r>
            <a:r>
              <a:rPr sz="1800" b="0" dirty="0" err="1">
                <a:solidFill>
                  <a:srgbClr val="404040"/>
                </a:solidFill>
                <a:latin typeface="微软雅黑"/>
                <a:ea typeface="微软雅黑"/>
                <a:cs typeface="微软雅黑"/>
              </a:rPr>
              <a:t>感知易感性与感知严重性均与规范处理呈显著正向关联</a:t>
            </a:r>
            <a:r>
              <a:rPr sz="1800" b="0" dirty="0">
                <a:solidFill>
                  <a:srgbClr val="404040"/>
                </a:solidFill>
                <a:latin typeface="微软雅黑"/>
                <a:ea typeface="微软雅黑"/>
                <a:cs typeface="微软雅黑"/>
              </a:rPr>
              <a:t>，</a:t>
            </a:r>
          </a:p>
          <a:p>
            <a:pPr algn="l">
              <a:lnSpc>
                <a:spcPct val="120000"/>
              </a:lnSpc>
              <a:buNone/>
              <a:defRPr sz="1800" b="0">
                <a:solidFill>
                  <a:srgbClr val="404040"/>
                </a:solidFill>
                <a:latin typeface="微软雅黑"/>
                <a:ea typeface="微软雅黑"/>
                <a:cs typeface="微软雅黑"/>
              </a:defRPr>
            </a:pPr>
            <a:r>
              <a:rPr sz="1800" b="0" dirty="0" err="1">
                <a:solidFill>
                  <a:srgbClr val="404040"/>
                </a:solidFill>
                <a:latin typeface="微软雅黑"/>
                <a:ea typeface="微软雅黑"/>
                <a:cs typeface="微软雅黑"/>
              </a:rPr>
              <a:t>其中感知严重性的关联相对较弱</a:t>
            </a:r>
            <a:endParaRPr sz="1800" b="0" dirty="0">
              <a:solidFill>
                <a:srgbClr val="404040"/>
              </a:solidFill>
              <a:latin typeface="微软雅黑"/>
              <a:ea typeface="微软雅黑"/>
              <a:cs typeface="微软雅黑"/>
            </a:endParaRPr>
          </a:p>
        </p:txBody>
      </p:sp>
      <p:sp>
        <p:nvSpPr>
          <p:cNvPr id="914" name="revision_research_implication">
            <a:extLst>
              <a:ext uri="{FF2B5EF4-FFF2-40B4-BE49-F238E27FC236}">
                <a16:creationId xmlns:a16="http://schemas.microsoft.com/office/drawing/2014/main" id="{960E3C23-B9CB-43D1-906F-1EC6D6066B9F}"/>
              </a:ext>
            </a:extLst>
          </p:cNvPr>
          <p:cNvSpPr>
            <a:spLocks noGrp="1"/>
          </p:cNvSpPr>
          <p:nvPr/>
        </p:nvSpPr>
        <p:spPr>
          <a:xfrm>
            <a:off x="857250" y="5283200"/>
            <a:ext cx="10477500" cy="590550"/>
          </a:xfrm>
          <a:prstGeom prst="rect">
            <a:avLst/>
          </a:prstGeom>
          <a:noFill/>
          <a:ln w="0">
            <a:noFill/>
          </a:ln>
        </p:spPr>
        <p:txBody>
          <a:bodyPr wrap="square" lIns="0" tIns="0" rIns="0" bIns="0" anchor="t">
            <a:noAutofit/>
          </a:bodyPr>
          <a:lstStyle>
            <a:defPPr algn="l">
              <a:defRPr sz="2025" b="1">
                <a:solidFill>
                  <a:srgbClr val="63372B"/>
                </a:solidFill>
                <a:latin typeface="微软雅黑"/>
                <a:ea typeface="微软雅黑"/>
                <a:cs typeface="微软雅黑"/>
              </a:defRPr>
            </a:defPPr>
            <a:lvl1pPr algn="l">
              <a:defRPr sz="2025" b="1">
                <a:solidFill>
                  <a:srgbClr val="63372B"/>
                </a:solidFill>
                <a:latin typeface="微软雅黑"/>
                <a:ea typeface="微软雅黑"/>
                <a:cs typeface="微软雅黑"/>
              </a:defRPr>
            </a:lvl1pPr>
            <a:lvl2pPr algn="l">
              <a:defRPr sz="2025" b="1">
                <a:solidFill>
                  <a:srgbClr val="63372B"/>
                </a:solidFill>
                <a:latin typeface="微软雅黑"/>
                <a:ea typeface="微软雅黑"/>
                <a:cs typeface="微软雅黑"/>
              </a:defRPr>
            </a:lvl2pPr>
            <a:lvl3pPr algn="l">
              <a:defRPr sz="2025" b="1">
                <a:solidFill>
                  <a:srgbClr val="63372B"/>
                </a:solidFill>
                <a:latin typeface="微软雅黑"/>
                <a:ea typeface="微软雅黑"/>
                <a:cs typeface="微软雅黑"/>
              </a:defRPr>
            </a:lvl3pPr>
            <a:lvl4pPr algn="l">
              <a:defRPr sz="2025" b="1">
                <a:solidFill>
                  <a:srgbClr val="63372B"/>
                </a:solidFill>
                <a:latin typeface="微软雅黑"/>
                <a:ea typeface="微软雅黑"/>
                <a:cs typeface="微软雅黑"/>
              </a:defRPr>
            </a:lvl4pPr>
            <a:lvl5pPr algn="l">
              <a:defRPr sz="2025" b="1">
                <a:solidFill>
                  <a:srgbClr val="63372B"/>
                </a:solidFill>
                <a:latin typeface="微软雅黑"/>
                <a:ea typeface="微软雅黑"/>
                <a:cs typeface="微软雅黑"/>
              </a:defRPr>
            </a:lvl5pPr>
            <a:lvl6pPr algn="l">
              <a:defRPr sz="2025" b="1">
                <a:solidFill>
                  <a:srgbClr val="63372B"/>
                </a:solidFill>
                <a:latin typeface="微软雅黑"/>
                <a:ea typeface="微软雅黑"/>
                <a:cs typeface="微软雅黑"/>
              </a:defRPr>
            </a:lvl6pPr>
            <a:lvl7pPr algn="l">
              <a:defRPr sz="2025" b="1">
                <a:solidFill>
                  <a:srgbClr val="63372B"/>
                </a:solidFill>
                <a:latin typeface="微软雅黑"/>
                <a:ea typeface="微软雅黑"/>
                <a:cs typeface="微软雅黑"/>
              </a:defRPr>
            </a:lvl7pPr>
            <a:lvl8pPr algn="l">
              <a:defRPr sz="2025" b="1">
                <a:solidFill>
                  <a:srgbClr val="63372B"/>
                </a:solidFill>
                <a:latin typeface="微软雅黑"/>
                <a:ea typeface="微软雅黑"/>
                <a:cs typeface="微软雅黑"/>
              </a:defRPr>
            </a:lvl8pPr>
            <a:lvl9pPr algn="l">
              <a:defRPr sz="2025" b="1">
                <a:solidFill>
                  <a:srgbClr val="63372B"/>
                </a:solidFill>
                <a:latin typeface="微软雅黑"/>
                <a:ea typeface="微软雅黑"/>
                <a:cs typeface="微软雅黑"/>
              </a:defRPr>
            </a:lvl9pPr>
          </a:lstStyle>
          <a:p>
            <a:pPr algn="l">
              <a:lnSpc>
                <a:spcPct val="120000"/>
              </a:lnSpc>
              <a:buNone/>
              <a:defRPr sz="2025" b="1">
                <a:solidFill>
                  <a:srgbClr val="63372B"/>
                </a:solidFill>
                <a:latin typeface="微软雅黑"/>
                <a:ea typeface="微软雅黑"/>
                <a:cs typeface="微软雅黑"/>
              </a:defRPr>
            </a:pPr>
            <a:r>
              <a:rPr lang="zh-CN" altLang="en-US" dirty="0"/>
              <a:t>提示科普应</a:t>
            </a:r>
            <a:r>
              <a:rPr sz="2025" b="1" dirty="0" err="1">
                <a:solidFill>
                  <a:srgbClr val="63372B"/>
                </a:solidFill>
                <a:latin typeface="微软雅黑"/>
                <a:ea typeface="微软雅黑"/>
                <a:cs typeface="微软雅黑"/>
              </a:rPr>
              <a:t>同时解释风险条件与实际操作</a:t>
            </a:r>
            <a:r>
              <a:rPr sz="2025" b="1" dirty="0">
                <a:solidFill>
                  <a:srgbClr val="63372B"/>
                </a:solidFill>
                <a:latin typeface="微软雅黑"/>
                <a:ea typeface="微软雅黑"/>
                <a:cs typeface="微软雅黑"/>
              </a:rPr>
              <a:t>， </a:t>
            </a:r>
            <a:r>
              <a:rPr lang="zh-CN" altLang="en-US" sz="2025" b="1" dirty="0">
                <a:solidFill>
                  <a:srgbClr val="63372B"/>
                </a:solidFill>
                <a:latin typeface="微软雅黑"/>
                <a:ea typeface="微软雅黑"/>
                <a:cs typeface="微软雅黑"/>
              </a:rPr>
              <a:t>从</a:t>
            </a:r>
            <a:r>
              <a:rPr sz="2025" b="1" dirty="0">
                <a:solidFill>
                  <a:srgbClr val="63372B"/>
                </a:solidFill>
                <a:latin typeface="微软雅黑"/>
                <a:ea typeface="微软雅黑"/>
                <a:cs typeface="微软雅黑"/>
              </a:rPr>
              <a:t>“</a:t>
            </a:r>
            <a:r>
              <a:rPr sz="2025" b="1" dirty="0" err="1">
                <a:solidFill>
                  <a:srgbClr val="63372B"/>
                </a:solidFill>
                <a:latin typeface="微软雅黑"/>
                <a:ea typeface="微软雅黑"/>
                <a:cs typeface="微软雅黑"/>
              </a:rPr>
              <a:t>为什么有风险”到“家里怎样处理</a:t>
            </a:r>
            <a:r>
              <a:rPr sz="2025" b="1" dirty="0">
                <a:solidFill>
                  <a:srgbClr val="63372B"/>
                </a:solidFill>
                <a:latin typeface="微软雅黑"/>
                <a:ea typeface="微软雅黑"/>
                <a:cs typeface="微软雅黑"/>
              </a:rPr>
              <a:t>”</a:t>
            </a:r>
            <a:r>
              <a:rPr lang="zh-CN" altLang="en-US" sz="2025" b="1" dirty="0">
                <a:solidFill>
                  <a:srgbClr val="63372B"/>
                </a:solidFill>
                <a:latin typeface="微软雅黑"/>
                <a:ea typeface="微软雅黑"/>
                <a:cs typeface="微软雅黑"/>
              </a:rPr>
              <a:t>，而非一味强调后果</a:t>
            </a:r>
            <a:endParaRPr sz="2025" b="1" dirty="0">
              <a:solidFill>
                <a:srgbClr val="63372B"/>
              </a:solidFill>
              <a:latin typeface="微软雅黑"/>
              <a:ea typeface="微软雅黑"/>
              <a:cs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ot_11"/>
          <p:cNvSpPr/>
          <p:nvPr/>
        </p:nvSpPr>
        <p:spPr>
          <a:xfrm>
            <a:off x="-33020" y="931545"/>
            <a:ext cx="12225655" cy="5679440"/>
          </a:xfrm>
          <a:prstGeom prst="rect">
            <a:avLst/>
          </a:prstGeom>
          <a:gradFill>
            <a:gsLst>
              <a:gs pos="0">
                <a:srgbClr val="3A5C74">
                  <a:alpha val="14000"/>
                  <a:lumMod val="94000"/>
                  <a:lumOff val="6000"/>
                </a:srgbClr>
              </a:gs>
              <a:gs pos="72000">
                <a:srgbClr val="E1C888">
                  <a:alpha val="13000"/>
                  <a:lumMod val="30000"/>
                  <a:lumOff val="70000"/>
                </a:srgbClr>
              </a:gs>
            </a:gsLst>
            <a:lin ang="8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slot_43"/>
          <p:cNvSpPr/>
          <p:nvPr/>
        </p:nvSpPr>
        <p:spPr>
          <a:xfrm>
            <a:off x="0" y="6548202"/>
            <a:ext cx="12192000" cy="309798"/>
          </a:xfrm>
          <a:prstGeom prst="rect">
            <a:avLst/>
          </a:pr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6" name="组合 95"/>
          <p:cNvGrpSpPr/>
          <p:nvPr/>
        </p:nvGrpSpPr>
        <p:grpSpPr>
          <a:xfrm>
            <a:off x="5045128" y="2083597"/>
            <a:ext cx="2165279" cy="1656080"/>
            <a:chOff x="615726" y="887171"/>
            <a:chExt cx="2165279" cy="1656080"/>
          </a:xfrm>
        </p:grpSpPr>
        <p:sp>
          <p:nvSpPr>
            <p:cNvPr id="97" name="slot_97"/>
            <p:cNvSpPr txBox="1"/>
            <p:nvPr/>
          </p:nvSpPr>
          <p:spPr>
            <a:xfrm>
              <a:off x="615726" y="88717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dirty="0">
                  <a:solidFill>
                    <a:srgbClr val="A23838"/>
                  </a:solidFill>
                  <a:latin typeface="Times New Roman" panose="02020603050405020304" charset="0"/>
                  <a:ea typeface="方正盛世楷书简体_大" panose="02000000000000000000" charset="-122"/>
                  <a:cs typeface="+mn-cs"/>
                  <a:sym typeface="+mn-lt"/>
                </a:rPr>
                <a:t>目  录</a:t>
              </a:r>
              <a:endParaRPr kumimoji="0" lang="zh-CN" altLang="en-US" sz="4800" b="1" i="0" u="none" strike="noStrike" kern="2200" cap="none" spc="0" normalizeH="0" baseline="0" noProof="0" dirty="0">
                <a:ln>
                  <a:noFill/>
                </a:ln>
                <a:solidFill>
                  <a:srgbClr val="A23838"/>
                </a:solidFill>
                <a:effectLst/>
                <a:uLnTx/>
                <a:uFillTx/>
                <a:latin typeface="Times New Roman" panose="02020603050405020304" charset="0"/>
                <a:ea typeface="方正盛世楷书简体_大" panose="02000000000000000000" charset="-122"/>
                <a:cs typeface="+mn-cs"/>
                <a:sym typeface="+mn-lt"/>
              </a:endParaRPr>
            </a:p>
          </p:txBody>
        </p:sp>
        <p:sp>
          <p:nvSpPr>
            <p:cNvPr id="98" name="slot_98"/>
            <p:cNvSpPr txBox="1"/>
            <p:nvPr/>
          </p:nvSpPr>
          <p:spPr>
            <a:xfrm>
              <a:off x="803686" y="1959686"/>
              <a:ext cx="1788795" cy="58356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b="1" i="0" u="none" strike="noStrike" cap="none" spc="100" normalizeH="0" baseline="0" dirty="0">
                  <a:solidFill>
                    <a:srgbClr val="C59270">
                      <a:alpha val="56000"/>
                    </a:srgbClr>
                  </a:solidFill>
                  <a:latin typeface="Arial" panose="020B0604020202020204" pitchFamily="34" charset="0"/>
                  <a:ea typeface="仓耳玄三M W05" panose="02020400000000000000" charset="-122"/>
                  <a:cs typeface="Arial" panose="020B0604020202020204" pitchFamily="34" charset="0"/>
                  <a:sym typeface="+mn-lt"/>
                </a:rPr>
                <a:t>CONTENTS</a:t>
              </a:r>
              <a:endParaRPr kumimoji="0" lang="en-US" sz="1400" b="0" i="0" u="none" strike="noStrike" cap="none" spc="100" normalizeH="0" baseline="0" dirty="0">
                <a:solidFill>
                  <a:srgbClr val="C59270">
                    <a:alpha val="56000"/>
                  </a:srgbClr>
                </a:solidFill>
                <a:latin typeface="Arial" panose="020B0604020202020204" pitchFamily="34" charset="0"/>
                <a:ea typeface="仓耳玄三M W05" panose="02020400000000000000" charset="-122"/>
                <a:cs typeface="Arial" panose="020B0604020202020204" pitchFamily="34" charset="0"/>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400" b="0" i="0" u="none" strike="noStrike" kern="1200" cap="none" spc="100" normalizeH="0" baseline="0" noProof="0" dirty="0">
                <a:ln>
                  <a:noFill/>
                </a:ln>
                <a:solidFill>
                  <a:srgbClr val="C59270">
                    <a:alpha val="56000"/>
                  </a:srgbClr>
                </a:solidFill>
                <a:effectLst/>
                <a:uLnTx/>
                <a:uFillTx/>
                <a:latin typeface="Arial" panose="020B0604020202020204" pitchFamily="34" charset="0"/>
                <a:ea typeface="仓耳玄三M W05" panose="02020400000000000000" charset="-122"/>
                <a:cs typeface="Arial" panose="020B0604020202020204" pitchFamily="34" charset="0"/>
                <a:sym typeface="+mn-lt"/>
              </a:endParaRPr>
            </a:p>
          </p:txBody>
        </p:sp>
      </p:grpSp>
      <p:grpSp>
        <p:nvGrpSpPr>
          <p:cNvPr id="99" name="组合 98"/>
          <p:cNvGrpSpPr/>
          <p:nvPr/>
        </p:nvGrpSpPr>
        <p:grpSpPr>
          <a:xfrm>
            <a:off x="5808980" y="1297940"/>
            <a:ext cx="720000" cy="720000"/>
            <a:chOff x="2105799" y="20055838"/>
            <a:chExt cx="6748090" cy="6732363"/>
          </a:xfrm>
          <a:solidFill>
            <a:srgbClr val="A23838"/>
          </a:solidFill>
        </p:grpSpPr>
        <p:sp>
          <p:nvSpPr>
            <p:cNvPr id="100" name="slot_100"/>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1" name="slot_101"/>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2" name="slot_102"/>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3" name="slot_103"/>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4" name="slot_104"/>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5" name="slot_105"/>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6" name="slot_106"/>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7" name="slot_107"/>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8" name="slot_108"/>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9" name="slot_109"/>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0" name="slot_110"/>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1" name="slot_111"/>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2" name="slot_112"/>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3" name="slot_113"/>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4" name="slot_114"/>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5" name="slot_115"/>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6" name="slot_116"/>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7" name="slot_117"/>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8" name="slot_118"/>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9" name="slot_119"/>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0" name="slot_120"/>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1" name="slot_121"/>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2" name="slot_122"/>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grpSp>
        <p:nvGrpSpPr>
          <p:cNvPr id="15" name="组合 14"/>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7" name="组合 6"/>
              <p:cNvGrpSpPr/>
              <p:nvPr/>
            </p:nvGrpSpPr>
            <p:grpSpPr>
              <a:xfrm>
                <a:off x="5325" y="0"/>
                <a:ext cx="6943" cy="1748"/>
                <a:chOff x="4854" y="200"/>
                <a:chExt cx="6943" cy="1748"/>
              </a:xfrm>
            </p:grpSpPr>
            <p:pic>
              <p:nvPicPr>
                <p:cNvPr id="3" name="picture_3" descr="picture_3"/>
                <p:cNvPicPr>
                  <a:picLocks noChangeAspect="1"/>
                </p:cNvPicPr>
                <p:nvPr/>
              </p:nvPicPr>
              <p:blipFill>
                <a:blip r:embed="rId3">
                  <a:alphaModFix amt="20000"/>
                </a:blip>
                <a:stretch>
                  <a:fillRect/>
                </a:stretch>
              </p:blipFill>
              <p:spPr>
                <a:xfrm>
                  <a:off x="4854" y="200"/>
                  <a:ext cx="1749" cy="1749"/>
                </a:xfrm>
                <a:prstGeom prst="rect">
                  <a:avLst/>
                </a:prstGeom>
              </p:spPr>
            </p:pic>
            <p:pic>
              <p:nvPicPr>
                <p:cNvPr id="4" name="picture_4" descr="picture_4"/>
                <p:cNvPicPr>
                  <a:picLocks noChangeAspect="1"/>
                </p:cNvPicPr>
                <p:nvPr/>
              </p:nvPicPr>
              <p:blipFill>
                <a:blip r:embed="rId3">
                  <a:alphaModFix amt="20000"/>
                </a:blip>
                <a:stretch>
                  <a:fillRect/>
                </a:stretch>
              </p:blipFill>
              <p:spPr>
                <a:xfrm>
                  <a:off x="6552" y="200"/>
                  <a:ext cx="1749" cy="1749"/>
                </a:xfrm>
                <a:prstGeom prst="rect">
                  <a:avLst/>
                </a:prstGeom>
              </p:spPr>
            </p:pic>
            <p:pic>
              <p:nvPicPr>
                <p:cNvPr id="5" name="picture_5" descr="picture_5"/>
                <p:cNvPicPr>
                  <a:picLocks noChangeAspect="1"/>
                </p:cNvPicPr>
                <p:nvPr/>
              </p:nvPicPr>
              <p:blipFill>
                <a:blip r:embed="rId3">
                  <a:alphaModFix amt="20000"/>
                </a:blip>
                <a:stretch>
                  <a:fillRect/>
                </a:stretch>
              </p:blipFill>
              <p:spPr>
                <a:xfrm>
                  <a:off x="8301" y="200"/>
                  <a:ext cx="1749" cy="1749"/>
                </a:xfrm>
                <a:prstGeom prst="rect">
                  <a:avLst/>
                </a:prstGeom>
              </p:spPr>
            </p:pic>
            <p:pic>
              <p:nvPicPr>
                <p:cNvPr id="6" name="picture_6" descr="picture_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3" name="组合 12"/>
              <p:cNvGrpSpPr/>
              <p:nvPr/>
            </p:nvGrpSpPr>
            <p:grpSpPr>
              <a:xfrm>
                <a:off x="12269" y="0"/>
                <a:ext cx="6943" cy="1748"/>
                <a:chOff x="4854" y="200"/>
                <a:chExt cx="6943" cy="1748"/>
              </a:xfrm>
            </p:grpSpPr>
            <p:pic>
              <p:nvPicPr>
                <p:cNvPr id="16" name="picture_16" descr="picture_16"/>
                <p:cNvPicPr>
                  <a:picLocks noChangeAspect="1"/>
                </p:cNvPicPr>
                <p:nvPr/>
              </p:nvPicPr>
              <p:blipFill>
                <a:blip r:embed="rId3">
                  <a:alphaModFix amt="20000"/>
                </a:blip>
                <a:stretch>
                  <a:fillRect/>
                </a:stretch>
              </p:blipFill>
              <p:spPr>
                <a:xfrm>
                  <a:off x="4854" y="200"/>
                  <a:ext cx="1749" cy="1749"/>
                </a:xfrm>
                <a:prstGeom prst="rect">
                  <a:avLst/>
                </a:prstGeom>
              </p:spPr>
            </p:pic>
            <p:pic>
              <p:nvPicPr>
                <p:cNvPr id="19" name="picture_19" descr="picture_19"/>
                <p:cNvPicPr>
                  <a:picLocks noChangeAspect="1"/>
                </p:cNvPicPr>
                <p:nvPr/>
              </p:nvPicPr>
              <p:blipFill>
                <a:blip r:embed="rId3">
                  <a:alphaModFix amt="20000"/>
                </a:blip>
                <a:stretch>
                  <a:fillRect/>
                </a:stretch>
              </p:blipFill>
              <p:spPr>
                <a:xfrm>
                  <a:off x="6552"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8301"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6" name="组合 25"/>
              <p:cNvGrpSpPr/>
              <p:nvPr/>
            </p:nvGrpSpPr>
            <p:grpSpPr>
              <a:xfrm>
                <a:off x="-1593" y="0"/>
                <a:ext cx="6943" cy="1748"/>
                <a:chOff x="4854" y="200"/>
                <a:chExt cx="6943" cy="1748"/>
              </a:xfrm>
            </p:grpSpPr>
            <p:pic>
              <p:nvPicPr>
                <p:cNvPr id="27" name="picture_27" descr="picture_27"/>
                <p:cNvPicPr>
                  <a:picLocks noChangeAspect="1"/>
                </p:cNvPicPr>
                <p:nvPr/>
              </p:nvPicPr>
              <p:blipFill>
                <a:blip r:embed="rId3">
                  <a:alphaModFix amt="20000"/>
                </a:blip>
                <a:stretch>
                  <a:fillRect/>
                </a:stretch>
              </p:blipFill>
              <p:spPr>
                <a:xfrm>
                  <a:off x="4854" y="200"/>
                  <a:ext cx="1749" cy="1749"/>
                </a:xfrm>
                <a:prstGeom prst="rect">
                  <a:avLst/>
                </a:prstGeom>
              </p:spPr>
            </p:pic>
            <p:pic>
              <p:nvPicPr>
                <p:cNvPr id="28" name="picture_28" descr="picture_28"/>
                <p:cNvPicPr>
                  <a:picLocks noChangeAspect="1"/>
                </p:cNvPicPr>
                <p:nvPr/>
              </p:nvPicPr>
              <p:blipFill>
                <a:blip r:embed="rId3">
                  <a:alphaModFix amt="20000"/>
                </a:blip>
                <a:stretch>
                  <a:fillRect/>
                </a:stretch>
              </p:blipFill>
              <p:spPr>
                <a:xfrm>
                  <a:off x="6552"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8301"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2" name="picture_12" descr="picture_12"/>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endParaRPr>
            </a:p>
          </p:txBody>
        </p:sp>
        <p:pic>
          <p:nvPicPr>
            <p:cNvPr id="127" name="picture_127" descr="picture_1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5" y="519"/>
              <a:ext cx="2858" cy="805"/>
            </a:xfrm>
            <a:prstGeom prst="rect">
              <a:avLst/>
            </a:prstGeom>
          </p:spPr>
        </p:pic>
      </p:grpSp>
      <p:sp>
        <p:nvSpPr>
          <p:cNvPr id="9" name="slot_9"/>
          <p:cNvSpPr>
            <a:spLocks noGrp="1"/>
          </p:cNvSpPr>
          <p:nvPr>
            <p:ph type="sldNum" sz="quarter" idx="12"/>
          </p:nvPr>
        </p:nvSpPr>
        <p:spPr/>
        <p:txBody>
          <a:bodyPr/>
          <a:lstStyle/>
          <a:p>
            <a:fld id="{565CE74E-AB26-4998-AD42-012C4C1AD076}" type="slidenum">
              <a:rPr lang="zh-CN" altLang="en-US" smtClean="0"/>
              <a:t>6</a:t>
            </a:fld>
            <a:endParaRPr lang="zh-CN" altLang="en-US"/>
          </a:p>
        </p:txBody>
      </p:sp>
      <p:sp>
        <p:nvSpPr>
          <p:cNvPr id="228" name="revision_native_0"/>
          <p:cNvSpPr txBox="1"/>
          <p:nvPr/>
        </p:nvSpPr>
        <p:spPr>
          <a:xfrm>
            <a:off x="904875" y="3819525"/>
            <a:ext cx="904875" cy="771525"/>
          </a:xfrm>
          <a:prstGeom prst="rect">
            <a:avLst/>
          </a:prstGeom>
          <a:noFill/>
        </p:spPr>
        <p:txBody>
          <a:bodyPr wrap="none" rtlCol="0">
            <a:spAutoFit/>
          </a:bodyPr>
          <a:lstStyle/>
          <a:p>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rPr>
              <a:t>01</a:t>
            </a:r>
          </a:p>
        </p:txBody>
      </p:sp>
      <p:sp>
        <p:nvSpPr>
          <p:cNvPr id="229" name="revision_native_1"/>
          <p:cNvSpPr txBox="1"/>
          <p:nvPr/>
        </p:nvSpPr>
        <p:spPr>
          <a:xfrm>
            <a:off x="1952625" y="3933825"/>
            <a:ext cx="3857625" cy="571500"/>
          </a:xfrm>
          <a:prstGeom prst="rect">
            <a:avLst/>
          </a:prstGeom>
          <a:noFill/>
        </p:spPr>
        <p:txBody>
          <a:bodyPr wrap="none" rtlCol="0">
            <a:spAutoFit/>
          </a:bodyPr>
          <a:lstStyle/>
          <a:p>
            <a:pPr algn="l"/>
            <a:r>
              <a:rPr lang="zh-CN" altLang="en-US" sz="2400" b="1" spc="300" dirty="0">
                <a:solidFill>
                  <a:srgbClr val="A23838"/>
                </a:solidFill>
                <a:latin typeface="微软雅黑" panose="020B0503020204020204" pitchFamily="34" charset="-122"/>
                <a:ea typeface="微软雅黑" panose="020B0503020204020204" pitchFamily="34" charset="-122"/>
              </a:rPr>
              <a:t>选题与传播目标</a:t>
            </a:r>
          </a:p>
        </p:txBody>
      </p:sp>
      <p:sp>
        <p:nvSpPr>
          <p:cNvPr id="230" name="revision_native_2"/>
          <p:cNvSpPr txBox="1"/>
          <p:nvPr/>
        </p:nvSpPr>
        <p:spPr>
          <a:xfrm>
            <a:off x="6429375" y="3819525"/>
            <a:ext cx="904875" cy="771525"/>
          </a:xfrm>
          <a:prstGeom prst="rect">
            <a:avLst/>
          </a:prstGeom>
          <a:noFill/>
        </p:spPr>
        <p:txBody>
          <a:bodyPr wrap="none" rtlCol="0">
            <a:spAutoFit/>
          </a:bodyPr>
          <a:lstStyle/>
          <a:p>
            <a:pPr lvl="0" algn="l">
              <a:buClrTx/>
              <a:buSzTx/>
              <a:buFontTx/>
            </a:pPr>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sym typeface="+mn-ea"/>
              </a:rPr>
              <a:t>02</a:t>
            </a:r>
          </a:p>
        </p:txBody>
      </p:sp>
      <p:sp>
        <p:nvSpPr>
          <p:cNvPr id="231" name="revision_native_3"/>
          <p:cNvSpPr txBox="1"/>
          <p:nvPr/>
        </p:nvSpPr>
        <p:spPr>
          <a:xfrm>
            <a:off x="7477125" y="3933825"/>
            <a:ext cx="3857625" cy="571500"/>
          </a:xfrm>
          <a:prstGeom prst="rect">
            <a:avLst/>
          </a:prstGeom>
          <a:noFill/>
        </p:spPr>
        <p:txBody>
          <a:bodyPr wrap="none" rtlCol="0">
            <a:spAutoFit/>
          </a:bodyPr>
          <a:lstStyle/>
          <a:p>
            <a:pPr algn="l"/>
            <a:r>
              <a:rPr lang="zh-CN" altLang="en-US" sz="2400" b="1" spc="300" dirty="0">
                <a:solidFill>
                  <a:srgbClr val="A23838"/>
                </a:solidFill>
                <a:latin typeface="微软雅黑" panose="020B0503020204020204" pitchFamily="34" charset="-122"/>
                <a:ea typeface="微软雅黑" panose="020B0503020204020204" pitchFamily="34" charset="-122"/>
                <a:sym typeface="+mn-ea"/>
              </a:rPr>
              <a:t>受众分析与框架理论</a:t>
            </a:r>
          </a:p>
        </p:txBody>
      </p:sp>
      <p:sp>
        <p:nvSpPr>
          <p:cNvPr id="232" name="revision_native_4"/>
          <p:cNvSpPr txBox="1"/>
          <p:nvPr/>
        </p:nvSpPr>
        <p:spPr>
          <a:xfrm>
            <a:off x="904875" y="4752975"/>
            <a:ext cx="904875" cy="771525"/>
          </a:xfrm>
          <a:prstGeom prst="rect">
            <a:avLst/>
          </a:prstGeom>
          <a:noFill/>
        </p:spPr>
        <p:txBody>
          <a:bodyPr wrap="none" rtlCol="0">
            <a:spAutoFit/>
          </a:bodyPr>
          <a:lstStyle/>
          <a:p>
            <a:pPr lvl="0" algn="l">
              <a:buClrTx/>
              <a:buSzTx/>
              <a:buFontTx/>
            </a:pPr>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sym typeface="+mn-ea"/>
              </a:rPr>
              <a:t>03</a:t>
            </a:r>
          </a:p>
        </p:txBody>
      </p:sp>
      <p:sp>
        <p:nvSpPr>
          <p:cNvPr id="233" name="revision_native_5"/>
          <p:cNvSpPr txBox="1"/>
          <p:nvPr/>
        </p:nvSpPr>
        <p:spPr>
          <a:xfrm>
            <a:off x="1952625" y="4867275"/>
            <a:ext cx="3857625" cy="571500"/>
          </a:xfrm>
          <a:prstGeom prst="rect">
            <a:avLst/>
          </a:prstGeom>
          <a:noFill/>
        </p:spPr>
        <p:txBody>
          <a:bodyPr wrap="none" rtlCol="0">
            <a:spAutoFit/>
          </a:bodyPr>
          <a:lstStyle/>
          <a:p>
            <a:pPr lvl="0" algn="l">
              <a:buClrTx/>
              <a:buSzTx/>
              <a:buFontTx/>
            </a:pPr>
            <a:r>
              <a:rPr lang="zh-CN" altLang="en-US" sz="2400" b="1" spc="300" dirty="0">
                <a:solidFill>
                  <a:srgbClr val="A23838"/>
                </a:solidFill>
                <a:latin typeface="微软雅黑" panose="020B0503020204020204" pitchFamily="34" charset="-122"/>
                <a:ea typeface="微软雅黑" panose="020B0503020204020204" pitchFamily="34" charset="-122"/>
                <a:sym typeface="+mn-ea"/>
              </a:rPr>
              <a:t>科学内容与传播策略</a:t>
            </a:r>
          </a:p>
        </p:txBody>
      </p:sp>
      <p:sp>
        <p:nvSpPr>
          <p:cNvPr id="234" name="revision_native_6"/>
          <p:cNvSpPr txBox="1"/>
          <p:nvPr/>
        </p:nvSpPr>
        <p:spPr>
          <a:xfrm>
            <a:off x="6429375" y="4752975"/>
            <a:ext cx="904875" cy="771525"/>
          </a:xfrm>
          <a:prstGeom prst="rect">
            <a:avLst/>
          </a:prstGeom>
          <a:noFill/>
        </p:spPr>
        <p:txBody>
          <a:bodyPr wrap="none" rtlCol="0">
            <a:spAutoFit/>
          </a:bodyPr>
          <a:lstStyle/>
          <a:p>
            <a:pPr lvl="0" algn="l">
              <a:buClrTx/>
              <a:buSzTx/>
              <a:buFontTx/>
            </a:pPr>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sym typeface="+mn-ea"/>
              </a:rPr>
              <a:t>04</a:t>
            </a:r>
          </a:p>
        </p:txBody>
      </p:sp>
      <p:sp>
        <p:nvSpPr>
          <p:cNvPr id="235" name="revision_native_7"/>
          <p:cNvSpPr txBox="1"/>
          <p:nvPr/>
        </p:nvSpPr>
        <p:spPr>
          <a:xfrm>
            <a:off x="7477125" y="4867275"/>
            <a:ext cx="2608406" cy="461665"/>
          </a:xfrm>
          <a:prstGeom prst="rect">
            <a:avLst/>
          </a:prstGeom>
          <a:noFill/>
        </p:spPr>
        <p:txBody>
          <a:bodyPr wrap="none" rtlCol="0">
            <a:spAutoFit/>
          </a:bodyPr>
          <a:lstStyle/>
          <a:p>
            <a:pPr algn="l"/>
            <a:r>
              <a:rPr lang="zh-CN" altLang="en-US" sz="2400" b="1" spc="300" dirty="0">
                <a:solidFill>
                  <a:srgbClr val="A23838"/>
                </a:solidFill>
                <a:latin typeface="微软雅黑" panose="020B0503020204020204" pitchFamily="34" charset="-122"/>
                <a:ea typeface="微软雅黑" panose="020B0503020204020204" pitchFamily="34" charset="-122"/>
                <a:sym typeface="+mn-ea"/>
              </a:rPr>
              <a:t>视频与游戏设计</a:t>
            </a:r>
          </a:p>
        </p:txBody>
      </p:sp>
      <p:sp>
        <p:nvSpPr>
          <p:cNvPr id="2" name="箭头: 右 1">
            <a:extLst>
              <a:ext uri="{FF2B5EF4-FFF2-40B4-BE49-F238E27FC236}">
                <a16:creationId xmlns:a16="http://schemas.microsoft.com/office/drawing/2014/main" id="{4A30C649-D1D5-46D8-9FE4-296AE2BB4339}"/>
              </a:ext>
            </a:extLst>
          </p:cNvPr>
          <p:cNvSpPr/>
          <p:nvPr/>
        </p:nvSpPr>
        <p:spPr>
          <a:xfrm>
            <a:off x="5833006" y="3980032"/>
            <a:ext cx="473726" cy="400603"/>
          </a:xfrm>
          <a:prstGeom prst="rightArrow">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95395703"/>
      </p:ext>
    </p:extLst>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45" name="picture_45" descr="picture_45"/>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dirty="0">
                <a:solidFill>
                  <a:schemeClr val="bg1"/>
                </a:solidFill>
                <a:latin typeface="Times New Roman" panose="02020603050405020304" charset="0"/>
                <a:ea typeface="方正盛世楷书简体_大" panose="02000000000000000000" charset="-122"/>
                <a:cs typeface="+mn-cs"/>
                <a:sym typeface="+mn-lt"/>
              </a:rPr>
              <a:t>传播人群</a:t>
            </a:r>
          </a:p>
        </p:txBody>
      </p:sp>
      <p:sp>
        <p:nvSpPr>
          <p:cNvPr id="645" name="slot_645"/>
          <p:cNvSpPr/>
          <p:nvPr/>
        </p:nvSpPr>
        <p:spPr>
          <a:xfrm flipH="1">
            <a:off x="1125044" y="1812061"/>
            <a:ext cx="10377714" cy="1884983"/>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646" name="slot_646"/>
          <p:cNvSpPr/>
          <p:nvPr/>
        </p:nvSpPr>
        <p:spPr>
          <a:xfrm flipH="1">
            <a:off x="1125044" y="4623617"/>
            <a:ext cx="10377714" cy="1884983"/>
          </a:xfrm>
          <a:prstGeom prst="rect">
            <a:avLst/>
          </a:prstGeom>
          <a:ln w="25400">
            <a:solidFill>
              <a:srgbClr val="A23838"/>
            </a:solidFill>
            <a:miter/>
          </a:ln>
        </p:spPr>
        <p:txBody>
          <a:bodyPr lIns="45719" rIns="45719" anchor="ctr"/>
          <a:lstStyle/>
          <a:p>
            <a:pPr algn="ctr">
              <a:defRPr>
                <a:solidFill>
                  <a:srgbClr val="FFFFFF"/>
                </a:solidFill>
              </a:defRPr>
            </a:pPr>
            <a:endParaRPr/>
          </a:p>
        </p:txBody>
      </p:sp>
      <p:grpSp>
        <p:nvGrpSpPr>
          <p:cNvPr id="43" name="组合 42"/>
          <p:cNvGrpSpPr/>
          <p:nvPr/>
        </p:nvGrpSpPr>
        <p:grpSpPr>
          <a:xfrm>
            <a:off x="7637145" y="1009015"/>
            <a:ext cx="2670175" cy="5849620"/>
            <a:chOff x="11884" y="1589"/>
            <a:chExt cx="4476" cy="9212"/>
          </a:xfrm>
        </p:grpSpPr>
        <p:pic>
          <p:nvPicPr>
            <p:cNvPr id="4" name="picture_4" descr="picture_4"/>
            <p:cNvPicPr>
              <a:picLocks noChangeAspect="1"/>
            </p:cNvPicPr>
            <p:nvPr/>
          </p:nvPicPr>
          <p:blipFill>
            <a:blip r:embed="rId6"/>
            <a:srcRect l="41019" r="20216" b="8336"/>
            <a:stretch>
              <a:fillRect/>
            </a:stretch>
          </p:blipFill>
          <p:spPr>
            <a:xfrm>
              <a:off x="11884" y="3325"/>
              <a:ext cx="4476" cy="7476"/>
            </a:xfrm>
            <a:prstGeom prst="rect">
              <a:avLst/>
            </a:prstGeom>
          </p:spPr>
        </p:pic>
        <p:sp>
          <p:nvSpPr>
            <p:cNvPr id="647" name="slot_647"/>
            <p:cNvSpPr/>
            <p:nvPr/>
          </p:nvSpPr>
          <p:spPr>
            <a:xfrm>
              <a:off x="11884" y="1589"/>
              <a:ext cx="4476" cy="9191"/>
            </a:xfrm>
            <a:prstGeom prst="roundRect">
              <a:avLst>
                <a:gd name="adj" fmla="val 0"/>
              </a:avLst>
            </a:prstGeom>
            <a:gradFill>
              <a:gsLst>
                <a:gs pos="47000">
                  <a:srgbClr val="B46554">
                    <a:alpha val="57000"/>
                  </a:srgbClr>
                </a:gs>
                <a:gs pos="0">
                  <a:srgbClr val="C59270"/>
                </a:gs>
                <a:gs pos="100000">
                  <a:srgbClr val="A23838"/>
                </a:gs>
              </a:gsLst>
              <a:lin ang="5580000" scaled="0"/>
            </a:gradFill>
            <a:ln w="12700">
              <a:miter lim="400000"/>
            </a:ln>
            <a:effectLst>
              <a:outerShdw blurRad="50800" dist="38100" dir="2700000" algn="tl" rotWithShape="0">
                <a:prstClr val="black">
                  <a:alpha val="40000"/>
                </a:prstClr>
              </a:outerShdw>
            </a:effectLst>
          </p:spPr>
          <p:txBody>
            <a:bodyPr lIns="45719" rIns="45719" anchor="ctr"/>
            <a:lstStyle/>
            <a:p>
              <a:pPr algn="ctr">
                <a:defRPr>
                  <a:solidFill>
                    <a:srgbClr val="FFFFFF"/>
                  </a:solidFill>
                </a:defRPr>
              </a:pPr>
              <a:endParaRPr/>
            </a:p>
          </p:txBody>
        </p:sp>
      </p:grpSp>
      <p:sp>
        <p:nvSpPr>
          <p:cNvPr id="648" name="slot_648"/>
          <p:cNvSpPr/>
          <p:nvPr/>
        </p:nvSpPr>
        <p:spPr>
          <a:xfrm>
            <a:off x="907143" y="1625297"/>
            <a:ext cx="10377714" cy="1884983"/>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649" name="slot_649"/>
          <p:cNvSpPr/>
          <p:nvPr/>
        </p:nvSpPr>
        <p:spPr>
          <a:xfrm>
            <a:off x="1397000" y="1277017"/>
            <a:ext cx="2489200" cy="5400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a:solidFill>
                  <a:srgbClr val="FFFFFF"/>
                </a:solidFill>
              </a:defRPr>
            </a:pPr>
            <a:r>
              <a:rPr lang="zh-CN" sz="3200">
                <a:latin typeface="仓耳玄三M W05" panose="02020400000000000000" charset="-122"/>
                <a:ea typeface="仓耳玄三M W05" panose="02020400000000000000" charset="-122"/>
              </a:rPr>
              <a:t>核心受众</a:t>
            </a:r>
          </a:p>
        </p:txBody>
      </p:sp>
      <p:sp>
        <p:nvSpPr>
          <p:cNvPr id="650" name="slot_650"/>
          <p:cNvSpPr/>
          <p:nvPr/>
        </p:nvSpPr>
        <p:spPr>
          <a:xfrm>
            <a:off x="907143" y="4430426"/>
            <a:ext cx="10377714" cy="1884983"/>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651" name="slot_651"/>
          <p:cNvSpPr/>
          <p:nvPr/>
        </p:nvSpPr>
        <p:spPr>
          <a:xfrm>
            <a:off x="1397000" y="4082147"/>
            <a:ext cx="2489200" cy="5400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a:solidFill>
                  <a:srgbClr val="FFFFFF"/>
                </a:solidFill>
              </a:defRPr>
            </a:pPr>
            <a:r>
              <a:rPr lang="zh-CN" sz="3200">
                <a:latin typeface="仓耳玄三M W05" panose="02020400000000000000" charset="-122"/>
                <a:ea typeface="仓耳玄三M W05" panose="02020400000000000000" charset="-122"/>
                <a:sym typeface="+mn-ea"/>
              </a:rPr>
              <a:t>扩展人群</a:t>
            </a:r>
          </a:p>
        </p:txBody>
      </p:sp>
      <p:sp>
        <p:nvSpPr>
          <p:cNvPr id="2" name="slot_2"/>
          <p:cNvSpPr txBox="1"/>
          <p:nvPr/>
        </p:nvSpPr>
        <p:spPr>
          <a:xfrm>
            <a:off x="1276350" y="1997075"/>
            <a:ext cx="9639935" cy="960776"/>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20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45岁及以上中老年人，参与食品烹饪、储存和食用的人</a:t>
            </a:r>
          </a:p>
          <a:p>
            <a:pPr marL="285750" indent="-285750">
              <a:lnSpc>
                <a:spcPct val="150000"/>
              </a:lnSpc>
              <a:buFont typeface="Wingdings" panose="05000000000000000000" pitchFamily="2" charset="2"/>
              <a:buChar char="l"/>
            </a:pPr>
            <a:r>
              <a:rPr lang="zh-CN" altLang="en-US" sz="20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群体内部的知识、生活方式与媒介习惯存在差异</a:t>
            </a:r>
          </a:p>
        </p:txBody>
      </p:sp>
      <p:sp>
        <p:nvSpPr>
          <p:cNvPr id="3" name="slot_3"/>
          <p:cNvSpPr txBox="1"/>
          <p:nvPr/>
        </p:nvSpPr>
        <p:spPr>
          <a:xfrm>
            <a:off x="1276350" y="4779010"/>
            <a:ext cx="9639935" cy="960776"/>
          </a:xfrm>
          <a:prstGeom prst="rect">
            <a:avLst/>
          </a:prstGeom>
          <a:noFill/>
        </p:spPr>
        <p:txBody>
          <a:bodyPr wrap="square" rtlCol="0">
            <a:spAutoFit/>
          </a:bodyPr>
          <a:lstStyle/>
          <a:p>
            <a:pPr marL="285750" indent="-285750">
              <a:lnSpc>
                <a:spcPct val="150000"/>
              </a:lnSpc>
              <a:buFont typeface="Wingdings" panose="05000000000000000000" pitchFamily="2" charset="2"/>
              <a:buChar char="l"/>
            </a:pPr>
            <a:r>
              <a:rPr lang="zh-CN" altLang="en-US" sz="20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其他年龄的家庭成员</a:t>
            </a:r>
          </a:p>
          <a:p>
            <a:pPr marL="285750" indent="-285750">
              <a:lnSpc>
                <a:spcPct val="150000"/>
              </a:lnSpc>
              <a:buFont typeface="Wingdings" panose="05000000000000000000" pitchFamily="2" charset="2"/>
              <a:buChar char="l"/>
            </a:pPr>
            <a:r>
              <a:rPr lang="zh-CN" altLang="en-US" sz="2000"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两类人群可以互相交流，相互影响</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7</a:t>
            </a:fld>
            <a:endParaRPr lang="zh-CN" altLang="en-US" dirty="0">
              <a:solidFill>
                <a:srgbClr val="3C5D74"/>
              </a:solidFill>
              <a:latin typeface="仓耳玄三M W05" panose="02020400000000000000" charset="-122"/>
              <a:ea typeface="仓耳玄三M W05" panose="02020400000000000000" charset="-122"/>
            </a:endParaRP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5" name="picture_15" descr="picture_15"/>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050" y="133350"/>
            <a:ext cx="9096375" cy="762000"/>
          </a:xfrm>
          <a:prstGeom prst="rect">
            <a:avLst/>
          </a:prstGeom>
        </p:spPr>
        <p:txBody>
          <a:bodyPr anchor="ctr">
            <a:normAutofit fontScale="95000"/>
          </a:bodyPr>
          <a:lstStyle>
            <a:lvl1pPr algn="l" defTabSz="914400" rtl="0" eaLnBrk="1" latinLnBrk="0" hangingPunct="1">
              <a:lnSpc>
                <a:spcPct val="90000"/>
              </a:lnSpc>
              <a:spcBef>
                <a:spcPct val="0"/>
              </a:spcBef>
              <a:buNone/>
              <a:defRPr sz="405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sz="4050"/>
            </a:pPr>
            <a:r>
              <a:rPr kumimoji="0" lang="zh-CN" altLang="en-US" sz="36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家庭交流：从个人接触到共同讨论</a:t>
            </a:r>
          </a:p>
        </p:txBody>
      </p:sp>
      <p:cxnSp>
        <p:nvCxnSpPr>
          <p:cNvPr id="224" name="连接符: 肘形 223">
            <a:extLst>
              <a:ext uri="{FF2B5EF4-FFF2-40B4-BE49-F238E27FC236}">
                <a16:creationId xmlns:a16="http://schemas.microsoft.com/office/drawing/2014/main" id="{2B3664DA-26C8-44C3-B00B-E3A0BE0A0FA0}"/>
              </a:ext>
            </a:extLst>
          </p:cNvPr>
          <p:cNvCxnSpPr>
            <a:cxnSpLocks/>
            <a:stCxn id="231" idx="2"/>
            <a:endCxn id="232" idx="0"/>
          </p:cNvCxnSpPr>
          <p:nvPr/>
        </p:nvCxnSpPr>
        <p:spPr>
          <a:xfrm rot="5400000">
            <a:off x="7229475" y="2943225"/>
            <a:ext cx="495300" cy="2762250"/>
          </a:xfrm>
          <a:prstGeom prst="bentConnector3">
            <a:avLst>
              <a:gd name="adj1" fmla="val 50000"/>
            </a:avLst>
          </a:prstGeom>
          <a:ln w="28575">
            <a:solidFill>
              <a:srgbClr val="A23838"/>
            </a:solidFill>
            <a:prstDash val="solid"/>
            <a:headEnd type="none" w="med" len="med"/>
            <a:tailEnd type="triangle" w="med" len="med"/>
          </a:ln>
        </p:spPr>
      </p:cxnSp>
      <p:cxnSp>
        <p:nvCxnSpPr>
          <p:cNvPr id="225" name="连接符: 肘形 224">
            <a:extLst>
              <a:ext uri="{FF2B5EF4-FFF2-40B4-BE49-F238E27FC236}">
                <a16:creationId xmlns:a16="http://schemas.microsoft.com/office/drawing/2014/main" id="{D96BCB44-E6E5-4E8C-B919-FC02E70FE460}"/>
              </a:ext>
            </a:extLst>
          </p:cNvPr>
          <p:cNvCxnSpPr>
            <a:cxnSpLocks/>
            <a:stCxn id="230" idx="2"/>
            <a:endCxn id="232" idx="0"/>
          </p:cNvCxnSpPr>
          <p:nvPr/>
        </p:nvCxnSpPr>
        <p:spPr>
          <a:xfrm rot="16200000" flipH="1">
            <a:off x="4467225" y="2943225"/>
            <a:ext cx="495300" cy="2762250"/>
          </a:xfrm>
          <a:prstGeom prst="bentConnector3">
            <a:avLst>
              <a:gd name="adj1" fmla="val 50000"/>
            </a:avLst>
          </a:prstGeom>
          <a:ln w="28575">
            <a:solidFill>
              <a:srgbClr val="A23838"/>
            </a:solidFill>
            <a:prstDash val="solid"/>
            <a:headEnd type="none" w="med" len="med"/>
            <a:tailEnd type="triangle" w="med" len="med"/>
          </a:ln>
        </p:spPr>
      </p:cxnSp>
      <p:cxnSp>
        <p:nvCxnSpPr>
          <p:cNvPr id="226" name="连接符: 肘形 225">
            <a:extLst>
              <a:ext uri="{FF2B5EF4-FFF2-40B4-BE49-F238E27FC236}">
                <a16:creationId xmlns:a16="http://schemas.microsoft.com/office/drawing/2014/main" id="{AE46A4CF-2BB2-438F-A893-0225DA547308}"/>
              </a:ext>
            </a:extLst>
          </p:cNvPr>
          <p:cNvCxnSpPr>
            <a:stCxn id="229" idx="2"/>
            <a:endCxn id="231" idx="0"/>
          </p:cNvCxnSpPr>
          <p:nvPr/>
        </p:nvCxnSpPr>
        <p:spPr>
          <a:xfrm>
            <a:off x="6096000" y="2209800"/>
            <a:ext cx="2762250" cy="495300"/>
          </a:xfrm>
          <a:prstGeom prst="bentConnector4">
            <a:avLst>
              <a:gd name="adj1" fmla="val 0"/>
              <a:gd name="adj2" fmla="val 50000"/>
            </a:avLst>
          </a:prstGeom>
          <a:ln w="28575">
            <a:solidFill>
              <a:srgbClr val="A23838"/>
            </a:solidFill>
            <a:prstDash val="solid"/>
            <a:headEnd type="none" w="med" len="med"/>
            <a:tailEnd type="triangle" w="med" len="med"/>
          </a:ln>
        </p:spPr>
      </p:cxnSp>
      <p:cxnSp>
        <p:nvCxnSpPr>
          <p:cNvPr id="227" name="连接符: 肘形 226">
            <a:extLst>
              <a:ext uri="{FF2B5EF4-FFF2-40B4-BE49-F238E27FC236}">
                <a16:creationId xmlns:a16="http://schemas.microsoft.com/office/drawing/2014/main" id="{B9618248-F089-40E0-9D51-3AD2525B8766}"/>
              </a:ext>
            </a:extLst>
          </p:cNvPr>
          <p:cNvCxnSpPr>
            <a:stCxn id="229" idx="2"/>
            <a:endCxn id="230" idx="0"/>
          </p:cNvCxnSpPr>
          <p:nvPr/>
        </p:nvCxnSpPr>
        <p:spPr>
          <a:xfrm flipH="1">
            <a:off x="3333750" y="2209800"/>
            <a:ext cx="2762250" cy="495300"/>
          </a:xfrm>
          <a:prstGeom prst="bentConnector4">
            <a:avLst>
              <a:gd name="adj1" fmla="val 0"/>
              <a:gd name="adj2" fmla="val 50000"/>
            </a:avLst>
          </a:prstGeom>
          <a:ln w="28575">
            <a:solidFill>
              <a:srgbClr val="A23838"/>
            </a:solidFill>
            <a:prstDash val="solid"/>
            <a:headEnd type="none" w="med" len="med"/>
            <a:tailEnd type="triangle" w="med" len="med"/>
          </a:ln>
        </p:spPr>
      </p:cxnSp>
      <p:sp>
        <p:nvSpPr>
          <p:cNvPr id="229" name="family_media">
            <a:extLst>
              <a:ext uri="{FF2B5EF4-FFF2-40B4-BE49-F238E27FC236}">
                <a16:creationId xmlns:a16="http://schemas.microsoft.com/office/drawing/2014/main" id="{4229EA1C-CCF9-4CF8-AB6E-A8112D591ABC}"/>
              </a:ext>
            </a:extLst>
          </p:cNvPr>
          <p:cNvSpPr>
            <a:spLocks noGrp="1"/>
          </p:cNvSpPr>
          <p:nvPr/>
        </p:nvSpPr>
        <p:spPr>
          <a:xfrm>
            <a:off x="4286250" y="1676400"/>
            <a:ext cx="3619500" cy="533400"/>
          </a:xfrm>
          <a:prstGeom prst="roundRect">
            <a:avLst>
              <a:gd name="adj" fmla="val 17857"/>
            </a:avLst>
          </a:prstGeom>
          <a:solidFill>
            <a:srgbClr val="A23838"/>
          </a:solidFill>
          <a:ln w="0">
            <a:noFill/>
          </a:ln>
        </p:spPr>
        <p:txBody>
          <a:bodyPr wrap="square" lIns="133350" tIns="95250" rIns="133350" bIns="95250" anchor="ctr">
            <a:noAutofit/>
          </a:bodyPr>
          <a:lstStyle>
            <a:defPPr algn="ctr">
              <a:defRPr>
                <a:latin typeface="微软雅黑"/>
                <a:ea typeface="微软雅黑"/>
                <a:cs typeface="微软雅黑"/>
              </a:defRPr>
            </a:defPPr>
            <a:lvl1pPr algn="ctr">
              <a:defRPr>
                <a:latin typeface="微软雅黑"/>
                <a:ea typeface="微软雅黑"/>
                <a:cs typeface="微软雅黑"/>
              </a:defRPr>
            </a:lvl1pPr>
            <a:lvl2pPr algn="ctr">
              <a:defRPr>
                <a:latin typeface="微软雅黑"/>
                <a:ea typeface="微软雅黑"/>
                <a:cs typeface="微软雅黑"/>
              </a:defRPr>
            </a:lvl2pPr>
            <a:lvl3pPr algn="ctr">
              <a:defRPr>
                <a:latin typeface="微软雅黑"/>
                <a:ea typeface="微软雅黑"/>
                <a:cs typeface="微软雅黑"/>
              </a:defRPr>
            </a:lvl3pPr>
            <a:lvl4pPr algn="ctr">
              <a:defRPr>
                <a:latin typeface="微软雅黑"/>
                <a:ea typeface="微软雅黑"/>
                <a:cs typeface="微软雅黑"/>
              </a:defRPr>
            </a:lvl4pPr>
            <a:lvl5pPr algn="ctr">
              <a:defRPr>
                <a:latin typeface="微软雅黑"/>
                <a:ea typeface="微软雅黑"/>
                <a:cs typeface="微软雅黑"/>
              </a:defRPr>
            </a:lvl5pPr>
            <a:lvl6pPr algn="ctr">
              <a:defRPr>
                <a:latin typeface="微软雅黑"/>
                <a:ea typeface="微软雅黑"/>
                <a:cs typeface="微软雅黑"/>
              </a:defRPr>
            </a:lvl6pPr>
            <a:lvl7pPr algn="ctr">
              <a:defRPr>
                <a:latin typeface="微软雅黑"/>
                <a:ea typeface="微软雅黑"/>
                <a:cs typeface="微软雅黑"/>
              </a:defRPr>
            </a:lvl7pPr>
            <a:lvl8pPr algn="ctr">
              <a:defRPr>
                <a:latin typeface="微软雅黑"/>
                <a:ea typeface="微软雅黑"/>
                <a:cs typeface="微软雅黑"/>
              </a:defRPr>
            </a:lvl8pPr>
            <a:lvl9pPr algn="ctr">
              <a:defRPr>
                <a:latin typeface="微软雅黑"/>
                <a:ea typeface="微软雅黑"/>
                <a:cs typeface="微软雅黑"/>
              </a:defRPr>
            </a:lvl9pPr>
          </a:lstStyle>
          <a:p>
            <a:pPr algn="ctr">
              <a:spcAft>
                <a:spcPts val="5"/>
              </a:spcAft>
              <a:defRPr>
                <a:latin typeface="微软雅黑"/>
                <a:ea typeface="微软雅黑"/>
                <a:cs typeface="微软雅黑"/>
              </a:defRPr>
            </a:pPr>
            <a:r>
              <a:rPr lang="zh-CN" altLang="en-US" sz="2250" b="1" dirty="0">
                <a:solidFill>
                  <a:srgbClr val="FFFFFF"/>
                </a:solidFill>
                <a:latin typeface="微软雅黑"/>
                <a:ea typeface="微软雅黑"/>
                <a:cs typeface="微软雅黑"/>
              </a:rPr>
              <a:t>传播媒介</a:t>
            </a:r>
            <a:endParaRPr sz="2250" b="1" dirty="0">
              <a:solidFill>
                <a:srgbClr val="FFFFFF"/>
              </a:solidFill>
              <a:latin typeface="微软雅黑"/>
              <a:ea typeface="微软雅黑"/>
              <a:cs typeface="微软雅黑"/>
            </a:endParaRPr>
          </a:p>
        </p:txBody>
      </p:sp>
      <p:sp>
        <p:nvSpPr>
          <p:cNvPr id="230" name="family_direct">
            <a:extLst>
              <a:ext uri="{FF2B5EF4-FFF2-40B4-BE49-F238E27FC236}">
                <a16:creationId xmlns:a16="http://schemas.microsoft.com/office/drawing/2014/main" id="{5461F6B1-E2F5-44FD-83A5-290367A3345F}"/>
              </a:ext>
            </a:extLst>
          </p:cNvPr>
          <p:cNvSpPr>
            <a:spLocks noGrp="1"/>
          </p:cNvSpPr>
          <p:nvPr/>
        </p:nvSpPr>
        <p:spPr>
          <a:xfrm>
            <a:off x="1143000" y="2705100"/>
            <a:ext cx="4381500" cy="1371600"/>
          </a:xfrm>
          <a:prstGeom prst="roundRect">
            <a:avLst>
              <a:gd name="adj" fmla="val 6944"/>
            </a:avLst>
          </a:prstGeom>
          <a:solidFill>
            <a:srgbClr val="F3D7A0"/>
          </a:solidFill>
          <a:ln w="0">
            <a:noFill/>
          </a:ln>
        </p:spPr>
        <p:txBody>
          <a:bodyPr wrap="square" lIns="133350" tIns="95250" rIns="133350" bIns="95250" anchor="ctr">
            <a:noAutofit/>
          </a:bodyPr>
          <a:lstStyle>
            <a:defPPr algn="ctr">
              <a:defRPr>
                <a:latin typeface="微软雅黑"/>
                <a:ea typeface="微软雅黑"/>
                <a:cs typeface="微软雅黑"/>
              </a:defRPr>
            </a:defPPr>
            <a:lvl1pPr algn="ctr">
              <a:defRPr>
                <a:latin typeface="微软雅黑"/>
                <a:ea typeface="微软雅黑"/>
                <a:cs typeface="微软雅黑"/>
              </a:defRPr>
            </a:lvl1pPr>
            <a:lvl2pPr algn="ctr">
              <a:defRPr>
                <a:latin typeface="微软雅黑"/>
                <a:ea typeface="微软雅黑"/>
                <a:cs typeface="微软雅黑"/>
              </a:defRPr>
            </a:lvl2pPr>
            <a:lvl3pPr algn="ctr">
              <a:defRPr>
                <a:latin typeface="微软雅黑"/>
                <a:ea typeface="微软雅黑"/>
                <a:cs typeface="微软雅黑"/>
              </a:defRPr>
            </a:lvl3pPr>
            <a:lvl4pPr algn="ctr">
              <a:defRPr>
                <a:latin typeface="微软雅黑"/>
                <a:ea typeface="微软雅黑"/>
                <a:cs typeface="微软雅黑"/>
              </a:defRPr>
            </a:lvl4pPr>
            <a:lvl5pPr algn="ctr">
              <a:defRPr>
                <a:latin typeface="微软雅黑"/>
                <a:ea typeface="微软雅黑"/>
                <a:cs typeface="微软雅黑"/>
              </a:defRPr>
            </a:lvl5pPr>
            <a:lvl6pPr algn="ctr">
              <a:defRPr>
                <a:latin typeface="微软雅黑"/>
                <a:ea typeface="微软雅黑"/>
                <a:cs typeface="微软雅黑"/>
              </a:defRPr>
            </a:lvl6pPr>
            <a:lvl7pPr algn="ctr">
              <a:defRPr>
                <a:latin typeface="微软雅黑"/>
                <a:ea typeface="微软雅黑"/>
                <a:cs typeface="微软雅黑"/>
              </a:defRPr>
            </a:lvl7pPr>
            <a:lvl8pPr algn="ctr">
              <a:defRPr>
                <a:latin typeface="微软雅黑"/>
                <a:ea typeface="微软雅黑"/>
                <a:cs typeface="微软雅黑"/>
              </a:defRPr>
            </a:lvl8pPr>
            <a:lvl9pPr algn="ctr">
              <a:defRPr>
                <a:latin typeface="微软雅黑"/>
                <a:ea typeface="微软雅黑"/>
                <a:cs typeface="微软雅黑"/>
              </a:defRPr>
            </a:lvl9pPr>
          </a:lstStyle>
          <a:p>
            <a:pPr algn="ctr">
              <a:spcAft>
                <a:spcPts val="5"/>
              </a:spcAft>
              <a:defRPr>
                <a:latin typeface="微软雅黑"/>
                <a:ea typeface="微软雅黑"/>
                <a:cs typeface="微软雅黑"/>
              </a:defRPr>
            </a:pPr>
            <a:r>
              <a:rPr sz="2175" b="1" dirty="0" err="1">
                <a:solidFill>
                  <a:srgbClr val="A23838"/>
                </a:solidFill>
                <a:latin typeface="微软雅黑"/>
                <a:ea typeface="微软雅黑"/>
                <a:cs typeface="微软雅黑"/>
              </a:rPr>
              <a:t>直接接触</a:t>
            </a:r>
            <a:endParaRPr sz="2175" b="1" dirty="0">
              <a:solidFill>
                <a:srgbClr val="A23838"/>
              </a:solidFill>
              <a:latin typeface="微软雅黑"/>
              <a:ea typeface="微软雅黑"/>
              <a:cs typeface="微软雅黑"/>
            </a:endParaRPr>
          </a:p>
          <a:p>
            <a:pPr algn="ctr">
              <a:spcAft>
                <a:spcPts val="1"/>
              </a:spcAft>
              <a:defRPr>
                <a:latin typeface="微软雅黑"/>
                <a:ea typeface="微软雅黑"/>
                <a:cs typeface="微软雅黑"/>
              </a:defRPr>
            </a:pPr>
            <a:r>
              <a:rPr sz="1913" b="0" dirty="0">
                <a:solidFill>
                  <a:srgbClr val="63372B"/>
                </a:solidFill>
                <a:latin typeface="微软雅黑"/>
                <a:ea typeface="微软雅黑"/>
                <a:cs typeface="微软雅黑"/>
              </a:rPr>
              <a:t>核心受众：45岁及以上人群</a:t>
            </a:r>
          </a:p>
          <a:p>
            <a:pPr algn="ctr">
              <a:spcAft>
                <a:spcPts val="1"/>
              </a:spcAft>
              <a:defRPr>
                <a:latin typeface="微软雅黑"/>
                <a:ea typeface="微软雅黑"/>
                <a:cs typeface="微软雅黑"/>
              </a:defRPr>
            </a:pPr>
            <a:r>
              <a:rPr sz="1763" b="0" dirty="0" err="1">
                <a:solidFill>
                  <a:srgbClr val="404040"/>
                </a:solidFill>
                <a:latin typeface="微软雅黑"/>
                <a:ea typeface="微软雅黑"/>
                <a:cs typeface="微软雅黑"/>
              </a:rPr>
              <a:t>了解食品储存与处理方法</a:t>
            </a:r>
            <a:endParaRPr sz="1763" b="0" dirty="0">
              <a:solidFill>
                <a:srgbClr val="404040"/>
              </a:solidFill>
              <a:latin typeface="微软雅黑"/>
              <a:ea typeface="微软雅黑"/>
              <a:cs typeface="微软雅黑"/>
            </a:endParaRPr>
          </a:p>
        </p:txBody>
      </p:sp>
      <p:sp>
        <p:nvSpPr>
          <p:cNvPr id="231" name="family_indirect">
            <a:extLst>
              <a:ext uri="{FF2B5EF4-FFF2-40B4-BE49-F238E27FC236}">
                <a16:creationId xmlns:a16="http://schemas.microsoft.com/office/drawing/2014/main" id="{03299A7A-CDCA-4BBD-A3B7-DD8967373AF5}"/>
              </a:ext>
            </a:extLst>
          </p:cNvPr>
          <p:cNvSpPr>
            <a:spLocks noGrp="1"/>
          </p:cNvSpPr>
          <p:nvPr/>
        </p:nvSpPr>
        <p:spPr>
          <a:xfrm>
            <a:off x="6667500" y="2705100"/>
            <a:ext cx="4381500" cy="1371600"/>
          </a:xfrm>
          <a:prstGeom prst="roundRect">
            <a:avLst>
              <a:gd name="adj" fmla="val 6944"/>
            </a:avLst>
          </a:prstGeom>
          <a:solidFill>
            <a:srgbClr val="F4B183"/>
          </a:solidFill>
          <a:ln w="0">
            <a:noFill/>
          </a:ln>
        </p:spPr>
        <p:txBody>
          <a:bodyPr wrap="square" lIns="133350" tIns="95250" rIns="133350" bIns="95250" anchor="ctr">
            <a:noAutofit/>
          </a:bodyPr>
          <a:lstStyle>
            <a:defPPr algn="ctr">
              <a:defRPr>
                <a:latin typeface="微软雅黑"/>
                <a:ea typeface="微软雅黑"/>
                <a:cs typeface="微软雅黑"/>
              </a:defRPr>
            </a:defPPr>
            <a:lvl1pPr algn="ctr">
              <a:defRPr>
                <a:latin typeface="微软雅黑"/>
                <a:ea typeface="微软雅黑"/>
                <a:cs typeface="微软雅黑"/>
              </a:defRPr>
            </a:lvl1pPr>
            <a:lvl2pPr algn="ctr">
              <a:defRPr>
                <a:latin typeface="微软雅黑"/>
                <a:ea typeface="微软雅黑"/>
                <a:cs typeface="微软雅黑"/>
              </a:defRPr>
            </a:lvl2pPr>
            <a:lvl3pPr algn="ctr">
              <a:defRPr>
                <a:latin typeface="微软雅黑"/>
                <a:ea typeface="微软雅黑"/>
                <a:cs typeface="微软雅黑"/>
              </a:defRPr>
            </a:lvl3pPr>
            <a:lvl4pPr algn="ctr">
              <a:defRPr>
                <a:latin typeface="微软雅黑"/>
                <a:ea typeface="微软雅黑"/>
                <a:cs typeface="微软雅黑"/>
              </a:defRPr>
            </a:lvl4pPr>
            <a:lvl5pPr algn="ctr">
              <a:defRPr>
                <a:latin typeface="微软雅黑"/>
                <a:ea typeface="微软雅黑"/>
                <a:cs typeface="微软雅黑"/>
              </a:defRPr>
            </a:lvl5pPr>
            <a:lvl6pPr algn="ctr">
              <a:defRPr>
                <a:latin typeface="微软雅黑"/>
                <a:ea typeface="微软雅黑"/>
                <a:cs typeface="微软雅黑"/>
              </a:defRPr>
            </a:lvl6pPr>
            <a:lvl7pPr algn="ctr">
              <a:defRPr>
                <a:latin typeface="微软雅黑"/>
                <a:ea typeface="微软雅黑"/>
                <a:cs typeface="微软雅黑"/>
              </a:defRPr>
            </a:lvl7pPr>
            <a:lvl8pPr algn="ctr">
              <a:defRPr>
                <a:latin typeface="微软雅黑"/>
                <a:ea typeface="微软雅黑"/>
                <a:cs typeface="微软雅黑"/>
              </a:defRPr>
            </a:lvl8pPr>
            <a:lvl9pPr algn="ctr">
              <a:defRPr>
                <a:latin typeface="微软雅黑"/>
                <a:ea typeface="微软雅黑"/>
                <a:cs typeface="微软雅黑"/>
              </a:defRPr>
            </a:lvl9pPr>
          </a:lstStyle>
          <a:p>
            <a:pPr algn="ctr">
              <a:spcAft>
                <a:spcPts val="5"/>
              </a:spcAft>
              <a:defRPr>
                <a:latin typeface="微软雅黑"/>
                <a:ea typeface="微软雅黑"/>
                <a:cs typeface="微软雅黑"/>
              </a:defRPr>
            </a:pPr>
            <a:r>
              <a:rPr sz="2175" b="1">
                <a:solidFill>
                  <a:srgbClr val="A23838"/>
                </a:solidFill>
                <a:latin typeface="微软雅黑"/>
                <a:ea typeface="微软雅黑"/>
                <a:cs typeface="微软雅黑"/>
              </a:rPr>
              <a:t>间接触达</a:t>
            </a:r>
          </a:p>
          <a:p>
            <a:pPr algn="ctr">
              <a:spcAft>
                <a:spcPts val="1"/>
              </a:spcAft>
              <a:defRPr>
                <a:latin typeface="微软雅黑"/>
                <a:ea typeface="微软雅黑"/>
                <a:cs typeface="微软雅黑"/>
              </a:defRPr>
            </a:pPr>
            <a:r>
              <a:rPr sz="1913" b="0">
                <a:solidFill>
                  <a:srgbClr val="63372B"/>
                </a:solidFill>
                <a:latin typeface="微软雅黑"/>
                <a:ea typeface="微软雅黑"/>
                <a:cs typeface="微软雅黑"/>
              </a:rPr>
              <a:t>扩展传播人群：其他年龄段</a:t>
            </a:r>
          </a:p>
          <a:p>
            <a:pPr algn="ctr">
              <a:spcAft>
                <a:spcPts val="1"/>
              </a:spcAft>
              <a:defRPr>
                <a:latin typeface="微软雅黑"/>
                <a:ea typeface="微软雅黑"/>
                <a:cs typeface="微软雅黑"/>
              </a:defRPr>
            </a:pPr>
            <a:r>
              <a:rPr sz="1763" b="0">
                <a:solidFill>
                  <a:srgbClr val="404040"/>
                </a:solidFill>
                <a:latin typeface="微软雅黑"/>
                <a:ea typeface="微软雅黑"/>
                <a:cs typeface="微软雅黑"/>
              </a:rPr>
              <a:t>分享作品、与家人交流</a:t>
            </a:r>
          </a:p>
        </p:txBody>
      </p:sp>
      <p:sp>
        <p:nvSpPr>
          <p:cNvPr id="232" name="family_discussion">
            <a:extLst>
              <a:ext uri="{FF2B5EF4-FFF2-40B4-BE49-F238E27FC236}">
                <a16:creationId xmlns:a16="http://schemas.microsoft.com/office/drawing/2014/main" id="{6BA8DC0A-CFED-436D-B545-5C458891556B}"/>
              </a:ext>
            </a:extLst>
          </p:cNvPr>
          <p:cNvSpPr>
            <a:spLocks noGrp="1"/>
          </p:cNvSpPr>
          <p:nvPr/>
        </p:nvSpPr>
        <p:spPr>
          <a:xfrm>
            <a:off x="2444261" y="4572000"/>
            <a:ext cx="7303477" cy="952500"/>
          </a:xfrm>
          <a:prstGeom prst="roundRect">
            <a:avLst>
              <a:gd name="adj" fmla="val 10000"/>
            </a:avLst>
          </a:prstGeom>
          <a:solidFill>
            <a:srgbClr val="A23838"/>
          </a:solidFill>
          <a:ln w="0">
            <a:noFill/>
          </a:ln>
        </p:spPr>
        <p:txBody>
          <a:bodyPr wrap="square" lIns="133350" tIns="95250" rIns="133350" bIns="95250" anchor="ctr">
            <a:noAutofit/>
          </a:bodyPr>
          <a:lstStyle>
            <a:defPPr algn="ctr">
              <a:defRPr>
                <a:latin typeface="微软雅黑"/>
                <a:ea typeface="微软雅黑"/>
                <a:cs typeface="微软雅黑"/>
              </a:defRPr>
            </a:defPPr>
            <a:lvl1pPr algn="ctr">
              <a:defRPr>
                <a:latin typeface="微软雅黑"/>
                <a:ea typeface="微软雅黑"/>
                <a:cs typeface="微软雅黑"/>
              </a:defRPr>
            </a:lvl1pPr>
            <a:lvl2pPr algn="ctr">
              <a:defRPr>
                <a:latin typeface="微软雅黑"/>
                <a:ea typeface="微软雅黑"/>
                <a:cs typeface="微软雅黑"/>
              </a:defRPr>
            </a:lvl2pPr>
            <a:lvl3pPr algn="ctr">
              <a:defRPr>
                <a:latin typeface="微软雅黑"/>
                <a:ea typeface="微软雅黑"/>
                <a:cs typeface="微软雅黑"/>
              </a:defRPr>
            </a:lvl3pPr>
            <a:lvl4pPr algn="ctr">
              <a:defRPr>
                <a:latin typeface="微软雅黑"/>
                <a:ea typeface="微软雅黑"/>
                <a:cs typeface="微软雅黑"/>
              </a:defRPr>
            </a:lvl4pPr>
            <a:lvl5pPr algn="ctr">
              <a:defRPr>
                <a:latin typeface="微软雅黑"/>
                <a:ea typeface="微软雅黑"/>
                <a:cs typeface="微软雅黑"/>
              </a:defRPr>
            </a:lvl5pPr>
            <a:lvl6pPr algn="ctr">
              <a:defRPr>
                <a:latin typeface="微软雅黑"/>
                <a:ea typeface="微软雅黑"/>
                <a:cs typeface="微软雅黑"/>
              </a:defRPr>
            </a:lvl6pPr>
            <a:lvl7pPr algn="ctr">
              <a:defRPr>
                <a:latin typeface="微软雅黑"/>
                <a:ea typeface="微软雅黑"/>
                <a:cs typeface="微软雅黑"/>
              </a:defRPr>
            </a:lvl7pPr>
            <a:lvl8pPr algn="ctr">
              <a:defRPr>
                <a:latin typeface="微软雅黑"/>
                <a:ea typeface="微软雅黑"/>
                <a:cs typeface="微软雅黑"/>
              </a:defRPr>
            </a:lvl8pPr>
            <a:lvl9pPr algn="ctr">
              <a:defRPr>
                <a:latin typeface="微软雅黑"/>
                <a:ea typeface="微软雅黑"/>
                <a:cs typeface="微软雅黑"/>
              </a:defRPr>
            </a:lvl9pPr>
          </a:lstStyle>
          <a:p>
            <a:pPr algn="ctr">
              <a:spcAft>
                <a:spcPts val="5"/>
              </a:spcAft>
              <a:defRPr>
                <a:latin typeface="微软雅黑"/>
                <a:ea typeface="微软雅黑"/>
                <a:cs typeface="微软雅黑"/>
              </a:defRPr>
            </a:pPr>
            <a:r>
              <a:rPr sz="2325" b="1" dirty="0" err="1">
                <a:solidFill>
                  <a:srgbClr val="FFFFFF"/>
                </a:solidFill>
                <a:latin typeface="微软雅黑"/>
                <a:ea typeface="微软雅黑"/>
                <a:cs typeface="微软雅黑"/>
              </a:rPr>
              <a:t>家庭交流与共同判断</a:t>
            </a:r>
            <a:endParaRPr sz="2325" b="1" dirty="0">
              <a:solidFill>
                <a:srgbClr val="FFFFFF"/>
              </a:solidFill>
              <a:latin typeface="微软雅黑"/>
              <a:ea typeface="微软雅黑"/>
              <a:cs typeface="微软雅黑"/>
            </a:endParaRPr>
          </a:p>
          <a:p>
            <a:pPr algn="ctr">
              <a:spcAft>
                <a:spcPts val="1"/>
              </a:spcAft>
              <a:defRPr>
                <a:latin typeface="微软雅黑"/>
                <a:ea typeface="微软雅黑"/>
                <a:cs typeface="微软雅黑"/>
              </a:defRPr>
            </a:pPr>
            <a:r>
              <a:rPr sz="1800" b="0" dirty="0" err="1">
                <a:solidFill>
                  <a:srgbClr val="FFFFFF"/>
                </a:solidFill>
                <a:latin typeface="微软雅黑"/>
                <a:ea typeface="微软雅黑"/>
                <a:cs typeface="微软雅黑"/>
              </a:rPr>
              <a:t>讨论保存条件、处理方式与食品安全风险</a:t>
            </a:r>
            <a:r>
              <a:rPr sz="1800" b="0" dirty="0">
                <a:solidFill>
                  <a:srgbClr val="FFFFFF"/>
                </a:solidFill>
                <a:latin typeface="微软雅黑"/>
                <a:ea typeface="微软雅黑"/>
                <a:cs typeface="微软雅黑"/>
              </a:rPr>
              <a:t>。</a:t>
            </a:r>
          </a:p>
        </p:txBody>
      </p:sp>
      <p:sp>
        <p:nvSpPr>
          <p:cNvPr id="233" name="family_citation">
            <a:extLst>
              <a:ext uri="{FF2B5EF4-FFF2-40B4-BE49-F238E27FC236}">
                <a16:creationId xmlns:a16="http://schemas.microsoft.com/office/drawing/2014/main" id="{AB225C74-7A31-4EAD-BB6D-7D9830EC3641}"/>
              </a:ext>
            </a:extLst>
          </p:cNvPr>
          <p:cNvSpPr>
            <a:spLocks noGrp="1"/>
          </p:cNvSpPr>
          <p:nvPr/>
        </p:nvSpPr>
        <p:spPr>
          <a:xfrm>
            <a:off x="666750" y="6019800"/>
            <a:ext cx="10858500" cy="428625"/>
          </a:xfrm>
          <a:prstGeom prst="rect">
            <a:avLst/>
          </a:prstGeom>
          <a:noFill/>
          <a:ln w="0">
            <a:noFill/>
          </a:ln>
        </p:spPr>
        <p:txBody>
          <a:bodyPr wrap="square" lIns="0" tIns="0" rIns="0" bIns="0" anchor="t">
            <a:noAutofit/>
          </a:bodyPr>
          <a:lstStyle>
            <a:defPPr algn="l">
              <a:defRPr sz="1200" b="0">
                <a:solidFill>
                  <a:srgbClr val="756A60"/>
                </a:solidFill>
                <a:latin typeface="微软雅黑"/>
                <a:ea typeface="微软雅黑"/>
                <a:cs typeface="微软雅黑"/>
              </a:defRPr>
            </a:defPPr>
            <a:lvl1pPr algn="l">
              <a:defRPr sz="1200" b="0">
                <a:solidFill>
                  <a:srgbClr val="756A60"/>
                </a:solidFill>
                <a:latin typeface="微软雅黑"/>
                <a:ea typeface="微软雅黑"/>
                <a:cs typeface="微软雅黑"/>
              </a:defRPr>
            </a:lvl1pPr>
            <a:lvl2pPr algn="l">
              <a:defRPr sz="1200" b="0">
                <a:solidFill>
                  <a:srgbClr val="756A60"/>
                </a:solidFill>
                <a:latin typeface="微软雅黑"/>
                <a:ea typeface="微软雅黑"/>
                <a:cs typeface="微软雅黑"/>
              </a:defRPr>
            </a:lvl2pPr>
            <a:lvl3pPr algn="l">
              <a:defRPr sz="1200" b="0">
                <a:solidFill>
                  <a:srgbClr val="756A60"/>
                </a:solidFill>
                <a:latin typeface="微软雅黑"/>
                <a:ea typeface="微软雅黑"/>
                <a:cs typeface="微软雅黑"/>
              </a:defRPr>
            </a:lvl3pPr>
            <a:lvl4pPr algn="l">
              <a:defRPr sz="1200" b="0">
                <a:solidFill>
                  <a:srgbClr val="756A60"/>
                </a:solidFill>
                <a:latin typeface="微软雅黑"/>
                <a:ea typeface="微软雅黑"/>
                <a:cs typeface="微软雅黑"/>
              </a:defRPr>
            </a:lvl4pPr>
            <a:lvl5pPr algn="l">
              <a:defRPr sz="1200" b="0">
                <a:solidFill>
                  <a:srgbClr val="756A60"/>
                </a:solidFill>
                <a:latin typeface="微软雅黑"/>
                <a:ea typeface="微软雅黑"/>
                <a:cs typeface="微软雅黑"/>
              </a:defRPr>
            </a:lvl5pPr>
            <a:lvl6pPr algn="l">
              <a:defRPr sz="1200" b="0">
                <a:solidFill>
                  <a:srgbClr val="756A60"/>
                </a:solidFill>
                <a:latin typeface="微软雅黑"/>
                <a:ea typeface="微软雅黑"/>
                <a:cs typeface="微软雅黑"/>
              </a:defRPr>
            </a:lvl6pPr>
            <a:lvl7pPr algn="l">
              <a:defRPr sz="1200" b="0">
                <a:solidFill>
                  <a:srgbClr val="756A60"/>
                </a:solidFill>
                <a:latin typeface="微软雅黑"/>
                <a:ea typeface="微软雅黑"/>
                <a:cs typeface="微软雅黑"/>
              </a:defRPr>
            </a:lvl7pPr>
            <a:lvl8pPr algn="l">
              <a:defRPr sz="1200" b="0">
                <a:solidFill>
                  <a:srgbClr val="756A60"/>
                </a:solidFill>
                <a:latin typeface="微软雅黑"/>
                <a:ea typeface="微软雅黑"/>
                <a:cs typeface="微软雅黑"/>
              </a:defRPr>
            </a:lvl8pPr>
            <a:lvl9pPr algn="l">
              <a:defRPr sz="1200" b="0">
                <a:solidFill>
                  <a:srgbClr val="756A60"/>
                </a:solidFill>
                <a:latin typeface="微软雅黑"/>
                <a:ea typeface="微软雅黑"/>
                <a:cs typeface="微软雅黑"/>
              </a:defRPr>
            </a:lvl9pPr>
          </a:lstStyle>
          <a:p>
            <a:pPr algn="l">
              <a:defRPr sz="1200" b="0">
                <a:solidFill>
                  <a:srgbClr val="756A60"/>
                </a:solidFill>
                <a:latin typeface="微软雅黑"/>
                <a:ea typeface="微软雅黑"/>
                <a:cs typeface="微软雅黑"/>
              </a:defRPr>
            </a:pPr>
            <a:r>
              <a:rPr sz="1200">
                <a:solidFill>
                  <a:srgbClr val="756A60"/>
                </a:solidFill>
                <a:latin typeface="Arial"/>
                <a:ea typeface="Arial"/>
                <a:cs typeface="Arial"/>
              </a:rPr>
              <a:t>Wang W, Zhuang X, Shao P. Exploring Health Information Sharing Behavior of Chinese Elderly Adults on WeChat.</a:t>
            </a:r>
          </a:p>
          <a:p>
            <a:pPr algn="l">
              <a:defRPr sz="1200" b="0">
                <a:solidFill>
                  <a:srgbClr val="756A60"/>
                </a:solidFill>
                <a:latin typeface="微软雅黑"/>
                <a:ea typeface="微软雅黑"/>
                <a:cs typeface="微软雅黑"/>
              </a:defRPr>
            </a:pPr>
            <a:r>
              <a:rPr sz="1200" i="1">
                <a:solidFill>
                  <a:srgbClr val="756A60"/>
                </a:solidFill>
                <a:latin typeface="Arial"/>
                <a:ea typeface="Arial"/>
                <a:cs typeface="Arial"/>
              </a:rPr>
              <a:t>Healthcare</a:t>
            </a:r>
            <a:r>
              <a:rPr sz="1200">
                <a:solidFill>
                  <a:srgbClr val="756A60"/>
                </a:solidFill>
                <a:latin typeface="Arial"/>
                <a:ea typeface="Arial"/>
                <a:cs typeface="Arial"/>
              </a:rPr>
              <a:t>. 2020;8(3):207. doi:10.3390/healthcare8030207.</a:t>
            </a: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5" name="slot_15"/>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pic>
        <p:nvPicPr>
          <p:cNvPr id="2" name="picture_2" descr="picture_2"/>
          <p:cNvPicPr>
            <a:picLocks noChangeAspect="1"/>
          </p:cNvPicPr>
          <p:nvPr/>
        </p:nvPicPr>
        <p:blipFill>
          <a:blip r:embed="rId6"/>
          <a:stretch>
            <a:fillRect/>
          </a:stretch>
        </p:blipFill>
        <p:spPr>
          <a:xfrm flipH="1">
            <a:off x="7787005" y="3843020"/>
            <a:ext cx="4404995" cy="3014980"/>
          </a:xfrm>
          <a:prstGeom prst="rect">
            <a:avLst/>
          </a:prstGeom>
        </p:spPr>
      </p:pic>
      <p:sp>
        <p:nvSpPr>
          <p:cNvPr id="4" name="slot_4"/>
          <p:cNvSpPr>
            <a:spLocks noGrp="1"/>
          </p:cNvSpPr>
          <p:nvPr>
            <p:ph type="sldNum" sz="quarter" idx="12"/>
          </p:nvPr>
        </p:nvSpPr>
        <p:spPr/>
        <p:txBody>
          <a:bodyPr/>
          <a:lstStyle/>
          <a:p>
            <a:fld id="{565CE74E-AB26-4998-AD42-012C4C1AD076}" type="slidenum">
              <a:rPr lang="zh-CN" altLang="en-US" smtClean="0"/>
              <a:t>9</a:t>
            </a:fld>
            <a:endParaRPr lang="zh-CN" altLang="en-US"/>
          </a:p>
        </p:txBody>
      </p:sp>
      <p:sp>
        <p:nvSpPr>
          <p:cNvPr id="5" name="slot_5"/>
          <p:cNvSpPr/>
          <p:nvPr/>
        </p:nvSpPr>
        <p:spPr>
          <a:xfrm>
            <a:off x="0" y="3828654"/>
            <a:ext cx="12192000" cy="3029345"/>
          </a:xfrm>
          <a:prstGeom prst="rect">
            <a:avLst/>
          </a:prstGeom>
          <a:gradFill>
            <a:gsLst>
              <a:gs pos="71000">
                <a:srgbClr val="C4B798">
                  <a:alpha val="99000"/>
                </a:srgbClr>
              </a:gs>
              <a:gs pos="50000">
                <a:srgbClr val="A23838"/>
              </a:gs>
              <a:gs pos="100000">
                <a:srgbClr val="F1D5A4">
                  <a:alpha val="7000"/>
                </a:srgbClr>
              </a:gs>
            </a:gsLst>
            <a:lin ang="6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dirty="0">
                <a:solidFill>
                  <a:schemeClr val="bg1"/>
                </a:solidFill>
                <a:latin typeface="Times New Roman" panose="02020603050405020304" charset="0"/>
                <a:ea typeface="方正盛世楷书简体_大" panose="02000000000000000000" charset="-122"/>
                <a:cs typeface="+mn-cs"/>
                <a:sym typeface="+mn-lt"/>
              </a:rPr>
              <a:t>受众分析</a:t>
            </a:r>
          </a:p>
        </p:txBody>
      </p:sp>
      <p:sp>
        <p:nvSpPr>
          <p:cNvPr id="898" name="revision_native_0"/>
          <p:cNvSpPr/>
          <p:nvPr/>
        </p:nvSpPr>
        <p:spPr>
          <a:xfrm>
            <a:off x="647700" y="1676400"/>
            <a:ext cx="3409950" cy="4566138"/>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99" name="revision_native_1"/>
          <p:cNvSpPr/>
          <p:nvPr/>
        </p:nvSpPr>
        <p:spPr>
          <a:xfrm>
            <a:off x="1981200" y="1476375"/>
            <a:ext cx="742950" cy="619125"/>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spc="300">
                <a:gradFill>
                  <a:gsLst>
                    <a:gs pos="23000">
                      <a:srgbClr val="F1D5A4"/>
                    </a:gs>
                    <a:gs pos="100000">
                      <a:schemeClr val="bg1"/>
                    </a:gs>
                  </a:gsLst>
                  <a:lin ang="5400000" scaled="1"/>
                </a:gradFill>
                <a:latin typeface="Impact" panose="020B0806030902050204" pitchFamily="34" charset="0"/>
                <a:sym typeface="+mn-ea"/>
              </a:rPr>
              <a:t>1</a:t>
            </a:r>
          </a:p>
        </p:txBody>
      </p:sp>
      <p:sp>
        <p:nvSpPr>
          <p:cNvPr id="900" name="revision_native_2"/>
          <p:cNvSpPr/>
          <p:nvPr/>
        </p:nvSpPr>
        <p:spPr>
          <a:xfrm>
            <a:off x="4391025" y="1676400"/>
            <a:ext cx="3409950" cy="4566138"/>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01" name="revision_native_3"/>
          <p:cNvSpPr/>
          <p:nvPr/>
        </p:nvSpPr>
        <p:spPr>
          <a:xfrm>
            <a:off x="5724525" y="1476375"/>
            <a:ext cx="742950" cy="619125"/>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rgbClr val="F1D5A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spc="300">
                <a:gradFill>
                  <a:gsLst>
                    <a:gs pos="49000">
                      <a:srgbClr val="A23838"/>
                    </a:gs>
                    <a:gs pos="100000">
                      <a:schemeClr val="bg1"/>
                    </a:gs>
                  </a:gsLst>
                  <a:lin ang="5400000" scaled="1"/>
                </a:gradFill>
                <a:latin typeface="Impact" panose="020B0806030902050204" pitchFamily="34" charset="0"/>
                <a:sym typeface="+mn-ea"/>
              </a:rPr>
              <a:t>2</a:t>
            </a:r>
          </a:p>
        </p:txBody>
      </p:sp>
      <p:sp>
        <p:nvSpPr>
          <p:cNvPr id="902" name="revision_native_4"/>
          <p:cNvSpPr/>
          <p:nvPr/>
        </p:nvSpPr>
        <p:spPr>
          <a:xfrm>
            <a:off x="8134350" y="1676400"/>
            <a:ext cx="3409950" cy="4566138"/>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03" name="revision_native_5"/>
          <p:cNvSpPr/>
          <p:nvPr/>
        </p:nvSpPr>
        <p:spPr>
          <a:xfrm>
            <a:off x="9467850" y="1476375"/>
            <a:ext cx="742950" cy="619125"/>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spc="300">
                <a:gradFill>
                  <a:gsLst>
                    <a:gs pos="23000">
                      <a:srgbClr val="F1D5A4"/>
                    </a:gs>
                    <a:gs pos="100000">
                      <a:schemeClr val="bg1"/>
                    </a:gs>
                  </a:gsLst>
                  <a:lin ang="5400000" scaled="1"/>
                </a:gradFill>
                <a:latin typeface="Impact" panose="020B0806030902050204" pitchFamily="34" charset="0"/>
                <a:sym typeface="+mn-ea"/>
              </a:rPr>
              <a:t>3</a:t>
            </a:r>
          </a:p>
        </p:txBody>
      </p:sp>
      <p:sp>
        <p:nvSpPr>
          <p:cNvPr id="904" name="revision_study_title_0">
            <a:extLst>
              <a:ext uri="{FF2B5EF4-FFF2-40B4-BE49-F238E27FC236}">
                <a16:creationId xmlns:a16="http://schemas.microsoft.com/office/drawing/2014/main" id="{CF541A0B-0689-4C09-95C4-F5C3C1CF7247}"/>
              </a:ext>
            </a:extLst>
          </p:cNvPr>
          <p:cNvSpPr>
            <a:spLocks noGrp="1"/>
          </p:cNvSpPr>
          <p:nvPr/>
        </p:nvSpPr>
        <p:spPr>
          <a:xfrm>
            <a:off x="838200" y="2190750"/>
            <a:ext cx="3028950" cy="419100"/>
          </a:xfrm>
          <a:prstGeom prst="rect">
            <a:avLst/>
          </a:prstGeom>
          <a:noFill/>
          <a:ln w="0">
            <a:noFill/>
          </a:ln>
        </p:spPr>
        <p:txBody>
          <a:bodyPr wrap="square" lIns="0" tIns="0" rIns="0" bIns="0" anchor="t">
            <a:noAutofit/>
          </a:bodyPr>
          <a:lstStyle>
            <a:defPPr algn="l">
              <a:defRPr sz="2250" b="1">
                <a:solidFill>
                  <a:srgbClr val="404040"/>
                </a:solidFill>
                <a:latin typeface="微软雅黑"/>
                <a:ea typeface="微软雅黑"/>
                <a:cs typeface="微软雅黑"/>
              </a:defRPr>
            </a:defPPr>
            <a:lvl1pPr algn="l">
              <a:defRPr sz="2250" b="1">
                <a:solidFill>
                  <a:srgbClr val="404040"/>
                </a:solidFill>
                <a:latin typeface="微软雅黑"/>
                <a:ea typeface="微软雅黑"/>
                <a:cs typeface="微软雅黑"/>
              </a:defRPr>
            </a:lvl1pPr>
            <a:lvl2pPr algn="l">
              <a:defRPr sz="2250" b="1">
                <a:solidFill>
                  <a:srgbClr val="404040"/>
                </a:solidFill>
                <a:latin typeface="微软雅黑"/>
                <a:ea typeface="微软雅黑"/>
                <a:cs typeface="微软雅黑"/>
              </a:defRPr>
            </a:lvl2pPr>
            <a:lvl3pPr algn="l">
              <a:defRPr sz="2250" b="1">
                <a:solidFill>
                  <a:srgbClr val="404040"/>
                </a:solidFill>
                <a:latin typeface="微软雅黑"/>
                <a:ea typeface="微软雅黑"/>
                <a:cs typeface="微软雅黑"/>
              </a:defRPr>
            </a:lvl3pPr>
            <a:lvl4pPr algn="l">
              <a:defRPr sz="2250" b="1">
                <a:solidFill>
                  <a:srgbClr val="404040"/>
                </a:solidFill>
                <a:latin typeface="微软雅黑"/>
                <a:ea typeface="微软雅黑"/>
                <a:cs typeface="微软雅黑"/>
              </a:defRPr>
            </a:lvl4pPr>
            <a:lvl5pPr algn="l">
              <a:defRPr sz="2250" b="1">
                <a:solidFill>
                  <a:srgbClr val="404040"/>
                </a:solidFill>
                <a:latin typeface="微软雅黑"/>
                <a:ea typeface="微软雅黑"/>
                <a:cs typeface="微软雅黑"/>
              </a:defRPr>
            </a:lvl5pPr>
            <a:lvl6pPr algn="l">
              <a:defRPr sz="2250" b="1">
                <a:solidFill>
                  <a:srgbClr val="404040"/>
                </a:solidFill>
                <a:latin typeface="微软雅黑"/>
                <a:ea typeface="微软雅黑"/>
                <a:cs typeface="微软雅黑"/>
              </a:defRPr>
            </a:lvl6pPr>
            <a:lvl7pPr algn="l">
              <a:defRPr sz="2250" b="1">
                <a:solidFill>
                  <a:srgbClr val="404040"/>
                </a:solidFill>
                <a:latin typeface="微软雅黑"/>
                <a:ea typeface="微软雅黑"/>
                <a:cs typeface="微软雅黑"/>
              </a:defRPr>
            </a:lvl7pPr>
            <a:lvl8pPr algn="l">
              <a:defRPr sz="2250" b="1">
                <a:solidFill>
                  <a:srgbClr val="404040"/>
                </a:solidFill>
                <a:latin typeface="微软雅黑"/>
                <a:ea typeface="微软雅黑"/>
                <a:cs typeface="微软雅黑"/>
              </a:defRPr>
            </a:lvl8pPr>
            <a:lvl9pPr algn="l">
              <a:defRPr sz="2250" b="1">
                <a:solidFill>
                  <a:srgbClr val="404040"/>
                </a:solidFill>
                <a:latin typeface="微软雅黑"/>
                <a:ea typeface="微软雅黑"/>
                <a:cs typeface="微软雅黑"/>
              </a:defRPr>
            </a:lvl9pPr>
          </a:lstStyle>
          <a:p>
            <a:pPr algn="l">
              <a:lnSpc>
                <a:spcPct val="120000"/>
              </a:lnSpc>
              <a:buNone/>
              <a:defRPr sz="2250" b="1">
                <a:solidFill>
                  <a:srgbClr val="404040"/>
                </a:solidFill>
                <a:latin typeface="微软雅黑"/>
                <a:ea typeface="微软雅黑"/>
                <a:cs typeface="微软雅黑"/>
              </a:defRPr>
            </a:pPr>
            <a:r>
              <a:rPr sz="2250" b="1" dirty="0" err="1">
                <a:solidFill>
                  <a:srgbClr val="404040"/>
                </a:solidFill>
                <a:latin typeface="微软雅黑"/>
                <a:ea typeface="微软雅黑"/>
                <a:cs typeface="微软雅黑"/>
              </a:rPr>
              <a:t>操作仍有盲区</a:t>
            </a:r>
            <a:endParaRPr sz="2250" b="1" dirty="0">
              <a:solidFill>
                <a:srgbClr val="404040"/>
              </a:solidFill>
              <a:latin typeface="微软雅黑"/>
              <a:ea typeface="微软雅黑"/>
              <a:cs typeface="微软雅黑"/>
            </a:endParaRPr>
          </a:p>
        </p:txBody>
      </p:sp>
      <p:sp>
        <p:nvSpPr>
          <p:cNvPr id="905" name="revision_study_method_0">
            <a:extLst>
              <a:ext uri="{FF2B5EF4-FFF2-40B4-BE49-F238E27FC236}">
                <a16:creationId xmlns:a16="http://schemas.microsoft.com/office/drawing/2014/main" id="{DFD08F53-AA21-4E39-A63D-AF7818663087}"/>
              </a:ext>
            </a:extLst>
          </p:cNvPr>
          <p:cNvSpPr>
            <a:spLocks noGrp="1"/>
          </p:cNvSpPr>
          <p:nvPr/>
        </p:nvSpPr>
        <p:spPr>
          <a:xfrm>
            <a:off x="857250" y="2686050"/>
            <a:ext cx="2990850" cy="609600"/>
          </a:xfrm>
          <a:prstGeom prst="rect">
            <a:avLst/>
          </a:prstGeom>
          <a:noFill/>
          <a:ln w="0">
            <a:noFill/>
          </a:ln>
        </p:spPr>
        <p:txBody>
          <a:bodyPr wrap="square" lIns="0" tIns="0" rIns="0" bIns="0" anchor="t">
            <a:noAutofit/>
          </a:bodyPr>
          <a:lstStyle>
            <a:defPPr algn="l">
              <a:defRPr sz="1463" b="0">
                <a:solidFill>
                  <a:srgbClr val="756A60"/>
                </a:solidFill>
                <a:latin typeface="微软雅黑"/>
                <a:ea typeface="微软雅黑"/>
                <a:cs typeface="微软雅黑"/>
              </a:defRPr>
            </a:defPPr>
            <a:lvl1pPr algn="l">
              <a:defRPr sz="1463" b="0">
                <a:solidFill>
                  <a:srgbClr val="756A60"/>
                </a:solidFill>
                <a:latin typeface="微软雅黑"/>
                <a:ea typeface="微软雅黑"/>
                <a:cs typeface="微软雅黑"/>
              </a:defRPr>
            </a:lvl1pPr>
            <a:lvl2pPr algn="l">
              <a:defRPr sz="1463" b="0">
                <a:solidFill>
                  <a:srgbClr val="756A60"/>
                </a:solidFill>
                <a:latin typeface="微软雅黑"/>
                <a:ea typeface="微软雅黑"/>
                <a:cs typeface="微软雅黑"/>
              </a:defRPr>
            </a:lvl2pPr>
            <a:lvl3pPr algn="l">
              <a:defRPr sz="1463" b="0">
                <a:solidFill>
                  <a:srgbClr val="756A60"/>
                </a:solidFill>
                <a:latin typeface="微软雅黑"/>
                <a:ea typeface="微软雅黑"/>
                <a:cs typeface="微软雅黑"/>
              </a:defRPr>
            </a:lvl3pPr>
            <a:lvl4pPr algn="l">
              <a:defRPr sz="1463" b="0">
                <a:solidFill>
                  <a:srgbClr val="756A60"/>
                </a:solidFill>
                <a:latin typeface="微软雅黑"/>
                <a:ea typeface="微软雅黑"/>
                <a:cs typeface="微软雅黑"/>
              </a:defRPr>
            </a:lvl4pPr>
            <a:lvl5pPr algn="l">
              <a:defRPr sz="1463" b="0">
                <a:solidFill>
                  <a:srgbClr val="756A60"/>
                </a:solidFill>
                <a:latin typeface="微软雅黑"/>
                <a:ea typeface="微软雅黑"/>
                <a:cs typeface="微软雅黑"/>
              </a:defRPr>
            </a:lvl5pPr>
            <a:lvl6pPr algn="l">
              <a:defRPr sz="1463" b="0">
                <a:solidFill>
                  <a:srgbClr val="756A60"/>
                </a:solidFill>
                <a:latin typeface="微软雅黑"/>
                <a:ea typeface="微软雅黑"/>
                <a:cs typeface="微软雅黑"/>
              </a:defRPr>
            </a:lvl6pPr>
            <a:lvl7pPr algn="l">
              <a:defRPr sz="1463" b="0">
                <a:solidFill>
                  <a:srgbClr val="756A60"/>
                </a:solidFill>
                <a:latin typeface="微软雅黑"/>
                <a:ea typeface="微软雅黑"/>
                <a:cs typeface="微软雅黑"/>
              </a:defRPr>
            </a:lvl7pPr>
            <a:lvl8pPr algn="l">
              <a:defRPr sz="1463" b="0">
                <a:solidFill>
                  <a:srgbClr val="756A60"/>
                </a:solidFill>
                <a:latin typeface="微软雅黑"/>
                <a:ea typeface="微软雅黑"/>
                <a:cs typeface="微软雅黑"/>
              </a:defRPr>
            </a:lvl8pPr>
            <a:lvl9pPr algn="l">
              <a:defRPr sz="1463" b="0">
                <a:solidFill>
                  <a:srgbClr val="756A60"/>
                </a:solidFill>
                <a:latin typeface="微软雅黑"/>
                <a:ea typeface="微软雅黑"/>
                <a:cs typeface="微软雅黑"/>
              </a:defRPr>
            </a:lvl9pPr>
          </a:lstStyle>
          <a:p>
            <a:pPr>
              <a:lnSpc>
                <a:spcPct val="120000"/>
              </a:lnSpc>
              <a:defRPr sz="1463" b="0">
                <a:solidFill>
                  <a:srgbClr val="756A60"/>
                </a:solidFill>
                <a:latin typeface="微软雅黑"/>
                <a:ea typeface="微软雅黑"/>
                <a:cs typeface="微软雅黑"/>
              </a:defRPr>
            </a:pPr>
            <a:r>
              <a:rPr lang="zh-CN" altLang="en-US" sz="1463" b="0" dirty="0">
                <a:solidFill>
                  <a:srgbClr val="756A60"/>
                </a:solidFill>
                <a:latin typeface="微软雅黑"/>
                <a:ea typeface="微软雅黑"/>
                <a:cs typeface="微软雅黑"/>
              </a:rPr>
              <a:t>一项</a:t>
            </a:r>
            <a:r>
              <a:rPr lang="en-US" altLang="zh-CN" dirty="0"/>
              <a:t>2023</a:t>
            </a:r>
            <a:r>
              <a:rPr lang="zh-CN" altLang="en-US" dirty="0"/>
              <a:t>年</a:t>
            </a:r>
            <a:r>
              <a:rPr sz="1463" b="0" dirty="0">
                <a:solidFill>
                  <a:srgbClr val="756A60"/>
                </a:solidFill>
                <a:latin typeface="微软雅黑"/>
                <a:ea typeface="微软雅黑"/>
                <a:cs typeface="微软雅黑"/>
              </a:rPr>
              <a:t>社区500人问卷</a:t>
            </a:r>
            <a:r>
              <a:rPr lang="zh-CN" altLang="en-US" sz="1463" b="0" dirty="0">
                <a:solidFill>
                  <a:srgbClr val="756A60"/>
                </a:solidFill>
                <a:latin typeface="微软雅黑"/>
                <a:ea typeface="微软雅黑"/>
                <a:cs typeface="微软雅黑"/>
              </a:rPr>
              <a:t>调查</a:t>
            </a:r>
            <a:r>
              <a:rPr sz="1463" b="0" dirty="0">
                <a:solidFill>
                  <a:srgbClr val="756A60"/>
                </a:solidFill>
                <a:latin typeface="微软雅黑"/>
                <a:ea typeface="微软雅黑"/>
                <a:cs typeface="微软雅黑"/>
              </a:rPr>
              <a:t>、30人访谈</a:t>
            </a:r>
          </a:p>
        </p:txBody>
      </p:sp>
      <p:sp>
        <p:nvSpPr>
          <p:cNvPr id="906" name="revision_study_finding_label_0">
            <a:extLst>
              <a:ext uri="{FF2B5EF4-FFF2-40B4-BE49-F238E27FC236}">
                <a16:creationId xmlns:a16="http://schemas.microsoft.com/office/drawing/2014/main" id="{8ADC5594-F910-4DC5-A124-9FAE1BFF3D4F}"/>
              </a:ext>
            </a:extLst>
          </p:cNvPr>
          <p:cNvSpPr>
            <a:spLocks noGrp="1"/>
          </p:cNvSpPr>
          <p:nvPr/>
        </p:nvSpPr>
        <p:spPr>
          <a:xfrm>
            <a:off x="857250" y="3314700"/>
            <a:ext cx="2990850" cy="257175"/>
          </a:xfrm>
          <a:prstGeom prst="rect">
            <a:avLst/>
          </a:prstGeom>
          <a:noFill/>
          <a:ln w="0">
            <a:noFill/>
          </a:ln>
        </p:spPr>
        <p:txBody>
          <a:bodyPr wrap="square" lIns="0" tIns="0" rIns="0" bIns="0" anchor="t">
            <a:noAutofit/>
          </a:bodyPr>
          <a:lstStyle>
            <a:defPPr algn="l">
              <a:defRPr sz="1500" b="1">
                <a:solidFill>
                  <a:srgbClr val="A53836"/>
                </a:solidFill>
                <a:latin typeface="微软雅黑"/>
                <a:ea typeface="微软雅黑"/>
                <a:cs typeface="微软雅黑"/>
              </a:defRPr>
            </a:defPPr>
            <a:lvl1pPr algn="l">
              <a:defRPr sz="1500" b="1">
                <a:solidFill>
                  <a:srgbClr val="A53836"/>
                </a:solidFill>
                <a:latin typeface="微软雅黑"/>
                <a:ea typeface="微软雅黑"/>
                <a:cs typeface="微软雅黑"/>
              </a:defRPr>
            </a:lvl1pPr>
            <a:lvl2pPr algn="l">
              <a:defRPr sz="1500" b="1">
                <a:solidFill>
                  <a:srgbClr val="A53836"/>
                </a:solidFill>
                <a:latin typeface="微软雅黑"/>
                <a:ea typeface="微软雅黑"/>
                <a:cs typeface="微软雅黑"/>
              </a:defRPr>
            </a:lvl2pPr>
            <a:lvl3pPr algn="l">
              <a:defRPr sz="1500" b="1">
                <a:solidFill>
                  <a:srgbClr val="A53836"/>
                </a:solidFill>
                <a:latin typeface="微软雅黑"/>
                <a:ea typeface="微软雅黑"/>
                <a:cs typeface="微软雅黑"/>
              </a:defRPr>
            </a:lvl3pPr>
            <a:lvl4pPr algn="l">
              <a:defRPr sz="1500" b="1">
                <a:solidFill>
                  <a:srgbClr val="A53836"/>
                </a:solidFill>
                <a:latin typeface="微软雅黑"/>
                <a:ea typeface="微软雅黑"/>
                <a:cs typeface="微软雅黑"/>
              </a:defRPr>
            </a:lvl4pPr>
            <a:lvl5pPr algn="l">
              <a:defRPr sz="1500" b="1">
                <a:solidFill>
                  <a:srgbClr val="A53836"/>
                </a:solidFill>
                <a:latin typeface="微软雅黑"/>
                <a:ea typeface="微软雅黑"/>
                <a:cs typeface="微软雅黑"/>
              </a:defRPr>
            </a:lvl5pPr>
            <a:lvl6pPr algn="l">
              <a:defRPr sz="1500" b="1">
                <a:solidFill>
                  <a:srgbClr val="A53836"/>
                </a:solidFill>
                <a:latin typeface="微软雅黑"/>
                <a:ea typeface="微软雅黑"/>
                <a:cs typeface="微软雅黑"/>
              </a:defRPr>
            </a:lvl6pPr>
            <a:lvl7pPr algn="l">
              <a:defRPr sz="1500" b="1">
                <a:solidFill>
                  <a:srgbClr val="A53836"/>
                </a:solidFill>
                <a:latin typeface="微软雅黑"/>
                <a:ea typeface="微软雅黑"/>
                <a:cs typeface="微软雅黑"/>
              </a:defRPr>
            </a:lvl7pPr>
            <a:lvl8pPr algn="l">
              <a:defRPr sz="1500" b="1">
                <a:solidFill>
                  <a:srgbClr val="A53836"/>
                </a:solidFill>
                <a:latin typeface="微软雅黑"/>
                <a:ea typeface="微软雅黑"/>
                <a:cs typeface="微软雅黑"/>
              </a:defRPr>
            </a:lvl8pPr>
            <a:lvl9pPr algn="l">
              <a:defRPr sz="1500" b="1">
                <a:solidFill>
                  <a:srgbClr val="A53836"/>
                </a:solidFill>
                <a:latin typeface="微软雅黑"/>
                <a:ea typeface="微软雅黑"/>
                <a:cs typeface="微软雅黑"/>
              </a:defRPr>
            </a:lvl9pPr>
          </a:lstStyle>
          <a:p>
            <a:pPr algn="l">
              <a:lnSpc>
                <a:spcPct val="120000"/>
              </a:lnSpc>
              <a:buNone/>
              <a:defRPr sz="1500" b="1">
                <a:solidFill>
                  <a:srgbClr val="A53836"/>
                </a:solidFill>
                <a:latin typeface="微软雅黑"/>
                <a:ea typeface="微软雅黑"/>
                <a:cs typeface="微软雅黑"/>
              </a:defRPr>
            </a:pPr>
            <a:r>
              <a:rPr sz="1500" b="1">
                <a:solidFill>
                  <a:srgbClr val="A53836"/>
                </a:solidFill>
                <a:latin typeface="微软雅黑"/>
                <a:ea typeface="微软雅黑"/>
                <a:cs typeface="微软雅黑"/>
              </a:rPr>
              <a:t>研究发现</a:t>
            </a:r>
          </a:p>
        </p:txBody>
      </p:sp>
      <p:sp>
        <p:nvSpPr>
          <p:cNvPr id="907" name="revision_study_finding_0">
            <a:extLst>
              <a:ext uri="{FF2B5EF4-FFF2-40B4-BE49-F238E27FC236}">
                <a16:creationId xmlns:a16="http://schemas.microsoft.com/office/drawing/2014/main" id="{2B3B4F60-B81B-4755-88FE-B1591BE32EEE}"/>
              </a:ext>
            </a:extLst>
          </p:cNvPr>
          <p:cNvSpPr>
            <a:spLocks noGrp="1"/>
          </p:cNvSpPr>
          <p:nvPr/>
        </p:nvSpPr>
        <p:spPr>
          <a:xfrm>
            <a:off x="857250" y="3585400"/>
            <a:ext cx="2990850" cy="1152525"/>
          </a:xfrm>
          <a:prstGeom prst="rect">
            <a:avLst/>
          </a:prstGeom>
          <a:noFill/>
          <a:ln w="0">
            <a:noFill/>
          </a:ln>
        </p:spPr>
        <p:txBody>
          <a:bodyPr wrap="square" lIns="0" tIns="0" rIns="0" bIns="0" anchor="t">
            <a:noAutofit/>
          </a:bodyPr>
          <a:lstStyle>
            <a:defPPr algn="l">
              <a:defRPr sz="1613" b="0">
                <a:solidFill>
                  <a:srgbClr val="404040"/>
                </a:solidFill>
                <a:latin typeface="微软雅黑"/>
                <a:ea typeface="微软雅黑"/>
                <a:cs typeface="微软雅黑"/>
              </a:defRPr>
            </a:defPPr>
            <a:lvl1pPr algn="l">
              <a:defRPr sz="1613" b="0">
                <a:solidFill>
                  <a:srgbClr val="404040"/>
                </a:solidFill>
                <a:latin typeface="微软雅黑"/>
                <a:ea typeface="微软雅黑"/>
                <a:cs typeface="微软雅黑"/>
              </a:defRPr>
            </a:lvl1pPr>
            <a:lvl2pPr algn="l">
              <a:defRPr sz="1613" b="0">
                <a:solidFill>
                  <a:srgbClr val="404040"/>
                </a:solidFill>
                <a:latin typeface="微软雅黑"/>
                <a:ea typeface="微软雅黑"/>
                <a:cs typeface="微软雅黑"/>
              </a:defRPr>
            </a:lvl2pPr>
            <a:lvl3pPr algn="l">
              <a:defRPr sz="1613" b="0">
                <a:solidFill>
                  <a:srgbClr val="404040"/>
                </a:solidFill>
                <a:latin typeface="微软雅黑"/>
                <a:ea typeface="微软雅黑"/>
                <a:cs typeface="微软雅黑"/>
              </a:defRPr>
            </a:lvl3pPr>
            <a:lvl4pPr algn="l">
              <a:defRPr sz="1613" b="0">
                <a:solidFill>
                  <a:srgbClr val="404040"/>
                </a:solidFill>
                <a:latin typeface="微软雅黑"/>
                <a:ea typeface="微软雅黑"/>
                <a:cs typeface="微软雅黑"/>
              </a:defRPr>
            </a:lvl4pPr>
            <a:lvl5pPr algn="l">
              <a:defRPr sz="1613" b="0">
                <a:solidFill>
                  <a:srgbClr val="404040"/>
                </a:solidFill>
                <a:latin typeface="微软雅黑"/>
                <a:ea typeface="微软雅黑"/>
                <a:cs typeface="微软雅黑"/>
              </a:defRPr>
            </a:lvl5pPr>
            <a:lvl6pPr algn="l">
              <a:defRPr sz="1613" b="0">
                <a:solidFill>
                  <a:srgbClr val="404040"/>
                </a:solidFill>
                <a:latin typeface="微软雅黑"/>
                <a:ea typeface="微软雅黑"/>
                <a:cs typeface="微软雅黑"/>
              </a:defRPr>
            </a:lvl6pPr>
            <a:lvl7pPr algn="l">
              <a:defRPr sz="1613" b="0">
                <a:solidFill>
                  <a:srgbClr val="404040"/>
                </a:solidFill>
                <a:latin typeface="微软雅黑"/>
                <a:ea typeface="微软雅黑"/>
                <a:cs typeface="微软雅黑"/>
              </a:defRPr>
            </a:lvl7pPr>
            <a:lvl8pPr algn="l">
              <a:defRPr sz="1613" b="0">
                <a:solidFill>
                  <a:srgbClr val="404040"/>
                </a:solidFill>
                <a:latin typeface="微软雅黑"/>
                <a:ea typeface="微软雅黑"/>
                <a:cs typeface="微软雅黑"/>
              </a:defRPr>
            </a:lvl8pPr>
            <a:lvl9pPr algn="l">
              <a:defRPr sz="1613" b="0">
                <a:solidFill>
                  <a:srgbClr val="404040"/>
                </a:solidFill>
                <a:latin typeface="微软雅黑"/>
                <a:ea typeface="微软雅黑"/>
                <a:cs typeface="微软雅黑"/>
              </a:defRPr>
            </a:lvl9pPr>
          </a:lstStyle>
          <a:p>
            <a:pPr algn="l">
              <a:lnSpc>
                <a:spcPct val="120000"/>
              </a:lnSpc>
              <a:buNone/>
              <a:defRPr sz="1613" b="0">
                <a:solidFill>
                  <a:srgbClr val="404040"/>
                </a:solidFill>
                <a:latin typeface="微软雅黑"/>
                <a:ea typeface="微软雅黑"/>
                <a:cs typeface="微软雅黑"/>
              </a:defRPr>
            </a:pPr>
            <a:r>
              <a:rPr lang="zh-CN" altLang="en-US" sz="1613" b="0" dirty="0">
                <a:solidFill>
                  <a:srgbClr val="404040"/>
                </a:solidFill>
                <a:latin typeface="微软雅黑"/>
                <a:ea typeface="微软雅黑"/>
                <a:cs typeface="微软雅黑"/>
              </a:rPr>
              <a:t>即便</a:t>
            </a:r>
            <a:r>
              <a:rPr sz="1613" b="0" dirty="0" err="1">
                <a:solidFill>
                  <a:srgbClr val="404040"/>
                </a:solidFill>
                <a:latin typeface="微软雅黑"/>
                <a:ea typeface="微软雅黑"/>
                <a:cs typeface="微软雅黑"/>
              </a:rPr>
              <a:t>有基础知识，但具体操作仍有认知盲区和行为误区</a:t>
            </a:r>
            <a:endParaRPr sz="1613" b="0" dirty="0">
              <a:solidFill>
                <a:srgbClr val="404040"/>
              </a:solidFill>
              <a:latin typeface="微软雅黑"/>
              <a:ea typeface="微软雅黑"/>
              <a:cs typeface="微软雅黑"/>
            </a:endParaRPr>
          </a:p>
          <a:p>
            <a:pPr algn="l">
              <a:lnSpc>
                <a:spcPct val="120000"/>
              </a:lnSpc>
              <a:buNone/>
              <a:defRPr sz="1613" b="0">
                <a:solidFill>
                  <a:srgbClr val="404040"/>
                </a:solidFill>
                <a:latin typeface="微软雅黑"/>
                <a:ea typeface="微软雅黑"/>
                <a:cs typeface="微软雅黑"/>
              </a:defRPr>
            </a:pPr>
            <a:r>
              <a:rPr sz="1613" b="0" dirty="0" err="1">
                <a:solidFill>
                  <a:srgbClr val="404040"/>
                </a:solidFill>
                <a:latin typeface="微软雅黑"/>
                <a:ea typeface="微软雅黑"/>
                <a:cs typeface="微软雅黑"/>
              </a:rPr>
              <a:t>涉及储存、保质期辨识等</a:t>
            </a:r>
            <a:endParaRPr sz="1613" b="0" dirty="0">
              <a:solidFill>
                <a:srgbClr val="404040"/>
              </a:solidFill>
              <a:latin typeface="微软雅黑"/>
              <a:ea typeface="微软雅黑"/>
              <a:cs typeface="微软雅黑"/>
            </a:endParaRPr>
          </a:p>
          <a:p>
            <a:pPr algn="l">
              <a:lnSpc>
                <a:spcPct val="120000"/>
              </a:lnSpc>
              <a:buNone/>
              <a:defRPr sz="1613" b="0">
                <a:solidFill>
                  <a:srgbClr val="404040"/>
                </a:solidFill>
                <a:latin typeface="微软雅黑"/>
                <a:ea typeface="微软雅黑"/>
                <a:cs typeface="微软雅黑"/>
              </a:defRPr>
            </a:pPr>
            <a:r>
              <a:rPr sz="1613" b="0" dirty="0" err="1">
                <a:solidFill>
                  <a:srgbClr val="404040"/>
                </a:solidFill>
                <a:latin typeface="微软雅黑"/>
                <a:ea typeface="微软雅黑"/>
                <a:cs typeface="微软雅黑"/>
              </a:rPr>
              <a:t>城乡及生活模式亚群有差异</a:t>
            </a:r>
            <a:endParaRPr sz="1613" b="0" dirty="0">
              <a:solidFill>
                <a:srgbClr val="404040"/>
              </a:solidFill>
              <a:latin typeface="微软雅黑"/>
              <a:ea typeface="微软雅黑"/>
              <a:cs typeface="微软雅黑"/>
            </a:endParaRPr>
          </a:p>
        </p:txBody>
      </p:sp>
      <p:sp>
        <p:nvSpPr>
          <p:cNvPr id="908" name="revision_study_design_label_0">
            <a:extLst>
              <a:ext uri="{FF2B5EF4-FFF2-40B4-BE49-F238E27FC236}">
                <a16:creationId xmlns:a16="http://schemas.microsoft.com/office/drawing/2014/main" id="{740176A7-4E37-4EC9-B847-C2D0795BCACE}"/>
              </a:ext>
            </a:extLst>
          </p:cNvPr>
          <p:cNvSpPr>
            <a:spLocks noGrp="1"/>
          </p:cNvSpPr>
          <p:nvPr/>
        </p:nvSpPr>
        <p:spPr>
          <a:xfrm>
            <a:off x="857250" y="5018972"/>
            <a:ext cx="2990850" cy="257175"/>
          </a:xfrm>
          <a:prstGeom prst="rect">
            <a:avLst/>
          </a:prstGeom>
          <a:noFill/>
          <a:ln w="0">
            <a:noFill/>
          </a:ln>
        </p:spPr>
        <p:txBody>
          <a:bodyPr wrap="square" lIns="0" tIns="0" rIns="0" bIns="0" anchor="t">
            <a:noAutofit/>
          </a:bodyPr>
          <a:lstStyle>
            <a:defPPr algn="l">
              <a:defRPr sz="1500" b="1">
                <a:solidFill>
                  <a:srgbClr val="A53836"/>
                </a:solidFill>
                <a:latin typeface="微软雅黑"/>
                <a:ea typeface="微软雅黑"/>
                <a:cs typeface="微软雅黑"/>
              </a:defRPr>
            </a:defPPr>
            <a:lvl1pPr algn="l">
              <a:defRPr sz="1500" b="1">
                <a:solidFill>
                  <a:srgbClr val="A53836"/>
                </a:solidFill>
                <a:latin typeface="微软雅黑"/>
                <a:ea typeface="微软雅黑"/>
                <a:cs typeface="微软雅黑"/>
              </a:defRPr>
            </a:lvl1pPr>
            <a:lvl2pPr algn="l">
              <a:defRPr sz="1500" b="1">
                <a:solidFill>
                  <a:srgbClr val="A53836"/>
                </a:solidFill>
                <a:latin typeface="微软雅黑"/>
                <a:ea typeface="微软雅黑"/>
                <a:cs typeface="微软雅黑"/>
              </a:defRPr>
            </a:lvl2pPr>
            <a:lvl3pPr algn="l">
              <a:defRPr sz="1500" b="1">
                <a:solidFill>
                  <a:srgbClr val="A53836"/>
                </a:solidFill>
                <a:latin typeface="微软雅黑"/>
                <a:ea typeface="微软雅黑"/>
                <a:cs typeface="微软雅黑"/>
              </a:defRPr>
            </a:lvl3pPr>
            <a:lvl4pPr algn="l">
              <a:defRPr sz="1500" b="1">
                <a:solidFill>
                  <a:srgbClr val="A53836"/>
                </a:solidFill>
                <a:latin typeface="微软雅黑"/>
                <a:ea typeface="微软雅黑"/>
                <a:cs typeface="微软雅黑"/>
              </a:defRPr>
            </a:lvl4pPr>
            <a:lvl5pPr algn="l">
              <a:defRPr sz="1500" b="1">
                <a:solidFill>
                  <a:srgbClr val="A53836"/>
                </a:solidFill>
                <a:latin typeface="微软雅黑"/>
                <a:ea typeface="微软雅黑"/>
                <a:cs typeface="微软雅黑"/>
              </a:defRPr>
            </a:lvl5pPr>
            <a:lvl6pPr algn="l">
              <a:defRPr sz="1500" b="1">
                <a:solidFill>
                  <a:srgbClr val="A53836"/>
                </a:solidFill>
                <a:latin typeface="微软雅黑"/>
                <a:ea typeface="微软雅黑"/>
                <a:cs typeface="微软雅黑"/>
              </a:defRPr>
            </a:lvl6pPr>
            <a:lvl7pPr algn="l">
              <a:defRPr sz="1500" b="1">
                <a:solidFill>
                  <a:srgbClr val="A53836"/>
                </a:solidFill>
                <a:latin typeface="微软雅黑"/>
                <a:ea typeface="微软雅黑"/>
                <a:cs typeface="微软雅黑"/>
              </a:defRPr>
            </a:lvl7pPr>
            <a:lvl8pPr algn="l">
              <a:defRPr sz="1500" b="1">
                <a:solidFill>
                  <a:srgbClr val="A53836"/>
                </a:solidFill>
                <a:latin typeface="微软雅黑"/>
                <a:ea typeface="微软雅黑"/>
                <a:cs typeface="微软雅黑"/>
              </a:defRPr>
            </a:lvl8pPr>
            <a:lvl9pPr algn="l">
              <a:defRPr sz="1500" b="1">
                <a:solidFill>
                  <a:srgbClr val="A53836"/>
                </a:solidFill>
                <a:latin typeface="微软雅黑"/>
                <a:ea typeface="微软雅黑"/>
                <a:cs typeface="微软雅黑"/>
              </a:defRPr>
            </a:lvl9pPr>
          </a:lstStyle>
          <a:p>
            <a:pPr algn="l">
              <a:lnSpc>
                <a:spcPct val="120000"/>
              </a:lnSpc>
              <a:buNone/>
              <a:defRPr sz="1500" b="1">
                <a:solidFill>
                  <a:srgbClr val="A53836"/>
                </a:solidFill>
                <a:latin typeface="微软雅黑"/>
                <a:ea typeface="微软雅黑"/>
                <a:cs typeface="微软雅黑"/>
              </a:defRPr>
            </a:pPr>
            <a:r>
              <a:rPr sz="1500" b="1">
                <a:solidFill>
                  <a:srgbClr val="A53836"/>
                </a:solidFill>
                <a:latin typeface="微软雅黑"/>
                <a:ea typeface="微软雅黑"/>
                <a:cs typeface="微软雅黑"/>
              </a:rPr>
              <a:t>对项目的启示</a:t>
            </a:r>
          </a:p>
        </p:txBody>
      </p:sp>
      <p:sp>
        <p:nvSpPr>
          <p:cNvPr id="909" name="revision_study_design_0">
            <a:extLst>
              <a:ext uri="{FF2B5EF4-FFF2-40B4-BE49-F238E27FC236}">
                <a16:creationId xmlns:a16="http://schemas.microsoft.com/office/drawing/2014/main" id="{9FDFC812-FFA9-4735-BA0D-7609041F7060}"/>
              </a:ext>
            </a:extLst>
          </p:cNvPr>
          <p:cNvSpPr>
            <a:spLocks noGrp="1"/>
          </p:cNvSpPr>
          <p:nvPr/>
        </p:nvSpPr>
        <p:spPr>
          <a:xfrm>
            <a:off x="857250" y="5333297"/>
            <a:ext cx="2990850" cy="332979"/>
          </a:xfrm>
          <a:prstGeom prst="rect">
            <a:avLst/>
          </a:prstGeom>
          <a:noFill/>
          <a:ln w="0">
            <a:noFill/>
          </a:ln>
        </p:spPr>
        <p:txBody>
          <a:bodyPr wrap="square" lIns="0" tIns="0" rIns="0" bIns="0" anchor="t">
            <a:noAutofit/>
          </a:bodyPr>
          <a:lstStyle>
            <a:defPPr algn="l">
              <a:defRPr sz="1613" b="0">
                <a:solidFill>
                  <a:srgbClr val="404040"/>
                </a:solidFill>
                <a:latin typeface="微软雅黑"/>
                <a:ea typeface="微软雅黑"/>
                <a:cs typeface="微软雅黑"/>
              </a:defRPr>
            </a:defPPr>
            <a:lvl1pPr algn="l">
              <a:defRPr sz="1613" b="0">
                <a:solidFill>
                  <a:srgbClr val="404040"/>
                </a:solidFill>
                <a:latin typeface="微软雅黑"/>
                <a:ea typeface="微软雅黑"/>
                <a:cs typeface="微软雅黑"/>
              </a:defRPr>
            </a:lvl1pPr>
            <a:lvl2pPr algn="l">
              <a:defRPr sz="1613" b="0">
                <a:solidFill>
                  <a:srgbClr val="404040"/>
                </a:solidFill>
                <a:latin typeface="微软雅黑"/>
                <a:ea typeface="微软雅黑"/>
                <a:cs typeface="微软雅黑"/>
              </a:defRPr>
            </a:lvl2pPr>
            <a:lvl3pPr algn="l">
              <a:defRPr sz="1613" b="0">
                <a:solidFill>
                  <a:srgbClr val="404040"/>
                </a:solidFill>
                <a:latin typeface="微软雅黑"/>
                <a:ea typeface="微软雅黑"/>
                <a:cs typeface="微软雅黑"/>
              </a:defRPr>
            </a:lvl3pPr>
            <a:lvl4pPr algn="l">
              <a:defRPr sz="1613" b="0">
                <a:solidFill>
                  <a:srgbClr val="404040"/>
                </a:solidFill>
                <a:latin typeface="微软雅黑"/>
                <a:ea typeface="微软雅黑"/>
                <a:cs typeface="微软雅黑"/>
              </a:defRPr>
            </a:lvl4pPr>
            <a:lvl5pPr algn="l">
              <a:defRPr sz="1613" b="0">
                <a:solidFill>
                  <a:srgbClr val="404040"/>
                </a:solidFill>
                <a:latin typeface="微软雅黑"/>
                <a:ea typeface="微软雅黑"/>
                <a:cs typeface="微软雅黑"/>
              </a:defRPr>
            </a:lvl5pPr>
            <a:lvl6pPr algn="l">
              <a:defRPr sz="1613" b="0">
                <a:solidFill>
                  <a:srgbClr val="404040"/>
                </a:solidFill>
                <a:latin typeface="微软雅黑"/>
                <a:ea typeface="微软雅黑"/>
                <a:cs typeface="微软雅黑"/>
              </a:defRPr>
            </a:lvl6pPr>
            <a:lvl7pPr algn="l">
              <a:defRPr sz="1613" b="0">
                <a:solidFill>
                  <a:srgbClr val="404040"/>
                </a:solidFill>
                <a:latin typeface="微软雅黑"/>
                <a:ea typeface="微软雅黑"/>
                <a:cs typeface="微软雅黑"/>
              </a:defRPr>
            </a:lvl7pPr>
            <a:lvl8pPr algn="l">
              <a:defRPr sz="1613" b="0">
                <a:solidFill>
                  <a:srgbClr val="404040"/>
                </a:solidFill>
                <a:latin typeface="微软雅黑"/>
                <a:ea typeface="微软雅黑"/>
                <a:cs typeface="微软雅黑"/>
              </a:defRPr>
            </a:lvl8pPr>
            <a:lvl9pPr algn="l">
              <a:defRPr sz="1613" b="0">
                <a:solidFill>
                  <a:srgbClr val="404040"/>
                </a:solidFill>
                <a:latin typeface="微软雅黑"/>
                <a:ea typeface="微软雅黑"/>
                <a:cs typeface="微软雅黑"/>
              </a:defRPr>
            </a:lvl9pPr>
          </a:lstStyle>
          <a:p>
            <a:pPr marL="285750" indent="-285750" algn="l">
              <a:lnSpc>
                <a:spcPct val="120000"/>
              </a:lnSpc>
              <a:buFont typeface="Wingdings" panose="05000000000000000000" pitchFamily="2" charset="2"/>
              <a:buChar char="l"/>
              <a:defRPr sz="1613" b="0">
                <a:solidFill>
                  <a:srgbClr val="404040"/>
                </a:solidFill>
                <a:latin typeface="微软雅黑"/>
                <a:ea typeface="微软雅黑"/>
                <a:cs typeface="微软雅黑"/>
              </a:defRPr>
            </a:pPr>
            <a:r>
              <a:rPr lang="zh-CN" altLang="en-US" sz="1613" b="0" dirty="0">
                <a:solidFill>
                  <a:srgbClr val="404040"/>
                </a:solidFill>
                <a:latin typeface="微软雅黑"/>
                <a:ea typeface="微软雅黑"/>
                <a:cs typeface="微软雅黑"/>
              </a:rPr>
              <a:t>需要</a:t>
            </a:r>
            <a:r>
              <a:rPr sz="1613" b="0" dirty="0" err="1">
                <a:solidFill>
                  <a:srgbClr val="404040"/>
                </a:solidFill>
                <a:latin typeface="微软雅黑"/>
                <a:ea typeface="微软雅黑"/>
                <a:cs typeface="微软雅黑"/>
              </a:rPr>
              <a:t>讲清储存条件与处置步骤</a:t>
            </a:r>
            <a:endParaRPr sz="1613" b="0" dirty="0">
              <a:solidFill>
                <a:srgbClr val="404040"/>
              </a:solidFill>
              <a:latin typeface="微软雅黑"/>
              <a:ea typeface="微软雅黑"/>
              <a:cs typeface="微软雅黑"/>
            </a:endParaRPr>
          </a:p>
        </p:txBody>
      </p:sp>
      <p:sp>
        <p:nvSpPr>
          <p:cNvPr id="910" name="revision_study_title_1">
            <a:extLst>
              <a:ext uri="{FF2B5EF4-FFF2-40B4-BE49-F238E27FC236}">
                <a16:creationId xmlns:a16="http://schemas.microsoft.com/office/drawing/2014/main" id="{F3700322-52AD-4C8D-9F51-E0330CB076E3}"/>
              </a:ext>
            </a:extLst>
          </p:cNvPr>
          <p:cNvSpPr>
            <a:spLocks noGrp="1"/>
          </p:cNvSpPr>
          <p:nvPr/>
        </p:nvSpPr>
        <p:spPr>
          <a:xfrm>
            <a:off x="4581525" y="2190750"/>
            <a:ext cx="3028950" cy="419100"/>
          </a:xfrm>
          <a:prstGeom prst="rect">
            <a:avLst/>
          </a:prstGeom>
          <a:noFill/>
          <a:ln w="0">
            <a:noFill/>
          </a:ln>
        </p:spPr>
        <p:txBody>
          <a:bodyPr wrap="square" lIns="0" tIns="0" rIns="0" bIns="0" anchor="t">
            <a:noAutofit/>
          </a:bodyPr>
          <a:lstStyle>
            <a:defPPr algn="l">
              <a:defRPr sz="2250" b="1">
                <a:solidFill>
                  <a:srgbClr val="404040"/>
                </a:solidFill>
                <a:latin typeface="微软雅黑"/>
                <a:ea typeface="微软雅黑"/>
                <a:cs typeface="微软雅黑"/>
              </a:defRPr>
            </a:defPPr>
            <a:lvl1pPr algn="l">
              <a:defRPr sz="2250" b="1">
                <a:solidFill>
                  <a:srgbClr val="404040"/>
                </a:solidFill>
                <a:latin typeface="微软雅黑"/>
                <a:ea typeface="微软雅黑"/>
                <a:cs typeface="微软雅黑"/>
              </a:defRPr>
            </a:lvl1pPr>
            <a:lvl2pPr algn="l">
              <a:defRPr sz="2250" b="1">
                <a:solidFill>
                  <a:srgbClr val="404040"/>
                </a:solidFill>
                <a:latin typeface="微软雅黑"/>
                <a:ea typeface="微软雅黑"/>
                <a:cs typeface="微软雅黑"/>
              </a:defRPr>
            </a:lvl2pPr>
            <a:lvl3pPr algn="l">
              <a:defRPr sz="2250" b="1">
                <a:solidFill>
                  <a:srgbClr val="404040"/>
                </a:solidFill>
                <a:latin typeface="微软雅黑"/>
                <a:ea typeface="微软雅黑"/>
                <a:cs typeface="微软雅黑"/>
              </a:defRPr>
            </a:lvl3pPr>
            <a:lvl4pPr algn="l">
              <a:defRPr sz="2250" b="1">
                <a:solidFill>
                  <a:srgbClr val="404040"/>
                </a:solidFill>
                <a:latin typeface="微软雅黑"/>
                <a:ea typeface="微软雅黑"/>
                <a:cs typeface="微软雅黑"/>
              </a:defRPr>
            </a:lvl4pPr>
            <a:lvl5pPr algn="l">
              <a:defRPr sz="2250" b="1">
                <a:solidFill>
                  <a:srgbClr val="404040"/>
                </a:solidFill>
                <a:latin typeface="微软雅黑"/>
                <a:ea typeface="微软雅黑"/>
                <a:cs typeface="微软雅黑"/>
              </a:defRPr>
            </a:lvl5pPr>
            <a:lvl6pPr algn="l">
              <a:defRPr sz="2250" b="1">
                <a:solidFill>
                  <a:srgbClr val="404040"/>
                </a:solidFill>
                <a:latin typeface="微软雅黑"/>
                <a:ea typeface="微软雅黑"/>
                <a:cs typeface="微软雅黑"/>
              </a:defRPr>
            </a:lvl6pPr>
            <a:lvl7pPr algn="l">
              <a:defRPr sz="2250" b="1">
                <a:solidFill>
                  <a:srgbClr val="404040"/>
                </a:solidFill>
                <a:latin typeface="微软雅黑"/>
                <a:ea typeface="微软雅黑"/>
                <a:cs typeface="微软雅黑"/>
              </a:defRPr>
            </a:lvl7pPr>
            <a:lvl8pPr algn="l">
              <a:defRPr sz="2250" b="1">
                <a:solidFill>
                  <a:srgbClr val="404040"/>
                </a:solidFill>
                <a:latin typeface="微软雅黑"/>
                <a:ea typeface="微软雅黑"/>
                <a:cs typeface="微软雅黑"/>
              </a:defRPr>
            </a:lvl8pPr>
            <a:lvl9pPr algn="l">
              <a:defRPr sz="2250" b="1">
                <a:solidFill>
                  <a:srgbClr val="404040"/>
                </a:solidFill>
                <a:latin typeface="微软雅黑"/>
                <a:ea typeface="微软雅黑"/>
                <a:cs typeface="微软雅黑"/>
              </a:defRPr>
            </a:lvl9pPr>
          </a:lstStyle>
          <a:p>
            <a:pPr algn="l">
              <a:lnSpc>
                <a:spcPct val="120000"/>
              </a:lnSpc>
              <a:buNone/>
              <a:defRPr sz="2250" b="1">
                <a:solidFill>
                  <a:srgbClr val="404040"/>
                </a:solidFill>
                <a:latin typeface="微软雅黑"/>
                <a:ea typeface="微软雅黑"/>
                <a:cs typeface="微软雅黑"/>
              </a:defRPr>
            </a:pPr>
            <a:r>
              <a:rPr sz="2250" b="1" dirty="0" err="1">
                <a:solidFill>
                  <a:srgbClr val="404040"/>
                </a:solidFill>
                <a:latin typeface="微软雅黑"/>
                <a:ea typeface="微软雅黑"/>
                <a:cs typeface="微软雅黑"/>
              </a:rPr>
              <a:t>媒介与个人因素</a:t>
            </a:r>
            <a:endParaRPr sz="2250" b="1" dirty="0">
              <a:solidFill>
                <a:srgbClr val="404040"/>
              </a:solidFill>
              <a:latin typeface="微软雅黑"/>
              <a:ea typeface="微软雅黑"/>
              <a:cs typeface="微软雅黑"/>
            </a:endParaRPr>
          </a:p>
        </p:txBody>
      </p:sp>
      <p:sp>
        <p:nvSpPr>
          <p:cNvPr id="911" name="revision_study_method_1">
            <a:extLst>
              <a:ext uri="{FF2B5EF4-FFF2-40B4-BE49-F238E27FC236}">
                <a16:creationId xmlns:a16="http://schemas.microsoft.com/office/drawing/2014/main" id="{A0B2F42C-A518-46B0-A056-4D146F4F99E4}"/>
              </a:ext>
            </a:extLst>
          </p:cNvPr>
          <p:cNvSpPr>
            <a:spLocks noGrp="1"/>
          </p:cNvSpPr>
          <p:nvPr/>
        </p:nvSpPr>
        <p:spPr>
          <a:xfrm>
            <a:off x="4600575" y="2686050"/>
            <a:ext cx="2990850" cy="609600"/>
          </a:xfrm>
          <a:prstGeom prst="rect">
            <a:avLst/>
          </a:prstGeom>
          <a:noFill/>
          <a:ln w="0">
            <a:noFill/>
          </a:ln>
        </p:spPr>
        <p:txBody>
          <a:bodyPr wrap="square" lIns="0" tIns="0" rIns="0" bIns="0" anchor="t">
            <a:noAutofit/>
          </a:bodyPr>
          <a:lstStyle>
            <a:defPPr algn="l">
              <a:defRPr sz="1463" b="0">
                <a:solidFill>
                  <a:srgbClr val="756A60"/>
                </a:solidFill>
                <a:latin typeface="微软雅黑"/>
                <a:ea typeface="微软雅黑"/>
                <a:cs typeface="微软雅黑"/>
              </a:defRPr>
            </a:defPPr>
            <a:lvl1pPr algn="l">
              <a:defRPr sz="1463" b="0">
                <a:solidFill>
                  <a:srgbClr val="756A60"/>
                </a:solidFill>
                <a:latin typeface="微软雅黑"/>
                <a:ea typeface="微软雅黑"/>
                <a:cs typeface="微软雅黑"/>
              </a:defRPr>
            </a:lvl1pPr>
            <a:lvl2pPr algn="l">
              <a:defRPr sz="1463" b="0">
                <a:solidFill>
                  <a:srgbClr val="756A60"/>
                </a:solidFill>
                <a:latin typeface="微软雅黑"/>
                <a:ea typeface="微软雅黑"/>
                <a:cs typeface="微软雅黑"/>
              </a:defRPr>
            </a:lvl2pPr>
            <a:lvl3pPr algn="l">
              <a:defRPr sz="1463" b="0">
                <a:solidFill>
                  <a:srgbClr val="756A60"/>
                </a:solidFill>
                <a:latin typeface="微软雅黑"/>
                <a:ea typeface="微软雅黑"/>
                <a:cs typeface="微软雅黑"/>
              </a:defRPr>
            </a:lvl3pPr>
            <a:lvl4pPr algn="l">
              <a:defRPr sz="1463" b="0">
                <a:solidFill>
                  <a:srgbClr val="756A60"/>
                </a:solidFill>
                <a:latin typeface="微软雅黑"/>
                <a:ea typeface="微软雅黑"/>
                <a:cs typeface="微软雅黑"/>
              </a:defRPr>
            </a:lvl4pPr>
            <a:lvl5pPr algn="l">
              <a:defRPr sz="1463" b="0">
                <a:solidFill>
                  <a:srgbClr val="756A60"/>
                </a:solidFill>
                <a:latin typeface="微软雅黑"/>
                <a:ea typeface="微软雅黑"/>
                <a:cs typeface="微软雅黑"/>
              </a:defRPr>
            </a:lvl5pPr>
            <a:lvl6pPr algn="l">
              <a:defRPr sz="1463" b="0">
                <a:solidFill>
                  <a:srgbClr val="756A60"/>
                </a:solidFill>
                <a:latin typeface="微软雅黑"/>
                <a:ea typeface="微软雅黑"/>
                <a:cs typeface="微软雅黑"/>
              </a:defRPr>
            </a:lvl6pPr>
            <a:lvl7pPr algn="l">
              <a:defRPr sz="1463" b="0">
                <a:solidFill>
                  <a:srgbClr val="756A60"/>
                </a:solidFill>
                <a:latin typeface="微软雅黑"/>
                <a:ea typeface="微软雅黑"/>
                <a:cs typeface="微软雅黑"/>
              </a:defRPr>
            </a:lvl7pPr>
            <a:lvl8pPr algn="l">
              <a:defRPr sz="1463" b="0">
                <a:solidFill>
                  <a:srgbClr val="756A60"/>
                </a:solidFill>
                <a:latin typeface="微软雅黑"/>
                <a:ea typeface="微软雅黑"/>
                <a:cs typeface="微软雅黑"/>
              </a:defRPr>
            </a:lvl8pPr>
            <a:lvl9pPr algn="l">
              <a:defRPr sz="1463" b="0">
                <a:solidFill>
                  <a:srgbClr val="756A60"/>
                </a:solidFill>
                <a:latin typeface="微软雅黑"/>
                <a:ea typeface="微软雅黑"/>
                <a:cs typeface="微软雅黑"/>
              </a:defRPr>
            </a:lvl9pPr>
          </a:lstStyle>
          <a:p>
            <a:pPr algn="l">
              <a:lnSpc>
                <a:spcPct val="120000"/>
              </a:lnSpc>
              <a:buNone/>
              <a:defRPr sz="1463" b="0">
                <a:solidFill>
                  <a:srgbClr val="756A60"/>
                </a:solidFill>
                <a:latin typeface="微软雅黑"/>
                <a:ea typeface="微软雅黑"/>
                <a:cs typeface="微软雅黑"/>
              </a:defRPr>
            </a:pPr>
            <a:r>
              <a:rPr sz="1463" b="0" dirty="0" err="1">
                <a:solidFill>
                  <a:srgbClr val="756A60"/>
                </a:solidFill>
                <a:latin typeface="微软雅黑"/>
                <a:ea typeface="微软雅黑"/>
                <a:cs typeface="微软雅黑"/>
              </a:rPr>
              <a:t>微信、抖音中老年用户问卷</a:t>
            </a:r>
            <a:endParaRPr sz="1463" b="0" dirty="0">
              <a:solidFill>
                <a:srgbClr val="756A60"/>
              </a:solidFill>
              <a:latin typeface="微软雅黑"/>
              <a:ea typeface="微软雅黑"/>
              <a:cs typeface="微软雅黑"/>
            </a:endParaRPr>
          </a:p>
        </p:txBody>
      </p:sp>
      <p:sp>
        <p:nvSpPr>
          <p:cNvPr id="912" name="revision_study_finding_label_1">
            <a:extLst>
              <a:ext uri="{FF2B5EF4-FFF2-40B4-BE49-F238E27FC236}">
                <a16:creationId xmlns:a16="http://schemas.microsoft.com/office/drawing/2014/main" id="{E46C0717-2FF1-4D2C-819F-D2CAF5CCFB0A}"/>
              </a:ext>
            </a:extLst>
          </p:cNvPr>
          <p:cNvSpPr>
            <a:spLocks noGrp="1"/>
          </p:cNvSpPr>
          <p:nvPr/>
        </p:nvSpPr>
        <p:spPr>
          <a:xfrm>
            <a:off x="4600575" y="3314700"/>
            <a:ext cx="2990850" cy="257175"/>
          </a:xfrm>
          <a:prstGeom prst="rect">
            <a:avLst/>
          </a:prstGeom>
          <a:noFill/>
          <a:ln w="0">
            <a:noFill/>
          </a:ln>
        </p:spPr>
        <p:txBody>
          <a:bodyPr wrap="square" lIns="0" tIns="0" rIns="0" bIns="0" anchor="t">
            <a:noAutofit/>
          </a:bodyPr>
          <a:lstStyle>
            <a:defPPr algn="l">
              <a:defRPr sz="1500" b="1">
                <a:solidFill>
                  <a:srgbClr val="A53836"/>
                </a:solidFill>
                <a:latin typeface="微软雅黑"/>
                <a:ea typeface="微软雅黑"/>
                <a:cs typeface="微软雅黑"/>
              </a:defRPr>
            </a:defPPr>
            <a:lvl1pPr algn="l">
              <a:defRPr sz="1500" b="1">
                <a:solidFill>
                  <a:srgbClr val="A53836"/>
                </a:solidFill>
                <a:latin typeface="微软雅黑"/>
                <a:ea typeface="微软雅黑"/>
                <a:cs typeface="微软雅黑"/>
              </a:defRPr>
            </a:lvl1pPr>
            <a:lvl2pPr algn="l">
              <a:defRPr sz="1500" b="1">
                <a:solidFill>
                  <a:srgbClr val="A53836"/>
                </a:solidFill>
                <a:latin typeface="微软雅黑"/>
                <a:ea typeface="微软雅黑"/>
                <a:cs typeface="微软雅黑"/>
              </a:defRPr>
            </a:lvl2pPr>
            <a:lvl3pPr algn="l">
              <a:defRPr sz="1500" b="1">
                <a:solidFill>
                  <a:srgbClr val="A53836"/>
                </a:solidFill>
                <a:latin typeface="微软雅黑"/>
                <a:ea typeface="微软雅黑"/>
                <a:cs typeface="微软雅黑"/>
              </a:defRPr>
            </a:lvl3pPr>
            <a:lvl4pPr algn="l">
              <a:defRPr sz="1500" b="1">
                <a:solidFill>
                  <a:srgbClr val="A53836"/>
                </a:solidFill>
                <a:latin typeface="微软雅黑"/>
                <a:ea typeface="微软雅黑"/>
                <a:cs typeface="微软雅黑"/>
              </a:defRPr>
            </a:lvl4pPr>
            <a:lvl5pPr algn="l">
              <a:defRPr sz="1500" b="1">
                <a:solidFill>
                  <a:srgbClr val="A53836"/>
                </a:solidFill>
                <a:latin typeface="微软雅黑"/>
                <a:ea typeface="微软雅黑"/>
                <a:cs typeface="微软雅黑"/>
              </a:defRPr>
            </a:lvl5pPr>
            <a:lvl6pPr algn="l">
              <a:defRPr sz="1500" b="1">
                <a:solidFill>
                  <a:srgbClr val="A53836"/>
                </a:solidFill>
                <a:latin typeface="微软雅黑"/>
                <a:ea typeface="微软雅黑"/>
                <a:cs typeface="微软雅黑"/>
              </a:defRPr>
            </a:lvl6pPr>
            <a:lvl7pPr algn="l">
              <a:defRPr sz="1500" b="1">
                <a:solidFill>
                  <a:srgbClr val="A53836"/>
                </a:solidFill>
                <a:latin typeface="微软雅黑"/>
                <a:ea typeface="微软雅黑"/>
                <a:cs typeface="微软雅黑"/>
              </a:defRPr>
            </a:lvl7pPr>
            <a:lvl8pPr algn="l">
              <a:defRPr sz="1500" b="1">
                <a:solidFill>
                  <a:srgbClr val="A53836"/>
                </a:solidFill>
                <a:latin typeface="微软雅黑"/>
                <a:ea typeface="微软雅黑"/>
                <a:cs typeface="微软雅黑"/>
              </a:defRPr>
            </a:lvl8pPr>
            <a:lvl9pPr algn="l">
              <a:defRPr sz="1500" b="1">
                <a:solidFill>
                  <a:srgbClr val="A53836"/>
                </a:solidFill>
                <a:latin typeface="微软雅黑"/>
                <a:ea typeface="微软雅黑"/>
                <a:cs typeface="微软雅黑"/>
              </a:defRPr>
            </a:lvl9pPr>
          </a:lstStyle>
          <a:p>
            <a:pPr algn="l">
              <a:lnSpc>
                <a:spcPct val="120000"/>
              </a:lnSpc>
              <a:buNone/>
              <a:defRPr sz="1500" b="1">
                <a:solidFill>
                  <a:srgbClr val="A53836"/>
                </a:solidFill>
                <a:latin typeface="微软雅黑"/>
                <a:ea typeface="微软雅黑"/>
                <a:cs typeface="微软雅黑"/>
              </a:defRPr>
            </a:pPr>
            <a:r>
              <a:rPr sz="1500" b="1">
                <a:solidFill>
                  <a:srgbClr val="A53836"/>
                </a:solidFill>
                <a:latin typeface="微软雅黑"/>
                <a:ea typeface="微软雅黑"/>
                <a:cs typeface="微软雅黑"/>
              </a:rPr>
              <a:t>研究发现</a:t>
            </a:r>
          </a:p>
        </p:txBody>
      </p:sp>
      <p:sp>
        <p:nvSpPr>
          <p:cNvPr id="913" name="revision_study_finding_1">
            <a:extLst>
              <a:ext uri="{FF2B5EF4-FFF2-40B4-BE49-F238E27FC236}">
                <a16:creationId xmlns:a16="http://schemas.microsoft.com/office/drawing/2014/main" id="{4729D095-EAC6-4418-92EA-3707467477CC}"/>
              </a:ext>
            </a:extLst>
          </p:cNvPr>
          <p:cNvSpPr>
            <a:spLocks noGrp="1"/>
          </p:cNvSpPr>
          <p:nvPr/>
        </p:nvSpPr>
        <p:spPr>
          <a:xfrm>
            <a:off x="4600575" y="3629025"/>
            <a:ext cx="2990850" cy="1152525"/>
          </a:xfrm>
          <a:prstGeom prst="rect">
            <a:avLst/>
          </a:prstGeom>
          <a:noFill/>
          <a:ln w="0">
            <a:noFill/>
          </a:ln>
        </p:spPr>
        <p:txBody>
          <a:bodyPr wrap="square" lIns="0" tIns="0" rIns="0" bIns="0" anchor="t">
            <a:noAutofit/>
          </a:bodyPr>
          <a:lstStyle>
            <a:defPPr algn="l">
              <a:defRPr sz="1613" b="0">
                <a:solidFill>
                  <a:srgbClr val="404040"/>
                </a:solidFill>
                <a:latin typeface="微软雅黑"/>
                <a:ea typeface="微软雅黑"/>
                <a:cs typeface="微软雅黑"/>
              </a:defRPr>
            </a:defPPr>
            <a:lvl1pPr algn="l">
              <a:defRPr sz="1613" b="0">
                <a:solidFill>
                  <a:srgbClr val="404040"/>
                </a:solidFill>
                <a:latin typeface="微软雅黑"/>
                <a:ea typeface="微软雅黑"/>
                <a:cs typeface="微软雅黑"/>
              </a:defRPr>
            </a:lvl1pPr>
            <a:lvl2pPr algn="l">
              <a:defRPr sz="1613" b="0">
                <a:solidFill>
                  <a:srgbClr val="404040"/>
                </a:solidFill>
                <a:latin typeface="微软雅黑"/>
                <a:ea typeface="微软雅黑"/>
                <a:cs typeface="微软雅黑"/>
              </a:defRPr>
            </a:lvl2pPr>
            <a:lvl3pPr algn="l">
              <a:defRPr sz="1613" b="0">
                <a:solidFill>
                  <a:srgbClr val="404040"/>
                </a:solidFill>
                <a:latin typeface="微软雅黑"/>
                <a:ea typeface="微软雅黑"/>
                <a:cs typeface="微软雅黑"/>
              </a:defRPr>
            </a:lvl3pPr>
            <a:lvl4pPr algn="l">
              <a:defRPr sz="1613" b="0">
                <a:solidFill>
                  <a:srgbClr val="404040"/>
                </a:solidFill>
                <a:latin typeface="微软雅黑"/>
                <a:ea typeface="微软雅黑"/>
                <a:cs typeface="微软雅黑"/>
              </a:defRPr>
            </a:lvl4pPr>
            <a:lvl5pPr algn="l">
              <a:defRPr sz="1613" b="0">
                <a:solidFill>
                  <a:srgbClr val="404040"/>
                </a:solidFill>
                <a:latin typeface="微软雅黑"/>
                <a:ea typeface="微软雅黑"/>
                <a:cs typeface="微软雅黑"/>
              </a:defRPr>
            </a:lvl5pPr>
            <a:lvl6pPr algn="l">
              <a:defRPr sz="1613" b="0">
                <a:solidFill>
                  <a:srgbClr val="404040"/>
                </a:solidFill>
                <a:latin typeface="微软雅黑"/>
                <a:ea typeface="微软雅黑"/>
                <a:cs typeface="微软雅黑"/>
              </a:defRPr>
            </a:lvl6pPr>
            <a:lvl7pPr algn="l">
              <a:defRPr sz="1613" b="0">
                <a:solidFill>
                  <a:srgbClr val="404040"/>
                </a:solidFill>
                <a:latin typeface="微软雅黑"/>
                <a:ea typeface="微软雅黑"/>
                <a:cs typeface="微软雅黑"/>
              </a:defRPr>
            </a:lvl7pPr>
            <a:lvl8pPr algn="l">
              <a:defRPr sz="1613" b="0">
                <a:solidFill>
                  <a:srgbClr val="404040"/>
                </a:solidFill>
                <a:latin typeface="微软雅黑"/>
                <a:ea typeface="微软雅黑"/>
                <a:cs typeface="微软雅黑"/>
              </a:defRPr>
            </a:lvl8pPr>
            <a:lvl9pPr algn="l">
              <a:defRPr sz="1613" b="0">
                <a:solidFill>
                  <a:srgbClr val="404040"/>
                </a:solidFill>
                <a:latin typeface="微软雅黑"/>
                <a:ea typeface="微软雅黑"/>
                <a:cs typeface="微软雅黑"/>
              </a:defRPr>
            </a:lvl9pPr>
          </a:lstStyle>
          <a:p>
            <a:pPr algn="l">
              <a:lnSpc>
                <a:spcPct val="120000"/>
              </a:lnSpc>
              <a:buNone/>
              <a:defRPr sz="1613" b="0">
                <a:solidFill>
                  <a:srgbClr val="404040"/>
                </a:solidFill>
                <a:latin typeface="微软雅黑"/>
                <a:ea typeface="微软雅黑"/>
                <a:cs typeface="微软雅黑"/>
              </a:defRPr>
            </a:pPr>
            <a:r>
              <a:rPr sz="1613" b="0" dirty="0" err="1">
                <a:solidFill>
                  <a:srgbClr val="404040"/>
                </a:solidFill>
                <a:latin typeface="微软雅黑"/>
                <a:ea typeface="微软雅黑"/>
                <a:cs typeface="微软雅黑"/>
              </a:rPr>
              <a:t>两平台的自我效能与载体因素均呈正向关联</a:t>
            </a:r>
            <a:endParaRPr sz="1613" b="0" dirty="0">
              <a:solidFill>
                <a:srgbClr val="404040"/>
              </a:solidFill>
              <a:latin typeface="微软雅黑"/>
              <a:ea typeface="微软雅黑"/>
              <a:cs typeface="微软雅黑"/>
            </a:endParaRPr>
          </a:p>
          <a:p>
            <a:pPr algn="l">
              <a:lnSpc>
                <a:spcPct val="120000"/>
              </a:lnSpc>
              <a:buNone/>
              <a:defRPr sz="1613" b="0">
                <a:solidFill>
                  <a:srgbClr val="404040"/>
                </a:solidFill>
                <a:latin typeface="微软雅黑"/>
                <a:ea typeface="微软雅黑"/>
                <a:cs typeface="微软雅黑"/>
              </a:defRPr>
            </a:pPr>
            <a:r>
              <a:rPr sz="1613" b="0" dirty="0" err="1">
                <a:solidFill>
                  <a:srgbClr val="404040"/>
                </a:solidFill>
                <a:latin typeface="微软雅黑"/>
                <a:ea typeface="微软雅黑"/>
                <a:cs typeface="微软雅黑"/>
              </a:rPr>
              <a:t>微信中社会影响、抖音中信息过载分别存在直接作用</a:t>
            </a:r>
            <a:endParaRPr sz="1613" b="0" dirty="0">
              <a:solidFill>
                <a:srgbClr val="404040"/>
              </a:solidFill>
              <a:latin typeface="微软雅黑"/>
              <a:ea typeface="微软雅黑"/>
              <a:cs typeface="微软雅黑"/>
            </a:endParaRPr>
          </a:p>
        </p:txBody>
      </p:sp>
      <p:sp>
        <p:nvSpPr>
          <p:cNvPr id="914" name="revision_study_design_label_1">
            <a:extLst>
              <a:ext uri="{FF2B5EF4-FFF2-40B4-BE49-F238E27FC236}">
                <a16:creationId xmlns:a16="http://schemas.microsoft.com/office/drawing/2014/main" id="{061E65EA-F0F7-4BD8-830E-012921708AC8}"/>
              </a:ext>
            </a:extLst>
          </p:cNvPr>
          <p:cNvSpPr>
            <a:spLocks noGrp="1"/>
          </p:cNvSpPr>
          <p:nvPr/>
        </p:nvSpPr>
        <p:spPr>
          <a:xfrm>
            <a:off x="4600575" y="5018972"/>
            <a:ext cx="2990850" cy="257175"/>
          </a:xfrm>
          <a:prstGeom prst="rect">
            <a:avLst/>
          </a:prstGeom>
          <a:noFill/>
          <a:ln w="0">
            <a:noFill/>
          </a:ln>
        </p:spPr>
        <p:txBody>
          <a:bodyPr wrap="square" lIns="0" tIns="0" rIns="0" bIns="0" anchor="t">
            <a:noAutofit/>
          </a:bodyPr>
          <a:lstStyle>
            <a:defPPr algn="l">
              <a:defRPr sz="1500" b="1">
                <a:solidFill>
                  <a:srgbClr val="A53836"/>
                </a:solidFill>
                <a:latin typeface="微软雅黑"/>
                <a:ea typeface="微软雅黑"/>
                <a:cs typeface="微软雅黑"/>
              </a:defRPr>
            </a:defPPr>
            <a:lvl1pPr algn="l">
              <a:defRPr sz="1500" b="1">
                <a:solidFill>
                  <a:srgbClr val="A53836"/>
                </a:solidFill>
                <a:latin typeface="微软雅黑"/>
                <a:ea typeface="微软雅黑"/>
                <a:cs typeface="微软雅黑"/>
              </a:defRPr>
            </a:lvl1pPr>
            <a:lvl2pPr algn="l">
              <a:defRPr sz="1500" b="1">
                <a:solidFill>
                  <a:srgbClr val="A53836"/>
                </a:solidFill>
                <a:latin typeface="微软雅黑"/>
                <a:ea typeface="微软雅黑"/>
                <a:cs typeface="微软雅黑"/>
              </a:defRPr>
            </a:lvl2pPr>
            <a:lvl3pPr algn="l">
              <a:defRPr sz="1500" b="1">
                <a:solidFill>
                  <a:srgbClr val="A53836"/>
                </a:solidFill>
                <a:latin typeface="微软雅黑"/>
                <a:ea typeface="微软雅黑"/>
                <a:cs typeface="微软雅黑"/>
              </a:defRPr>
            </a:lvl3pPr>
            <a:lvl4pPr algn="l">
              <a:defRPr sz="1500" b="1">
                <a:solidFill>
                  <a:srgbClr val="A53836"/>
                </a:solidFill>
                <a:latin typeface="微软雅黑"/>
                <a:ea typeface="微软雅黑"/>
                <a:cs typeface="微软雅黑"/>
              </a:defRPr>
            </a:lvl4pPr>
            <a:lvl5pPr algn="l">
              <a:defRPr sz="1500" b="1">
                <a:solidFill>
                  <a:srgbClr val="A53836"/>
                </a:solidFill>
                <a:latin typeface="微软雅黑"/>
                <a:ea typeface="微软雅黑"/>
                <a:cs typeface="微软雅黑"/>
              </a:defRPr>
            </a:lvl5pPr>
            <a:lvl6pPr algn="l">
              <a:defRPr sz="1500" b="1">
                <a:solidFill>
                  <a:srgbClr val="A53836"/>
                </a:solidFill>
                <a:latin typeface="微软雅黑"/>
                <a:ea typeface="微软雅黑"/>
                <a:cs typeface="微软雅黑"/>
              </a:defRPr>
            </a:lvl6pPr>
            <a:lvl7pPr algn="l">
              <a:defRPr sz="1500" b="1">
                <a:solidFill>
                  <a:srgbClr val="A53836"/>
                </a:solidFill>
                <a:latin typeface="微软雅黑"/>
                <a:ea typeface="微软雅黑"/>
                <a:cs typeface="微软雅黑"/>
              </a:defRPr>
            </a:lvl7pPr>
            <a:lvl8pPr algn="l">
              <a:defRPr sz="1500" b="1">
                <a:solidFill>
                  <a:srgbClr val="A53836"/>
                </a:solidFill>
                <a:latin typeface="微软雅黑"/>
                <a:ea typeface="微软雅黑"/>
                <a:cs typeface="微软雅黑"/>
              </a:defRPr>
            </a:lvl8pPr>
            <a:lvl9pPr algn="l">
              <a:defRPr sz="1500" b="1">
                <a:solidFill>
                  <a:srgbClr val="A53836"/>
                </a:solidFill>
                <a:latin typeface="微软雅黑"/>
                <a:ea typeface="微软雅黑"/>
                <a:cs typeface="微软雅黑"/>
              </a:defRPr>
            </a:lvl9pPr>
          </a:lstStyle>
          <a:p>
            <a:pPr algn="l">
              <a:lnSpc>
                <a:spcPct val="120000"/>
              </a:lnSpc>
              <a:buNone/>
              <a:defRPr sz="1500" b="1">
                <a:solidFill>
                  <a:srgbClr val="A53836"/>
                </a:solidFill>
                <a:latin typeface="微软雅黑"/>
                <a:ea typeface="微软雅黑"/>
                <a:cs typeface="微软雅黑"/>
              </a:defRPr>
            </a:pPr>
            <a:r>
              <a:rPr sz="1500" b="1">
                <a:solidFill>
                  <a:srgbClr val="A53836"/>
                </a:solidFill>
                <a:latin typeface="微软雅黑"/>
                <a:ea typeface="微软雅黑"/>
                <a:cs typeface="微软雅黑"/>
              </a:rPr>
              <a:t>对项目的启示</a:t>
            </a:r>
          </a:p>
        </p:txBody>
      </p:sp>
      <p:sp>
        <p:nvSpPr>
          <p:cNvPr id="915" name="revision_study_design_1">
            <a:extLst>
              <a:ext uri="{FF2B5EF4-FFF2-40B4-BE49-F238E27FC236}">
                <a16:creationId xmlns:a16="http://schemas.microsoft.com/office/drawing/2014/main" id="{F0C4F84F-4042-4D21-96E9-F24C36ED7989}"/>
              </a:ext>
            </a:extLst>
          </p:cNvPr>
          <p:cNvSpPr>
            <a:spLocks noGrp="1"/>
          </p:cNvSpPr>
          <p:nvPr/>
        </p:nvSpPr>
        <p:spPr>
          <a:xfrm>
            <a:off x="4600575" y="5333297"/>
            <a:ext cx="2990850" cy="895350"/>
          </a:xfrm>
          <a:prstGeom prst="rect">
            <a:avLst/>
          </a:prstGeom>
          <a:noFill/>
          <a:ln w="0">
            <a:noFill/>
          </a:ln>
        </p:spPr>
        <p:txBody>
          <a:bodyPr wrap="square" lIns="0" tIns="0" rIns="0" bIns="0" anchor="t">
            <a:noAutofit/>
          </a:bodyPr>
          <a:lstStyle>
            <a:defPPr algn="l">
              <a:defRPr sz="1613" b="0">
                <a:solidFill>
                  <a:srgbClr val="404040"/>
                </a:solidFill>
                <a:latin typeface="微软雅黑"/>
                <a:ea typeface="微软雅黑"/>
                <a:cs typeface="微软雅黑"/>
              </a:defRPr>
            </a:defPPr>
            <a:lvl1pPr algn="l">
              <a:defRPr sz="1613" b="0">
                <a:solidFill>
                  <a:srgbClr val="404040"/>
                </a:solidFill>
                <a:latin typeface="微软雅黑"/>
                <a:ea typeface="微软雅黑"/>
                <a:cs typeface="微软雅黑"/>
              </a:defRPr>
            </a:lvl1pPr>
            <a:lvl2pPr algn="l">
              <a:defRPr sz="1613" b="0">
                <a:solidFill>
                  <a:srgbClr val="404040"/>
                </a:solidFill>
                <a:latin typeface="微软雅黑"/>
                <a:ea typeface="微软雅黑"/>
                <a:cs typeface="微软雅黑"/>
              </a:defRPr>
            </a:lvl2pPr>
            <a:lvl3pPr algn="l">
              <a:defRPr sz="1613" b="0">
                <a:solidFill>
                  <a:srgbClr val="404040"/>
                </a:solidFill>
                <a:latin typeface="微软雅黑"/>
                <a:ea typeface="微软雅黑"/>
                <a:cs typeface="微软雅黑"/>
              </a:defRPr>
            </a:lvl3pPr>
            <a:lvl4pPr algn="l">
              <a:defRPr sz="1613" b="0">
                <a:solidFill>
                  <a:srgbClr val="404040"/>
                </a:solidFill>
                <a:latin typeface="微软雅黑"/>
                <a:ea typeface="微软雅黑"/>
                <a:cs typeface="微软雅黑"/>
              </a:defRPr>
            </a:lvl4pPr>
            <a:lvl5pPr algn="l">
              <a:defRPr sz="1613" b="0">
                <a:solidFill>
                  <a:srgbClr val="404040"/>
                </a:solidFill>
                <a:latin typeface="微软雅黑"/>
                <a:ea typeface="微软雅黑"/>
                <a:cs typeface="微软雅黑"/>
              </a:defRPr>
            </a:lvl5pPr>
            <a:lvl6pPr algn="l">
              <a:defRPr sz="1613" b="0">
                <a:solidFill>
                  <a:srgbClr val="404040"/>
                </a:solidFill>
                <a:latin typeface="微软雅黑"/>
                <a:ea typeface="微软雅黑"/>
                <a:cs typeface="微软雅黑"/>
              </a:defRPr>
            </a:lvl6pPr>
            <a:lvl7pPr algn="l">
              <a:defRPr sz="1613" b="0">
                <a:solidFill>
                  <a:srgbClr val="404040"/>
                </a:solidFill>
                <a:latin typeface="微软雅黑"/>
                <a:ea typeface="微软雅黑"/>
                <a:cs typeface="微软雅黑"/>
              </a:defRPr>
            </a:lvl7pPr>
            <a:lvl8pPr algn="l">
              <a:defRPr sz="1613" b="0">
                <a:solidFill>
                  <a:srgbClr val="404040"/>
                </a:solidFill>
                <a:latin typeface="微软雅黑"/>
                <a:ea typeface="微软雅黑"/>
                <a:cs typeface="微软雅黑"/>
              </a:defRPr>
            </a:lvl8pPr>
            <a:lvl9pPr algn="l">
              <a:defRPr sz="1613" b="0">
                <a:solidFill>
                  <a:srgbClr val="404040"/>
                </a:solidFill>
                <a:latin typeface="微软雅黑"/>
                <a:ea typeface="微软雅黑"/>
                <a:cs typeface="微软雅黑"/>
              </a:defRPr>
            </a:lvl9pPr>
          </a:lstStyle>
          <a:p>
            <a:pPr marL="285750" indent="-285750" algn="l">
              <a:lnSpc>
                <a:spcPct val="120000"/>
              </a:lnSpc>
              <a:buFont typeface="Wingdings" panose="05000000000000000000" pitchFamily="2" charset="2"/>
              <a:buChar char="l"/>
              <a:defRPr sz="1613" b="0">
                <a:solidFill>
                  <a:srgbClr val="404040"/>
                </a:solidFill>
                <a:latin typeface="微软雅黑"/>
                <a:ea typeface="微软雅黑"/>
                <a:cs typeface="微软雅黑"/>
              </a:defRPr>
            </a:pPr>
            <a:r>
              <a:rPr sz="1613" b="0" dirty="0" err="1">
                <a:solidFill>
                  <a:srgbClr val="404040"/>
                </a:solidFill>
                <a:latin typeface="微软雅黑"/>
                <a:ea typeface="微软雅黑"/>
                <a:cs typeface="微软雅黑"/>
              </a:rPr>
              <a:t>突出重点与操作步骤</a:t>
            </a:r>
            <a:endParaRPr sz="1613" b="0" dirty="0">
              <a:solidFill>
                <a:srgbClr val="404040"/>
              </a:solidFill>
              <a:latin typeface="微软雅黑"/>
              <a:ea typeface="微软雅黑"/>
              <a:cs typeface="微软雅黑"/>
            </a:endParaRPr>
          </a:p>
          <a:p>
            <a:pPr marL="285750" indent="-285750" algn="l">
              <a:lnSpc>
                <a:spcPct val="120000"/>
              </a:lnSpc>
              <a:buFont typeface="Wingdings" panose="05000000000000000000" pitchFamily="2" charset="2"/>
              <a:buChar char="l"/>
              <a:defRPr sz="1613" b="0">
                <a:solidFill>
                  <a:srgbClr val="404040"/>
                </a:solidFill>
                <a:latin typeface="微软雅黑"/>
                <a:ea typeface="微软雅黑"/>
                <a:cs typeface="微软雅黑"/>
              </a:defRPr>
            </a:pPr>
            <a:r>
              <a:rPr sz="1613" b="0" dirty="0" err="1">
                <a:solidFill>
                  <a:srgbClr val="404040"/>
                </a:solidFill>
                <a:latin typeface="微软雅黑"/>
                <a:ea typeface="微软雅黑"/>
                <a:cs typeface="微软雅黑"/>
              </a:rPr>
              <a:t>控制信息密度</a:t>
            </a:r>
            <a:endParaRPr sz="1613" b="0" dirty="0">
              <a:solidFill>
                <a:srgbClr val="404040"/>
              </a:solidFill>
              <a:latin typeface="微软雅黑"/>
              <a:ea typeface="微软雅黑"/>
              <a:cs typeface="微软雅黑"/>
            </a:endParaRPr>
          </a:p>
        </p:txBody>
      </p:sp>
      <p:sp>
        <p:nvSpPr>
          <p:cNvPr id="916" name="revision_study_title_2">
            <a:extLst>
              <a:ext uri="{FF2B5EF4-FFF2-40B4-BE49-F238E27FC236}">
                <a16:creationId xmlns:a16="http://schemas.microsoft.com/office/drawing/2014/main" id="{892D45A3-E55A-4DF2-8581-71D91B621FB6}"/>
              </a:ext>
            </a:extLst>
          </p:cNvPr>
          <p:cNvSpPr>
            <a:spLocks noGrp="1"/>
          </p:cNvSpPr>
          <p:nvPr/>
        </p:nvSpPr>
        <p:spPr>
          <a:xfrm>
            <a:off x="8324850" y="2190750"/>
            <a:ext cx="3028950" cy="419100"/>
          </a:xfrm>
          <a:prstGeom prst="rect">
            <a:avLst/>
          </a:prstGeom>
          <a:noFill/>
          <a:ln w="0">
            <a:noFill/>
          </a:ln>
        </p:spPr>
        <p:txBody>
          <a:bodyPr wrap="square" lIns="0" tIns="0" rIns="0" bIns="0" anchor="t">
            <a:noAutofit/>
          </a:bodyPr>
          <a:lstStyle>
            <a:defPPr algn="l">
              <a:defRPr sz="2250" b="1">
                <a:solidFill>
                  <a:srgbClr val="404040"/>
                </a:solidFill>
                <a:latin typeface="微软雅黑"/>
                <a:ea typeface="微软雅黑"/>
                <a:cs typeface="微软雅黑"/>
              </a:defRPr>
            </a:defPPr>
            <a:lvl1pPr algn="l">
              <a:defRPr sz="2250" b="1">
                <a:solidFill>
                  <a:srgbClr val="404040"/>
                </a:solidFill>
                <a:latin typeface="微软雅黑"/>
                <a:ea typeface="微软雅黑"/>
                <a:cs typeface="微软雅黑"/>
              </a:defRPr>
            </a:lvl1pPr>
            <a:lvl2pPr algn="l">
              <a:defRPr sz="2250" b="1">
                <a:solidFill>
                  <a:srgbClr val="404040"/>
                </a:solidFill>
                <a:latin typeface="微软雅黑"/>
                <a:ea typeface="微软雅黑"/>
                <a:cs typeface="微软雅黑"/>
              </a:defRPr>
            </a:lvl2pPr>
            <a:lvl3pPr algn="l">
              <a:defRPr sz="2250" b="1">
                <a:solidFill>
                  <a:srgbClr val="404040"/>
                </a:solidFill>
                <a:latin typeface="微软雅黑"/>
                <a:ea typeface="微软雅黑"/>
                <a:cs typeface="微软雅黑"/>
              </a:defRPr>
            </a:lvl3pPr>
            <a:lvl4pPr algn="l">
              <a:defRPr sz="2250" b="1">
                <a:solidFill>
                  <a:srgbClr val="404040"/>
                </a:solidFill>
                <a:latin typeface="微软雅黑"/>
                <a:ea typeface="微软雅黑"/>
                <a:cs typeface="微软雅黑"/>
              </a:defRPr>
            </a:lvl4pPr>
            <a:lvl5pPr algn="l">
              <a:defRPr sz="2250" b="1">
                <a:solidFill>
                  <a:srgbClr val="404040"/>
                </a:solidFill>
                <a:latin typeface="微软雅黑"/>
                <a:ea typeface="微软雅黑"/>
                <a:cs typeface="微软雅黑"/>
              </a:defRPr>
            </a:lvl5pPr>
            <a:lvl6pPr algn="l">
              <a:defRPr sz="2250" b="1">
                <a:solidFill>
                  <a:srgbClr val="404040"/>
                </a:solidFill>
                <a:latin typeface="微软雅黑"/>
                <a:ea typeface="微软雅黑"/>
                <a:cs typeface="微软雅黑"/>
              </a:defRPr>
            </a:lvl6pPr>
            <a:lvl7pPr algn="l">
              <a:defRPr sz="2250" b="1">
                <a:solidFill>
                  <a:srgbClr val="404040"/>
                </a:solidFill>
                <a:latin typeface="微软雅黑"/>
                <a:ea typeface="微软雅黑"/>
                <a:cs typeface="微软雅黑"/>
              </a:defRPr>
            </a:lvl7pPr>
            <a:lvl8pPr algn="l">
              <a:defRPr sz="2250" b="1">
                <a:solidFill>
                  <a:srgbClr val="404040"/>
                </a:solidFill>
                <a:latin typeface="微软雅黑"/>
                <a:ea typeface="微软雅黑"/>
                <a:cs typeface="微软雅黑"/>
              </a:defRPr>
            </a:lvl8pPr>
            <a:lvl9pPr algn="l">
              <a:defRPr sz="2250" b="1">
                <a:solidFill>
                  <a:srgbClr val="404040"/>
                </a:solidFill>
                <a:latin typeface="微软雅黑"/>
                <a:ea typeface="微软雅黑"/>
                <a:cs typeface="微软雅黑"/>
              </a:defRPr>
            </a:lvl9pPr>
          </a:lstStyle>
          <a:p>
            <a:pPr algn="l">
              <a:lnSpc>
                <a:spcPct val="120000"/>
              </a:lnSpc>
              <a:buNone/>
              <a:defRPr sz="2250" b="1">
                <a:solidFill>
                  <a:srgbClr val="404040"/>
                </a:solidFill>
                <a:latin typeface="微软雅黑"/>
                <a:ea typeface="微软雅黑"/>
                <a:cs typeface="微软雅黑"/>
              </a:defRPr>
            </a:pPr>
            <a:r>
              <a:rPr sz="2250" b="1" dirty="0" err="1">
                <a:solidFill>
                  <a:srgbClr val="404040"/>
                </a:solidFill>
                <a:latin typeface="微软雅黑"/>
                <a:ea typeface="微软雅黑"/>
                <a:cs typeface="微软雅黑"/>
              </a:rPr>
              <a:t>主动分享与讨论</a:t>
            </a:r>
            <a:endParaRPr sz="2250" b="1" dirty="0">
              <a:solidFill>
                <a:srgbClr val="404040"/>
              </a:solidFill>
              <a:latin typeface="微软雅黑"/>
              <a:ea typeface="微软雅黑"/>
              <a:cs typeface="微软雅黑"/>
            </a:endParaRPr>
          </a:p>
        </p:txBody>
      </p:sp>
      <p:sp>
        <p:nvSpPr>
          <p:cNvPr id="917" name="revision_study_method_2">
            <a:extLst>
              <a:ext uri="{FF2B5EF4-FFF2-40B4-BE49-F238E27FC236}">
                <a16:creationId xmlns:a16="http://schemas.microsoft.com/office/drawing/2014/main" id="{DCB4A84D-AA10-41AB-9885-75B04534593B}"/>
              </a:ext>
            </a:extLst>
          </p:cNvPr>
          <p:cNvSpPr>
            <a:spLocks noGrp="1"/>
          </p:cNvSpPr>
          <p:nvPr/>
        </p:nvSpPr>
        <p:spPr>
          <a:xfrm>
            <a:off x="8343900" y="2686050"/>
            <a:ext cx="2990850" cy="609600"/>
          </a:xfrm>
          <a:prstGeom prst="rect">
            <a:avLst/>
          </a:prstGeom>
          <a:noFill/>
          <a:ln w="0">
            <a:noFill/>
          </a:ln>
        </p:spPr>
        <p:txBody>
          <a:bodyPr wrap="square" lIns="0" tIns="0" rIns="0" bIns="0" anchor="t">
            <a:noAutofit/>
          </a:bodyPr>
          <a:lstStyle>
            <a:defPPr algn="l">
              <a:defRPr sz="1463" b="0">
                <a:solidFill>
                  <a:srgbClr val="756A60"/>
                </a:solidFill>
                <a:latin typeface="微软雅黑"/>
                <a:ea typeface="微软雅黑"/>
                <a:cs typeface="微软雅黑"/>
              </a:defRPr>
            </a:defPPr>
            <a:lvl1pPr algn="l">
              <a:defRPr sz="1463" b="0">
                <a:solidFill>
                  <a:srgbClr val="756A60"/>
                </a:solidFill>
                <a:latin typeface="微软雅黑"/>
                <a:ea typeface="微软雅黑"/>
                <a:cs typeface="微软雅黑"/>
              </a:defRPr>
            </a:lvl1pPr>
            <a:lvl2pPr algn="l">
              <a:defRPr sz="1463" b="0">
                <a:solidFill>
                  <a:srgbClr val="756A60"/>
                </a:solidFill>
                <a:latin typeface="微软雅黑"/>
                <a:ea typeface="微软雅黑"/>
                <a:cs typeface="微软雅黑"/>
              </a:defRPr>
            </a:lvl2pPr>
            <a:lvl3pPr algn="l">
              <a:defRPr sz="1463" b="0">
                <a:solidFill>
                  <a:srgbClr val="756A60"/>
                </a:solidFill>
                <a:latin typeface="微软雅黑"/>
                <a:ea typeface="微软雅黑"/>
                <a:cs typeface="微软雅黑"/>
              </a:defRPr>
            </a:lvl3pPr>
            <a:lvl4pPr algn="l">
              <a:defRPr sz="1463" b="0">
                <a:solidFill>
                  <a:srgbClr val="756A60"/>
                </a:solidFill>
                <a:latin typeface="微软雅黑"/>
                <a:ea typeface="微软雅黑"/>
                <a:cs typeface="微软雅黑"/>
              </a:defRPr>
            </a:lvl4pPr>
            <a:lvl5pPr algn="l">
              <a:defRPr sz="1463" b="0">
                <a:solidFill>
                  <a:srgbClr val="756A60"/>
                </a:solidFill>
                <a:latin typeface="微软雅黑"/>
                <a:ea typeface="微软雅黑"/>
                <a:cs typeface="微软雅黑"/>
              </a:defRPr>
            </a:lvl5pPr>
            <a:lvl6pPr algn="l">
              <a:defRPr sz="1463" b="0">
                <a:solidFill>
                  <a:srgbClr val="756A60"/>
                </a:solidFill>
                <a:latin typeface="微软雅黑"/>
                <a:ea typeface="微软雅黑"/>
                <a:cs typeface="微软雅黑"/>
              </a:defRPr>
            </a:lvl6pPr>
            <a:lvl7pPr algn="l">
              <a:defRPr sz="1463" b="0">
                <a:solidFill>
                  <a:srgbClr val="756A60"/>
                </a:solidFill>
                <a:latin typeface="微软雅黑"/>
                <a:ea typeface="微软雅黑"/>
                <a:cs typeface="微软雅黑"/>
              </a:defRPr>
            </a:lvl7pPr>
            <a:lvl8pPr algn="l">
              <a:defRPr sz="1463" b="0">
                <a:solidFill>
                  <a:srgbClr val="756A60"/>
                </a:solidFill>
                <a:latin typeface="微软雅黑"/>
                <a:ea typeface="微软雅黑"/>
                <a:cs typeface="微软雅黑"/>
              </a:defRPr>
            </a:lvl8pPr>
            <a:lvl9pPr algn="l">
              <a:defRPr sz="1463" b="0">
                <a:solidFill>
                  <a:srgbClr val="756A60"/>
                </a:solidFill>
                <a:latin typeface="微软雅黑"/>
                <a:ea typeface="微软雅黑"/>
                <a:cs typeface="微软雅黑"/>
              </a:defRPr>
            </a:lvl9pPr>
          </a:lstStyle>
          <a:p>
            <a:pPr algn="l">
              <a:lnSpc>
                <a:spcPct val="120000"/>
              </a:lnSpc>
              <a:buNone/>
              <a:defRPr sz="1463" b="0">
                <a:solidFill>
                  <a:srgbClr val="756A60"/>
                </a:solidFill>
                <a:latin typeface="微软雅黑"/>
                <a:ea typeface="微软雅黑"/>
                <a:cs typeface="微软雅黑"/>
              </a:defRPr>
            </a:pPr>
            <a:r>
              <a:rPr sz="1463" b="0" dirty="0">
                <a:solidFill>
                  <a:srgbClr val="756A60"/>
                </a:solidFill>
                <a:latin typeface="微软雅黑"/>
                <a:ea typeface="微软雅黑"/>
                <a:cs typeface="微软雅黑"/>
              </a:rPr>
              <a:t>浙江老年大学336份有效问卷</a:t>
            </a:r>
            <a:r>
              <a:rPr lang="zh-CN" altLang="en-US" sz="1463" b="0" dirty="0">
                <a:solidFill>
                  <a:srgbClr val="756A60"/>
                </a:solidFill>
                <a:latin typeface="微软雅黑"/>
                <a:ea typeface="微软雅黑"/>
                <a:cs typeface="微软雅黑"/>
              </a:rPr>
              <a:t>，</a:t>
            </a:r>
            <a:r>
              <a:rPr sz="1463" b="0" dirty="0">
                <a:solidFill>
                  <a:srgbClr val="756A60"/>
                </a:solidFill>
                <a:latin typeface="微软雅黑"/>
                <a:ea typeface="微软雅黑"/>
                <a:cs typeface="微软雅黑"/>
              </a:rPr>
              <a:t>并开展40人深入访谈</a:t>
            </a:r>
          </a:p>
        </p:txBody>
      </p:sp>
      <p:sp>
        <p:nvSpPr>
          <p:cNvPr id="918" name="revision_study_finding_label_2">
            <a:extLst>
              <a:ext uri="{FF2B5EF4-FFF2-40B4-BE49-F238E27FC236}">
                <a16:creationId xmlns:a16="http://schemas.microsoft.com/office/drawing/2014/main" id="{2F0C7130-CEF0-47FD-B926-7B11C53CA92C}"/>
              </a:ext>
            </a:extLst>
          </p:cNvPr>
          <p:cNvSpPr>
            <a:spLocks noGrp="1"/>
          </p:cNvSpPr>
          <p:nvPr/>
        </p:nvSpPr>
        <p:spPr>
          <a:xfrm>
            <a:off x="8343900" y="3314700"/>
            <a:ext cx="2990850" cy="257175"/>
          </a:xfrm>
          <a:prstGeom prst="rect">
            <a:avLst/>
          </a:prstGeom>
          <a:noFill/>
          <a:ln w="0">
            <a:noFill/>
          </a:ln>
        </p:spPr>
        <p:txBody>
          <a:bodyPr wrap="square" lIns="0" tIns="0" rIns="0" bIns="0" anchor="t">
            <a:noAutofit/>
          </a:bodyPr>
          <a:lstStyle>
            <a:defPPr algn="l">
              <a:defRPr sz="1500" b="1">
                <a:solidFill>
                  <a:srgbClr val="A53836"/>
                </a:solidFill>
                <a:latin typeface="微软雅黑"/>
                <a:ea typeface="微软雅黑"/>
                <a:cs typeface="微软雅黑"/>
              </a:defRPr>
            </a:defPPr>
            <a:lvl1pPr algn="l">
              <a:defRPr sz="1500" b="1">
                <a:solidFill>
                  <a:srgbClr val="A53836"/>
                </a:solidFill>
                <a:latin typeface="微软雅黑"/>
                <a:ea typeface="微软雅黑"/>
                <a:cs typeface="微软雅黑"/>
              </a:defRPr>
            </a:lvl1pPr>
            <a:lvl2pPr algn="l">
              <a:defRPr sz="1500" b="1">
                <a:solidFill>
                  <a:srgbClr val="A53836"/>
                </a:solidFill>
                <a:latin typeface="微软雅黑"/>
                <a:ea typeface="微软雅黑"/>
                <a:cs typeface="微软雅黑"/>
              </a:defRPr>
            </a:lvl2pPr>
            <a:lvl3pPr algn="l">
              <a:defRPr sz="1500" b="1">
                <a:solidFill>
                  <a:srgbClr val="A53836"/>
                </a:solidFill>
                <a:latin typeface="微软雅黑"/>
                <a:ea typeface="微软雅黑"/>
                <a:cs typeface="微软雅黑"/>
              </a:defRPr>
            </a:lvl3pPr>
            <a:lvl4pPr algn="l">
              <a:defRPr sz="1500" b="1">
                <a:solidFill>
                  <a:srgbClr val="A53836"/>
                </a:solidFill>
                <a:latin typeface="微软雅黑"/>
                <a:ea typeface="微软雅黑"/>
                <a:cs typeface="微软雅黑"/>
              </a:defRPr>
            </a:lvl4pPr>
            <a:lvl5pPr algn="l">
              <a:defRPr sz="1500" b="1">
                <a:solidFill>
                  <a:srgbClr val="A53836"/>
                </a:solidFill>
                <a:latin typeface="微软雅黑"/>
                <a:ea typeface="微软雅黑"/>
                <a:cs typeface="微软雅黑"/>
              </a:defRPr>
            </a:lvl5pPr>
            <a:lvl6pPr algn="l">
              <a:defRPr sz="1500" b="1">
                <a:solidFill>
                  <a:srgbClr val="A53836"/>
                </a:solidFill>
                <a:latin typeface="微软雅黑"/>
                <a:ea typeface="微软雅黑"/>
                <a:cs typeface="微软雅黑"/>
              </a:defRPr>
            </a:lvl6pPr>
            <a:lvl7pPr algn="l">
              <a:defRPr sz="1500" b="1">
                <a:solidFill>
                  <a:srgbClr val="A53836"/>
                </a:solidFill>
                <a:latin typeface="微软雅黑"/>
                <a:ea typeface="微软雅黑"/>
                <a:cs typeface="微软雅黑"/>
              </a:defRPr>
            </a:lvl7pPr>
            <a:lvl8pPr algn="l">
              <a:defRPr sz="1500" b="1">
                <a:solidFill>
                  <a:srgbClr val="A53836"/>
                </a:solidFill>
                <a:latin typeface="微软雅黑"/>
                <a:ea typeface="微软雅黑"/>
                <a:cs typeface="微软雅黑"/>
              </a:defRPr>
            </a:lvl8pPr>
            <a:lvl9pPr algn="l">
              <a:defRPr sz="1500" b="1">
                <a:solidFill>
                  <a:srgbClr val="A53836"/>
                </a:solidFill>
                <a:latin typeface="微软雅黑"/>
                <a:ea typeface="微软雅黑"/>
                <a:cs typeface="微软雅黑"/>
              </a:defRPr>
            </a:lvl9pPr>
          </a:lstStyle>
          <a:p>
            <a:pPr algn="l">
              <a:lnSpc>
                <a:spcPct val="120000"/>
              </a:lnSpc>
              <a:buNone/>
              <a:defRPr sz="1500" b="1">
                <a:solidFill>
                  <a:srgbClr val="A53836"/>
                </a:solidFill>
                <a:latin typeface="微软雅黑"/>
                <a:ea typeface="微软雅黑"/>
                <a:cs typeface="微软雅黑"/>
              </a:defRPr>
            </a:pPr>
            <a:r>
              <a:rPr sz="1500" b="1">
                <a:solidFill>
                  <a:srgbClr val="A53836"/>
                </a:solidFill>
                <a:latin typeface="微软雅黑"/>
                <a:ea typeface="微软雅黑"/>
                <a:cs typeface="微软雅黑"/>
              </a:rPr>
              <a:t>研究发现</a:t>
            </a:r>
          </a:p>
        </p:txBody>
      </p:sp>
      <p:sp>
        <p:nvSpPr>
          <p:cNvPr id="919" name="revision_study_finding_2">
            <a:extLst>
              <a:ext uri="{FF2B5EF4-FFF2-40B4-BE49-F238E27FC236}">
                <a16:creationId xmlns:a16="http://schemas.microsoft.com/office/drawing/2014/main" id="{A3B2F937-A22B-4454-9065-7B95FF3B7BB9}"/>
              </a:ext>
            </a:extLst>
          </p:cNvPr>
          <p:cNvSpPr>
            <a:spLocks noGrp="1"/>
          </p:cNvSpPr>
          <p:nvPr/>
        </p:nvSpPr>
        <p:spPr>
          <a:xfrm>
            <a:off x="8343900" y="3629025"/>
            <a:ext cx="2990850" cy="1152525"/>
          </a:xfrm>
          <a:prstGeom prst="rect">
            <a:avLst/>
          </a:prstGeom>
          <a:noFill/>
          <a:ln w="0">
            <a:noFill/>
          </a:ln>
        </p:spPr>
        <p:txBody>
          <a:bodyPr wrap="square" lIns="0" tIns="0" rIns="0" bIns="0" anchor="t">
            <a:noAutofit/>
          </a:bodyPr>
          <a:lstStyle>
            <a:defPPr algn="l">
              <a:defRPr sz="1613" b="0">
                <a:solidFill>
                  <a:srgbClr val="404040"/>
                </a:solidFill>
                <a:latin typeface="微软雅黑"/>
                <a:ea typeface="微软雅黑"/>
                <a:cs typeface="微软雅黑"/>
              </a:defRPr>
            </a:defPPr>
            <a:lvl1pPr algn="l">
              <a:defRPr sz="1613" b="0">
                <a:solidFill>
                  <a:srgbClr val="404040"/>
                </a:solidFill>
                <a:latin typeface="微软雅黑"/>
                <a:ea typeface="微软雅黑"/>
                <a:cs typeface="微软雅黑"/>
              </a:defRPr>
            </a:lvl1pPr>
            <a:lvl2pPr algn="l">
              <a:defRPr sz="1613" b="0">
                <a:solidFill>
                  <a:srgbClr val="404040"/>
                </a:solidFill>
                <a:latin typeface="微软雅黑"/>
                <a:ea typeface="微软雅黑"/>
                <a:cs typeface="微软雅黑"/>
              </a:defRPr>
            </a:lvl2pPr>
            <a:lvl3pPr algn="l">
              <a:defRPr sz="1613" b="0">
                <a:solidFill>
                  <a:srgbClr val="404040"/>
                </a:solidFill>
                <a:latin typeface="微软雅黑"/>
                <a:ea typeface="微软雅黑"/>
                <a:cs typeface="微软雅黑"/>
              </a:defRPr>
            </a:lvl3pPr>
            <a:lvl4pPr algn="l">
              <a:defRPr sz="1613" b="0">
                <a:solidFill>
                  <a:srgbClr val="404040"/>
                </a:solidFill>
                <a:latin typeface="微软雅黑"/>
                <a:ea typeface="微软雅黑"/>
                <a:cs typeface="微软雅黑"/>
              </a:defRPr>
            </a:lvl4pPr>
            <a:lvl5pPr algn="l">
              <a:defRPr sz="1613" b="0">
                <a:solidFill>
                  <a:srgbClr val="404040"/>
                </a:solidFill>
                <a:latin typeface="微软雅黑"/>
                <a:ea typeface="微软雅黑"/>
                <a:cs typeface="微软雅黑"/>
              </a:defRPr>
            </a:lvl5pPr>
            <a:lvl6pPr algn="l">
              <a:defRPr sz="1613" b="0">
                <a:solidFill>
                  <a:srgbClr val="404040"/>
                </a:solidFill>
                <a:latin typeface="微软雅黑"/>
                <a:ea typeface="微软雅黑"/>
                <a:cs typeface="微软雅黑"/>
              </a:defRPr>
            </a:lvl6pPr>
            <a:lvl7pPr algn="l">
              <a:defRPr sz="1613" b="0">
                <a:solidFill>
                  <a:srgbClr val="404040"/>
                </a:solidFill>
                <a:latin typeface="微软雅黑"/>
                <a:ea typeface="微软雅黑"/>
                <a:cs typeface="微软雅黑"/>
              </a:defRPr>
            </a:lvl7pPr>
            <a:lvl8pPr algn="l">
              <a:defRPr sz="1613" b="0">
                <a:solidFill>
                  <a:srgbClr val="404040"/>
                </a:solidFill>
                <a:latin typeface="微软雅黑"/>
                <a:ea typeface="微软雅黑"/>
                <a:cs typeface="微软雅黑"/>
              </a:defRPr>
            </a:lvl8pPr>
            <a:lvl9pPr algn="l">
              <a:defRPr sz="1613" b="0">
                <a:solidFill>
                  <a:srgbClr val="404040"/>
                </a:solidFill>
                <a:latin typeface="微软雅黑"/>
                <a:ea typeface="微软雅黑"/>
                <a:cs typeface="微软雅黑"/>
              </a:defRPr>
            </a:lvl9pPr>
          </a:lstStyle>
          <a:p>
            <a:pPr algn="l">
              <a:lnSpc>
                <a:spcPct val="120000"/>
              </a:lnSpc>
              <a:buNone/>
              <a:defRPr sz="1613" b="0">
                <a:solidFill>
                  <a:srgbClr val="404040"/>
                </a:solidFill>
                <a:latin typeface="微软雅黑"/>
                <a:ea typeface="微软雅黑"/>
                <a:cs typeface="微软雅黑"/>
              </a:defRPr>
            </a:pPr>
            <a:r>
              <a:rPr sz="1613" b="0" dirty="0" err="1">
                <a:solidFill>
                  <a:srgbClr val="404040"/>
                </a:solidFill>
                <a:latin typeface="微软雅黑"/>
                <a:ea typeface="微软雅黑"/>
                <a:cs typeface="微软雅黑"/>
              </a:rPr>
              <a:t>分享包含转发、咨询、回复与发布，转发较常见</a:t>
            </a:r>
            <a:endParaRPr sz="1613" b="0" dirty="0">
              <a:solidFill>
                <a:srgbClr val="404040"/>
              </a:solidFill>
              <a:latin typeface="微软雅黑"/>
              <a:ea typeface="微软雅黑"/>
              <a:cs typeface="微软雅黑"/>
            </a:endParaRPr>
          </a:p>
          <a:p>
            <a:pPr algn="l">
              <a:lnSpc>
                <a:spcPct val="120000"/>
              </a:lnSpc>
              <a:buNone/>
              <a:defRPr sz="1613" b="0">
                <a:solidFill>
                  <a:srgbClr val="404040"/>
                </a:solidFill>
                <a:latin typeface="微软雅黑"/>
                <a:ea typeface="微软雅黑"/>
                <a:cs typeface="微软雅黑"/>
              </a:defRPr>
            </a:pPr>
            <a:r>
              <a:rPr sz="1613" b="0" dirty="0" err="1">
                <a:solidFill>
                  <a:srgbClr val="404040"/>
                </a:solidFill>
                <a:latin typeface="微软雅黑"/>
                <a:ea typeface="微软雅黑"/>
                <a:cs typeface="微软雅黑"/>
              </a:rPr>
              <a:t>关系维系是重要动机，信息多沿既有人际网络流动</a:t>
            </a:r>
            <a:endParaRPr sz="1613" b="0" dirty="0">
              <a:solidFill>
                <a:srgbClr val="404040"/>
              </a:solidFill>
              <a:latin typeface="微软雅黑"/>
              <a:ea typeface="微软雅黑"/>
              <a:cs typeface="微软雅黑"/>
            </a:endParaRPr>
          </a:p>
        </p:txBody>
      </p:sp>
      <p:sp>
        <p:nvSpPr>
          <p:cNvPr id="920" name="revision_study_design_label_2">
            <a:extLst>
              <a:ext uri="{FF2B5EF4-FFF2-40B4-BE49-F238E27FC236}">
                <a16:creationId xmlns:a16="http://schemas.microsoft.com/office/drawing/2014/main" id="{83BD6A30-6023-47E5-9BDC-79780128287E}"/>
              </a:ext>
            </a:extLst>
          </p:cNvPr>
          <p:cNvSpPr>
            <a:spLocks noGrp="1"/>
          </p:cNvSpPr>
          <p:nvPr/>
        </p:nvSpPr>
        <p:spPr>
          <a:xfrm>
            <a:off x="8343900" y="5018972"/>
            <a:ext cx="2990850" cy="257175"/>
          </a:xfrm>
          <a:prstGeom prst="rect">
            <a:avLst/>
          </a:prstGeom>
          <a:noFill/>
          <a:ln w="0">
            <a:noFill/>
          </a:ln>
        </p:spPr>
        <p:txBody>
          <a:bodyPr wrap="square" lIns="0" tIns="0" rIns="0" bIns="0" anchor="t">
            <a:noAutofit/>
          </a:bodyPr>
          <a:lstStyle>
            <a:defPPr algn="l">
              <a:defRPr sz="1500" b="1">
                <a:solidFill>
                  <a:srgbClr val="A53836"/>
                </a:solidFill>
                <a:latin typeface="微软雅黑"/>
                <a:ea typeface="微软雅黑"/>
                <a:cs typeface="微软雅黑"/>
              </a:defRPr>
            </a:defPPr>
            <a:lvl1pPr algn="l">
              <a:defRPr sz="1500" b="1">
                <a:solidFill>
                  <a:srgbClr val="A53836"/>
                </a:solidFill>
                <a:latin typeface="微软雅黑"/>
                <a:ea typeface="微软雅黑"/>
                <a:cs typeface="微软雅黑"/>
              </a:defRPr>
            </a:lvl1pPr>
            <a:lvl2pPr algn="l">
              <a:defRPr sz="1500" b="1">
                <a:solidFill>
                  <a:srgbClr val="A53836"/>
                </a:solidFill>
                <a:latin typeface="微软雅黑"/>
                <a:ea typeface="微软雅黑"/>
                <a:cs typeface="微软雅黑"/>
              </a:defRPr>
            </a:lvl2pPr>
            <a:lvl3pPr algn="l">
              <a:defRPr sz="1500" b="1">
                <a:solidFill>
                  <a:srgbClr val="A53836"/>
                </a:solidFill>
                <a:latin typeface="微软雅黑"/>
                <a:ea typeface="微软雅黑"/>
                <a:cs typeface="微软雅黑"/>
              </a:defRPr>
            </a:lvl3pPr>
            <a:lvl4pPr algn="l">
              <a:defRPr sz="1500" b="1">
                <a:solidFill>
                  <a:srgbClr val="A53836"/>
                </a:solidFill>
                <a:latin typeface="微软雅黑"/>
                <a:ea typeface="微软雅黑"/>
                <a:cs typeface="微软雅黑"/>
              </a:defRPr>
            </a:lvl4pPr>
            <a:lvl5pPr algn="l">
              <a:defRPr sz="1500" b="1">
                <a:solidFill>
                  <a:srgbClr val="A53836"/>
                </a:solidFill>
                <a:latin typeface="微软雅黑"/>
                <a:ea typeface="微软雅黑"/>
                <a:cs typeface="微软雅黑"/>
              </a:defRPr>
            </a:lvl5pPr>
            <a:lvl6pPr algn="l">
              <a:defRPr sz="1500" b="1">
                <a:solidFill>
                  <a:srgbClr val="A53836"/>
                </a:solidFill>
                <a:latin typeface="微软雅黑"/>
                <a:ea typeface="微软雅黑"/>
                <a:cs typeface="微软雅黑"/>
              </a:defRPr>
            </a:lvl6pPr>
            <a:lvl7pPr algn="l">
              <a:defRPr sz="1500" b="1">
                <a:solidFill>
                  <a:srgbClr val="A53836"/>
                </a:solidFill>
                <a:latin typeface="微软雅黑"/>
                <a:ea typeface="微软雅黑"/>
                <a:cs typeface="微软雅黑"/>
              </a:defRPr>
            </a:lvl7pPr>
            <a:lvl8pPr algn="l">
              <a:defRPr sz="1500" b="1">
                <a:solidFill>
                  <a:srgbClr val="A53836"/>
                </a:solidFill>
                <a:latin typeface="微软雅黑"/>
                <a:ea typeface="微软雅黑"/>
                <a:cs typeface="微软雅黑"/>
              </a:defRPr>
            </a:lvl8pPr>
            <a:lvl9pPr algn="l">
              <a:defRPr sz="1500" b="1">
                <a:solidFill>
                  <a:srgbClr val="A53836"/>
                </a:solidFill>
                <a:latin typeface="微软雅黑"/>
                <a:ea typeface="微软雅黑"/>
                <a:cs typeface="微软雅黑"/>
              </a:defRPr>
            </a:lvl9pPr>
          </a:lstStyle>
          <a:p>
            <a:pPr algn="l">
              <a:lnSpc>
                <a:spcPct val="120000"/>
              </a:lnSpc>
              <a:buNone/>
              <a:defRPr sz="1500" b="1">
                <a:solidFill>
                  <a:srgbClr val="A53836"/>
                </a:solidFill>
                <a:latin typeface="微软雅黑"/>
                <a:ea typeface="微软雅黑"/>
                <a:cs typeface="微软雅黑"/>
              </a:defRPr>
            </a:pPr>
            <a:r>
              <a:rPr sz="1500" b="1">
                <a:solidFill>
                  <a:srgbClr val="A53836"/>
                </a:solidFill>
                <a:latin typeface="微软雅黑"/>
                <a:ea typeface="微软雅黑"/>
                <a:cs typeface="微软雅黑"/>
              </a:rPr>
              <a:t>对项目的启示</a:t>
            </a:r>
          </a:p>
        </p:txBody>
      </p:sp>
      <p:sp>
        <p:nvSpPr>
          <p:cNvPr id="921" name="revision_study_design_2">
            <a:extLst>
              <a:ext uri="{FF2B5EF4-FFF2-40B4-BE49-F238E27FC236}">
                <a16:creationId xmlns:a16="http://schemas.microsoft.com/office/drawing/2014/main" id="{253E9910-EC9F-4110-AC87-605E124D4498}"/>
              </a:ext>
            </a:extLst>
          </p:cNvPr>
          <p:cNvSpPr>
            <a:spLocks noGrp="1"/>
          </p:cNvSpPr>
          <p:nvPr/>
        </p:nvSpPr>
        <p:spPr>
          <a:xfrm>
            <a:off x="8343900" y="5333297"/>
            <a:ext cx="2990850" cy="895350"/>
          </a:xfrm>
          <a:prstGeom prst="rect">
            <a:avLst/>
          </a:prstGeom>
          <a:noFill/>
          <a:ln w="0">
            <a:noFill/>
          </a:ln>
        </p:spPr>
        <p:txBody>
          <a:bodyPr wrap="square" lIns="0" tIns="0" rIns="0" bIns="0" anchor="t">
            <a:noAutofit/>
          </a:bodyPr>
          <a:lstStyle>
            <a:defPPr algn="l">
              <a:defRPr sz="1613" b="0">
                <a:solidFill>
                  <a:srgbClr val="404040"/>
                </a:solidFill>
                <a:latin typeface="微软雅黑"/>
                <a:ea typeface="微软雅黑"/>
                <a:cs typeface="微软雅黑"/>
              </a:defRPr>
            </a:defPPr>
            <a:lvl1pPr algn="l">
              <a:defRPr sz="1613" b="0">
                <a:solidFill>
                  <a:srgbClr val="404040"/>
                </a:solidFill>
                <a:latin typeface="微软雅黑"/>
                <a:ea typeface="微软雅黑"/>
                <a:cs typeface="微软雅黑"/>
              </a:defRPr>
            </a:lvl1pPr>
            <a:lvl2pPr algn="l">
              <a:defRPr sz="1613" b="0">
                <a:solidFill>
                  <a:srgbClr val="404040"/>
                </a:solidFill>
                <a:latin typeface="微软雅黑"/>
                <a:ea typeface="微软雅黑"/>
                <a:cs typeface="微软雅黑"/>
              </a:defRPr>
            </a:lvl2pPr>
            <a:lvl3pPr algn="l">
              <a:defRPr sz="1613" b="0">
                <a:solidFill>
                  <a:srgbClr val="404040"/>
                </a:solidFill>
                <a:latin typeface="微软雅黑"/>
                <a:ea typeface="微软雅黑"/>
                <a:cs typeface="微软雅黑"/>
              </a:defRPr>
            </a:lvl3pPr>
            <a:lvl4pPr algn="l">
              <a:defRPr sz="1613" b="0">
                <a:solidFill>
                  <a:srgbClr val="404040"/>
                </a:solidFill>
                <a:latin typeface="微软雅黑"/>
                <a:ea typeface="微软雅黑"/>
                <a:cs typeface="微软雅黑"/>
              </a:defRPr>
            </a:lvl4pPr>
            <a:lvl5pPr algn="l">
              <a:defRPr sz="1613" b="0">
                <a:solidFill>
                  <a:srgbClr val="404040"/>
                </a:solidFill>
                <a:latin typeface="微软雅黑"/>
                <a:ea typeface="微软雅黑"/>
                <a:cs typeface="微软雅黑"/>
              </a:defRPr>
            </a:lvl5pPr>
            <a:lvl6pPr algn="l">
              <a:defRPr sz="1613" b="0">
                <a:solidFill>
                  <a:srgbClr val="404040"/>
                </a:solidFill>
                <a:latin typeface="微软雅黑"/>
                <a:ea typeface="微软雅黑"/>
                <a:cs typeface="微软雅黑"/>
              </a:defRPr>
            </a:lvl6pPr>
            <a:lvl7pPr algn="l">
              <a:defRPr sz="1613" b="0">
                <a:solidFill>
                  <a:srgbClr val="404040"/>
                </a:solidFill>
                <a:latin typeface="微软雅黑"/>
                <a:ea typeface="微软雅黑"/>
                <a:cs typeface="微软雅黑"/>
              </a:defRPr>
            </a:lvl7pPr>
            <a:lvl8pPr algn="l">
              <a:defRPr sz="1613" b="0">
                <a:solidFill>
                  <a:srgbClr val="404040"/>
                </a:solidFill>
                <a:latin typeface="微软雅黑"/>
                <a:ea typeface="微软雅黑"/>
                <a:cs typeface="微软雅黑"/>
              </a:defRPr>
            </a:lvl8pPr>
            <a:lvl9pPr algn="l">
              <a:defRPr sz="1613" b="0">
                <a:solidFill>
                  <a:srgbClr val="404040"/>
                </a:solidFill>
                <a:latin typeface="微软雅黑"/>
                <a:ea typeface="微软雅黑"/>
                <a:cs typeface="微软雅黑"/>
              </a:defRPr>
            </a:lvl9pPr>
          </a:lstStyle>
          <a:p>
            <a:pPr marL="285750" indent="-285750" algn="l">
              <a:lnSpc>
                <a:spcPct val="120000"/>
              </a:lnSpc>
              <a:buFont typeface="Wingdings" panose="05000000000000000000" pitchFamily="2" charset="2"/>
              <a:buChar char="l"/>
              <a:defRPr sz="1613" b="0">
                <a:solidFill>
                  <a:srgbClr val="404040"/>
                </a:solidFill>
                <a:latin typeface="微软雅黑"/>
                <a:ea typeface="微软雅黑"/>
                <a:cs typeface="微软雅黑"/>
              </a:defRPr>
            </a:pPr>
            <a:r>
              <a:rPr lang="zh-CN" altLang="en-US" sz="1613" b="0" dirty="0">
                <a:solidFill>
                  <a:srgbClr val="404040"/>
                </a:solidFill>
                <a:latin typeface="微软雅黑"/>
                <a:ea typeface="微软雅黑"/>
                <a:cs typeface="微软雅黑"/>
              </a:rPr>
              <a:t>推动分享传播</a:t>
            </a:r>
            <a:endParaRPr sz="1613" b="0" dirty="0">
              <a:solidFill>
                <a:srgbClr val="404040"/>
              </a:solidFill>
              <a:latin typeface="微软雅黑"/>
              <a:ea typeface="微软雅黑"/>
              <a:cs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45" name="picture_45" descr="picture_45"/>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框架理论</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10</a:t>
            </a:fld>
            <a:endParaRPr lang="zh-CN" altLang="en-US" dirty="0">
              <a:solidFill>
                <a:srgbClr val="3C5D74"/>
              </a:solidFill>
              <a:latin typeface="仓耳玄三M W05" panose="02020400000000000000" charset="-122"/>
              <a:ea typeface="仓耳玄三M W05" panose="02020400000000000000" charset="-122"/>
            </a:endParaRPr>
          </a:p>
        </p:txBody>
      </p:sp>
      <p:sp>
        <p:nvSpPr>
          <p:cNvPr id="753" name="revision_native_0"/>
          <p:cNvSpPr/>
          <p:nvPr/>
        </p:nvSpPr>
        <p:spPr>
          <a:xfrm flipH="1">
            <a:off x="1641963" y="1750158"/>
            <a:ext cx="9234888" cy="939116"/>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754" name="revision_native_1"/>
          <p:cNvSpPr/>
          <p:nvPr/>
        </p:nvSpPr>
        <p:spPr>
          <a:xfrm>
            <a:off x="1432413" y="1616808"/>
            <a:ext cx="9234888" cy="939116"/>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755" name="revision_native_2"/>
          <p:cNvSpPr/>
          <p:nvPr/>
        </p:nvSpPr>
        <p:spPr>
          <a:xfrm>
            <a:off x="1651488" y="1416783"/>
            <a:ext cx="2667000" cy="4191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025">
                <a:solidFill>
                  <a:srgbClr val="FFFFFF"/>
                </a:solidFill>
              </a:defRPr>
            </a:pPr>
            <a:r>
              <a:rPr lang="zh-CN" altLang="en-US" sz="2025" dirty="0">
                <a:latin typeface="仓耳玄三M W05" panose="02020400000000000000" charset="-122"/>
                <a:ea typeface="仓耳玄三M W05" panose="02020400000000000000" charset="-122"/>
              </a:rPr>
              <a:t>既往</a:t>
            </a:r>
            <a:r>
              <a:rPr lang="zh-CN" sz="2025" dirty="0">
                <a:latin typeface="仓耳玄三M W05" panose="02020400000000000000" charset="-122"/>
                <a:ea typeface="仓耳玄三M W05" panose="02020400000000000000" charset="-122"/>
              </a:rPr>
              <a:t>的</a:t>
            </a:r>
            <a:r>
              <a:rPr lang="zh-CN" altLang="en-US" sz="2025" dirty="0">
                <a:latin typeface="仓耳玄三M W05" panose="02020400000000000000" charset="-122"/>
                <a:ea typeface="仓耳玄三M W05" panose="02020400000000000000" charset="-122"/>
              </a:rPr>
              <a:t>传播</a:t>
            </a:r>
            <a:r>
              <a:rPr lang="zh-CN" sz="2025" dirty="0">
                <a:latin typeface="仓耳玄三M W05" panose="02020400000000000000" charset="-122"/>
                <a:ea typeface="仓耳玄三M W05" panose="02020400000000000000" charset="-122"/>
              </a:rPr>
              <a:t>框架</a:t>
            </a:r>
          </a:p>
        </p:txBody>
      </p:sp>
      <p:sp>
        <p:nvSpPr>
          <p:cNvPr id="756" name="revision_native_3"/>
          <p:cNvSpPr/>
          <p:nvPr/>
        </p:nvSpPr>
        <p:spPr>
          <a:xfrm flipH="1">
            <a:off x="1641963" y="3297604"/>
            <a:ext cx="9234888" cy="939116"/>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757" name="revision_native_4"/>
          <p:cNvSpPr/>
          <p:nvPr/>
        </p:nvSpPr>
        <p:spPr>
          <a:xfrm>
            <a:off x="1432413" y="3164254"/>
            <a:ext cx="9234888" cy="939116"/>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758" name="revision_native_5"/>
          <p:cNvSpPr/>
          <p:nvPr/>
        </p:nvSpPr>
        <p:spPr>
          <a:xfrm>
            <a:off x="1651488" y="2964229"/>
            <a:ext cx="2667000" cy="4191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025">
                <a:solidFill>
                  <a:srgbClr val="FFFFFF"/>
                </a:solidFill>
              </a:defRPr>
            </a:pPr>
            <a:r>
              <a:rPr lang="zh-CN" sz="2025">
                <a:latin typeface="仓耳玄三M W05" panose="02020400000000000000" charset="-122"/>
                <a:ea typeface="仓耳玄三M W05" panose="02020400000000000000" charset="-122"/>
              </a:rPr>
              <a:t>受众已有的框架</a:t>
            </a:r>
          </a:p>
        </p:txBody>
      </p:sp>
      <p:sp>
        <p:nvSpPr>
          <p:cNvPr id="759" name="revision_native_6"/>
          <p:cNvSpPr/>
          <p:nvPr/>
        </p:nvSpPr>
        <p:spPr>
          <a:xfrm flipH="1">
            <a:off x="1641963" y="4843145"/>
            <a:ext cx="9234888" cy="1238250"/>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760" name="revision_native_7"/>
          <p:cNvSpPr/>
          <p:nvPr/>
        </p:nvSpPr>
        <p:spPr>
          <a:xfrm>
            <a:off x="1432413" y="4709795"/>
            <a:ext cx="9234888" cy="1238250"/>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761" name="revision_native_8"/>
          <p:cNvSpPr/>
          <p:nvPr/>
        </p:nvSpPr>
        <p:spPr>
          <a:xfrm>
            <a:off x="1651488" y="4509770"/>
            <a:ext cx="2667000" cy="4191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025">
                <a:solidFill>
                  <a:srgbClr val="FFFFFF"/>
                </a:solidFill>
              </a:defRPr>
            </a:pPr>
            <a:r>
              <a:rPr lang="zh-CN" sz="2025">
                <a:latin typeface="仓耳玄三M W05" panose="02020400000000000000" charset="-122"/>
                <a:ea typeface="仓耳玄三M W05" panose="02020400000000000000" charset="-122"/>
              </a:rPr>
              <a:t>我们的传播框架</a:t>
            </a:r>
          </a:p>
        </p:txBody>
      </p:sp>
      <p:sp>
        <p:nvSpPr>
          <p:cNvPr id="762" name="revision_frame_body_0">
            <a:extLst>
              <a:ext uri="{FF2B5EF4-FFF2-40B4-BE49-F238E27FC236}">
                <a16:creationId xmlns:a16="http://schemas.microsoft.com/office/drawing/2014/main" id="{878FE726-A901-471B-8ABE-9A26D2490105}"/>
              </a:ext>
            </a:extLst>
          </p:cNvPr>
          <p:cNvSpPr>
            <a:spLocks noGrp="1"/>
          </p:cNvSpPr>
          <p:nvPr/>
        </p:nvSpPr>
        <p:spPr>
          <a:xfrm>
            <a:off x="1718163" y="2026383"/>
            <a:ext cx="8831874" cy="329516"/>
          </a:xfrm>
          <a:prstGeom prst="rect">
            <a:avLst/>
          </a:prstGeom>
          <a:noFill/>
          <a:ln w="0">
            <a:noFill/>
          </a:ln>
        </p:spPr>
        <p:txBody>
          <a:bodyPr wrap="square" lIns="0" tIns="0" rIns="0" bIns="0" anchor="t">
            <a:noAutofit/>
          </a:bodyPr>
          <a:lstStyle>
            <a:defPPr algn="l">
              <a:defRPr sz="1725" b="0">
                <a:solidFill>
                  <a:srgbClr val="404040"/>
                </a:solidFill>
                <a:latin typeface="微软雅黑"/>
                <a:ea typeface="微软雅黑"/>
                <a:cs typeface="微软雅黑"/>
              </a:defRPr>
            </a:defPPr>
            <a:lvl1pPr algn="l">
              <a:defRPr sz="1725" b="0">
                <a:solidFill>
                  <a:srgbClr val="404040"/>
                </a:solidFill>
                <a:latin typeface="微软雅黑"/>
                <a:ea typeface="微软雅黑"/>
                <a:cs typeface="微软雅黑"/>
              </a:defRPr>
            </a:lvl1pPr>
            <a:lvl2pPr algn="l">
              <a:defRPr sz="1725" b="0">
                <a:solidFill>
                  <a:srgbClr val="404040"/>
                </a:solidFill>
                <a:latin typeface="微软雅黑"/>
                <a:ea typeface="微软雅黑"/>
                <a:cs typeface="微软雅黑"/>
              </a:defRPr>
            </a:lvl2pPr>
            <a:lvl3pPr algn="l">
              <a:defRPr sz="1725" b="0">
                <a:solidFill>
                  <a:srgbClr val="404040"/>
                </a:solidFill>
                <a:latin typeface="微软雅黑"/>
                <a:ea typeface="微软雅黑"/>
                <a:cs typeface="微软雅黑"/>
              </a:defRPr>
            </a:lvl3pPr>
            <a:lvl4pPr algn="l">
              <a:defRPr sz="1725" b="0">
                <a:solidFill>
                  <a:srgbClr val="404040"/>
                </a:solidFill>
                <a:latin typeface="微软雅黑"/>
                <a:ea typeface="微软雅黑"/>
                <a:cs typeface="微软雅黑"/>
              </a:defRPr>
            </a:lvl4pPr>
            <a:lvl5pPr algn="l">
              <a:defRPr sz="1725" b="0">
                <a:solidFill>
                  <a:srgbClr val="404040"/>
                </a:solidFill>
                <a:latin typeface="微软雅黑"/>
                <a:ea typeface="微软雅黑"/>
                <a:cs typeface="微软雅黑"/>
              </a:defRPr>
            </a:lvl5pPr>
            <a:lvl6pPr algn="l">
              <a:defRPr sz="1725" b="0">
                <a:solidFill>
                  <a:srgbClr val="404040"/>
                </a:solidFill>
                <a:latin typeface="微软雅黑"/>
                <a:ea typeface="微软雅黑"/>
                <a:cs typeface="微软雅黑"/>
              </a:defRPr>
            </a:lvl6pPr>
            <a:lvl7pPr algn="l">
              <a:defRPr sz="1725" b="0">
                <a:solidFill>
                  <a:srgbClr val="404040"/>
                </a:solidFill>
                <a:latin typeface="微软雅黑"/>
                <a:ea typeface="微软雅黑"/>
                <a:cs typeface="微软雅黑"/>
              </a:defRPr>
            </a:lvl7pPr>
            <a:lvl8pPr algn="l">
              <a:defRPr sz="1725" b="0">
                <a:solidFill>
                  <a:srgbClr val="404040"/>
                </a:solidFill>
                <a:latin typeface="微软雅黑"/>
                <a:ea typeface="微软雅黑"/>
                <a:cs typeface="微软雅黑"/>
              </a:defRPr>
            </a:lvl8pPr>
            <a:lvl9pPr algn="l">
              <a:defRPr sz="1725" b="0">
                <a:solidFill>
                  <a:srgbClr val="404040"/>
                </a:solidFill>
                <a:latin typeface="微软雅黑"/>
                <a:ea typeface="微软雅黑"/>
                <a:cs typeface="微软雅黑"/>
              </a:defRPr>
            </a:lvl9pPr>
          </a:lstStyle>
          <a:p>
            <a:pPr algn="l">
              <a:lnSpc>
                <a:spcPct val="118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反复</a:t>
            </a:r>
            <a:r>
              <a:rPr lang="zh-CN" altLang="en-US" sz="1725" b="0" dirty="0">
                <a:solidFill>
                  <a:srgbClr val="404040"/>
                </a:solidFill>
                <a:latin typeface="微软雅黑"/>
                <a:ea typeface="微软雅黑"/>
                <a:cs typeface="微软雅黑"/>
              </a:rPr>
              <a:t>简单强调“隔夜”及可怕的后果，可能让人把“不隔夜”作安全标签，忽略保存条件</a:t>
            </a:r>
            <a:endParaRPr sz="1725" b="0" dirty="0">
              <a:solidFill>
                <a:srgbClr val="404040"/>
              </a:solidFill>
              <a:latin typeface="微软雅黑"/>
              <a:ea typeface="微软雅黑"/>
              <a:cs typeface="微软雅黑"/>
            </a:endParaRPr>
          </a:p>
        </p:txBody>
      </p:sp>
      <p:sp>
        <p:nvSpPr>
          <p:cNvPr id="763" name="revision_frame_body_1">
            <a:extLst>
              <a:ext uri="{FF2B5EF4-FFF2-40B4-BE49-F238E27FC236}">
                <a16:creationId xmlns:a16="http://schemas.microsoft.com/office/drawing/2014/main" id="{2B2D6E85-881D-4778-B842-75EE68F16A29}"/>
              </a:ext>
            </a:extLst>
          </p:cNvPr>
          <p:cNvSpPr>
            <a:spLocks noGrp="1"/>
          </p:cNvSpPr>
          <p:nvPr/>
        </p:nvSpPr>
        <p:spPr>
          <a:xfrm>
            <a:off x="1718163" y="3573829"/>
            <a:ext cx="8421600" cy="451534"/>
          </a:xfrm>
          <a:prstGeom prst="rect">
            <a:avLst/>
          </a:prstGeom>
          <a:noFill/>
          <a:ln w="0">
            <a:noFill/>
          </a:ln>
        </p:spPr>
        <p:txBody>
          <a:bodyPr wrap="square" lIns="0" tIns="0" rIns="0" bIns="0" anchor="t">
            <a:noAutofit/>
          </a:bodyPr>
          <a:lstStyle>
            <a:defPPr algn="l">
              <a:defRPr sz="1725" b="0">
                <a:solidFill>
                  <a:srgbClr val="404040"/>
                </a:solidFill>
                <a:latin typeface="微软雅黑"/>
                <a:ea typeface="微软雅黑"/>
                <a:cs typeface="微软雅黑"/>
              </a:defRPr>
            </a:defPPr>
            <a:lvl1pPr algn="l">
              <a:defRPr sz="1725" b="0">
                <a:solidFill>
                  <a:srgbClr val="404040"/>
                </a:solidFill>
                <a:latin typeface="微软雅黑"/>
                <a:ea typeface="微软雅黑"/>
                <a:cs typeface="微软雅黑"/>
              </a:defRPr>
            </a:lvl1pPr>
            <a:lvl2pPr algn="l">
              <a:defRPr sz="1725" b="0">
                <a:solidFill>
                  <a:srgbClr val="404040"/>
                </a:solidFill>
                <a:latin typeface="微软雅黑"/>
                <a:ea typeface="微软雅黑"/>
                <a:cs typeface="微软雅黑"/>
              </a:defRPr>
            </a:lvl2pPr>
            <a:lvl3pPr algn="l">
              <a:defRPr sz="1725" b="0">
                <a:solidFill>
                  <a:srgbClr val="404040"/>
                </a:solidFill>
                <a:latin typeface="微软雅黑"/>
                <a:ea typeface="微软雅黑"/>
                <a:cs typeface="微软雅黑"/>
              </a:defRPr>
            </a:lvl3pPr>
            <a:lvl4pPr algn="l">
              <a:defRPr sz="1725" b="0">
                <a:solidFill>
                  <a:srgbClr val="404040"/>
                </a:solidFill>
                <a:latin typeface="微软雅黑"/>
                <a:ea typeface="微软雅黑"/>
                <a:cs typeface="微软雅黑"/>
              </a:defRPr>
            </a:lvl4pPr>
            <a:lvl5pPr algn="l">
              <a:defRPr sz="1725" b="0">
                <a:solidFill>
                  <a:srgbClr val="404040"/>
                </a:solidFill>
                <a:latin typeface="微软雅黑"/>
                <a:ea typeface="微软雅黑"/>
                <a:cs typeface="微软雅黑"/>
              </a:defRPr>
            </a:lvl5pPr>
            <a:lvl6pPr algn="l">
              <a:defRPr sz="1725" b="0">
                <a:solidFill>
                  <a:srgbClr val="404040"/>
                </a:solidFill>
                <a:latin typeface="微软雅黑"/>
                <a:ea typeface="微软雅黑"/>
                <a:cs typeface="微软雅黑"/>
              </a:defRPr>
            </a:lvl6pPr>
            <a:lvl7pPr algn="l">
              <a:defRPr sz="1725" b="0">
                <a:solidFill>
                  <a:srgbClr val="404040"/>
                </a:solidFill>
                <a:latin typeface="微软雅黑"/>
                <a:ea typeface="微软雅黑"/>
                <a:cs typeface="微软雅黑"/>
              </a:defRPr>
            </a:lvl7pPr>
            <a:lvl8pPr algn="l">
              <a:defRPr sz="1725" b="0">
                <a:solidFill>
                  <a:srgbClr val="404040"/>
                </a:solidFill>
                <a:latin typeface="微软雅黑"/>
                <a:ea typeface="微软雅黑"/>
                <a:cs typeface="微软雅黑"/>
              </a:defRPr>
            </a:lvl8pPr>
            <a:lvl9pPr algn="l">
              <a:defRPr sz="1725" b="0">
                <a:solidFill>
                  <a:srgbClr val="404040"/>
                </a:solidFill>
                <a:latin typeface="微软雅黑"/>
                <a:ea typeface="微软雅黑"/>
                <a:cs typeface="微软雅黑"/>
              </a:defRPr>
            </a:lvl9pPr>
          </a:lstStyle>
          <a:p>
            <a:pPr algn="l">
              <a:lnSpc>
                <a:spcPct val="118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日常经验、节约意识、家庭责任和健康顾虑</a:t>
            </a:r>
            <a:r>
              <a:rPr sz="1725" b="0" dirty="0">
                <a:solidFill>
                  <a:srgbClr val="404040"/>
                </a:solidFill>
                <a:latin typeface="微软雅黑"/>
                <a:ea typeface="微软雅黑"/>
                <a:cs typeface="微软雅黑"/>
              </a:rPr>
              <a:t>，</a:t>
            </a:r>
            <a:r>
              <a:rPr lang="zh-CN" altLang="en-US" dirty="0"/>
              <a:t>均</a:t>
            </a:r>
            <a:r>
              <a:rPr sz="1725" b="0" dirty="0" err="1">
                <a:solidFill>
                  <a:srgbClr val="404040"/>
                </a:solidFill>
                <a:latin typeface="微软雅黑"/>
                <a:ea typeface="微软雅黑"/>
                <a:cs typeface="微软雅黑"/>
              </a:rPr>
              <a:t>可能影响受众怎样理解剩饭剩菜</a:t>
            </a:r>
            <a:endParaRPr sz="1725" b="0" dirty="0">
              <a:solidFill>
                <a:srgbClr val="404040"/>
              </a:solidFill>
              <a:latin typeface="微软雅黑"/>
              <a:ea typeface="微软雅黑"/>
              <a:cs typeface="微软雅黑"/>
            </a:endParaRPr>
          </a:p>
        </p:txBody>
      </p:sp>
      <p:sp>
        <p:nvSpPr>
          <p:cNvPr id="764" name="revision_frame_body_2">
            <a:extLst>
              <a:ext uri="{FF2B5EF4-FFF2-40B4-BE49-F238E27FC236}">
                <a16:creationId xmlns:a16="http://schemas.microsoft.com/office/drawing/2014/main" id="{8C18FCC5-E366-4B4C-A113-17F491DFC2DD}"/>
              </a:ext>
            </a:extLst>
          </p:cNvPr>
          <p:cNvSpPr>
            <a:spLocks noGrp="1"/>
          </p:cNvSpPr>
          <p:nvPr/>
        </p:nvSpPr>
        <p:spPr>
          <a:xfrm>
            <a:off x="1718163" y="5119370"/>
            <a:ext cx="7988545" cy="734646"/>
          </a:xfrm>
          <a:prstGeom prst="rect">
            <a:avLst/>
          </a:prstGeom>
          <a:noFill/>
          <a:ln w="0">
            <a:noFill/>
          </a:ln>
        </p:spPr>
        <p:txBody>
          <a:bodyPr wrap="square" lIns="0" tIns="0" rIns="0" bIns="0" anchor="t">
            <a:noAutofit/>
          </a:bodyPr>
          <a:lstStyle>
            <a:defPPr algn="l">
              <a:defRPr sz="1725" b="1">
                <a:solidFill>
                  <a:srgbClr val="63372B"/>
                </a:solidFill>
                <a:latin typeface="微软雅黑"/>
                <a:ea typeface="微软雅黑"/>
                <a:cs typeface="微软雅黑"/>
              </a:defRPr>
            </a:defPPr>
            <a:lvl1pPr algn="l">
              <a:defRPr sz="1725" b="1">
                <a:solidFill>
                  <a:srgbClr val="63372B"/>
                </a:solidFill>
                <a:latin typeface="微软雅黑"/>
                <a:ea typeface="微软雅黑"/>
                <a:cs typeface="微软雅黑"/>
              </a:defRPr>
            </a:lvl1pPr>
            <a:lvl2pPr algn="l">
              <a:defRPr sz="1725" b="1">
                <a:solidFill>
                  <a:srgbClr val="63372B"/>
                </a:solidFill>
                <a:latin typeface="微软雅黑"/>
                <a:ea typeface="微软雅黑"/>
                <a:cs typeface="微软雅黑"/>
              </a:defRPr>
            </a:lvl2pPr>
            <a:lvl3pPr algn="l">
              <a:defRPr sz="1725" b="1">
                <a:solidFill>
                  <a:srgbClr val="63372B"/>
                </a:solidFill>
                <a:latin typeface="微软雅黑"/>
                <a:ea typeface="微软雅黑"/>
                <a:cs typeface="微软雅黑"/>
              </a:defRPr>
            </a:lvl3pPr>
            <a:lvl4pPr algn="l">
              <a:defRPr sz="1725" b="1">
                <a:solidFill>
                  <a:srgbClr val="63372B"/>
                </a:solidFill>
                <a:latin typeface="微软雅黑"/>
                <a:ea typeface="微软雅黑"/>
                <a:cs typeface="微软雅黑"/>
              </a:defRPr>
            </a:lvl4pPr>
            <a:lvl5pPr algn="l">
              <a:defRPr sz="1725" b="1">
                <a:solidFill>
                  <a:srgbClr val="63372B"/>
                </a:solidFill>
                <a:latin typeface="微软雅黑"/>
                <a:ea typeface="微软雅黑"/>
                <a:cs typeface="微软雅黑"/>
              </a:defRPr>
            </a:lvl5pPr>
            <a:lvl6pPr algn="l">
              <a:defRPr sz="1725" b="1">
                <a:solidFill>
                  <a:srgbClr val="63372B"/>
                </a:solidFill>
                <a:latin typeface="微软雅黑"/>
                <a:ea typeface="微软雅黑"/>
                <a:cs typeface="微软雅黑"/>
              </a:defRPr>
            </a:lvl6pPr>
            <a:lvl7pPr algn="l">
              <a:defRPr sz="1725" b="1">
                <a:solidFill>
                  <a:srgbClr val="63372B"/>
                </a:solidFill>
                <a:latin typeface="微软雅黑"/>
                <a:ea typeface="微软雅黑"/>
                <a:cs typeface="微软雅黑"/>
              </a:defRPr>
            </a:lvl7pPr>
            <a:lvl8pPr algn="l">
              <a:defRPr sz="1725" b="1">
                <a:solidFill>
                  <a:srgbClr val="63372B"/>
                </a:solidFill>
                <a:latin typeface="微软雅黑"/>
                <a:ea typeface="微软雅黑"/>
                <a:cs typeface="微软雅黑"/>
              </a:defRPr>
            </a:lvl8pPr>
            <a:lvl9pPr algn="l">
              <a:defRPr sz="1725" b="1">
                <a:solidFill>
                  <a:srgbClr val="63372B"/>
                </a:solidFill>
                <a:latin typeface="微软雅黑"/>
                <a:ea typeface="微软雅黑"/>
                <a:cs typeface="微软雅黑"/>
              </a:defRPr>
            </a:lvl9pPr>
          </a:lstStyle>
          <a:p>
            <a:pPr algn="l">
              <a:lnSpc>
                <a:spcPct val="118000"/>
              </a:lnSpc>
              <a:buNone/>
              <a:defRPr sz="1725" b="1">
                <a:solidFill>
                  <a:srgbClr val="63372B"/>
                </a:solidFill>
                <a:latin typeface="微软雅黑"/>
                <a:ea typeface="微软雅黑"/>
                <a:cs typeface="微软雅黑"/>
              </a:defRPr>
            </a:pPr>
            <a:r>
              <a:rPr sz="1725" b="1" dirty="0" err="1">
                <a:solidFill>
                  <a:srgbClr val="63372B"/>
                </a:solidFill>
                <a:latin typeface="微软雅黑"/>
                <a:ea typeface="微软雅黑"/>
                <a:cs typeface="微软雅黑"/>
              </a:rPr>
              <a:t>节约要讲方法，科学保存更安心</a:t>
            </a:r>
            <a:endParaRPr sz="1725" b="1" dirty="0">
              <a:solidFill>
                <a:srgbClr val="63372B"/>
              </a:solidFill>
              <a:latin typeface="微软雅黑"/>
              <a:ea typeface="微软雅黑"/>
              <a:cs typeface="微软雅黑"/>
            </a:endParaRPr>
          </a:p>
          <a:p>
            <a:pPr algn="l">
              <a:lnSpc>
                <a:spcPct val="118000"/>
              </a:lnSpc>
              <a:buNone/>
              <a:defRPr sz="1725" b="1">
                <a:solidFill>
                  <a:srgbClr val="63372B"/>
                </a:solidFill>
                <a:latin typeface="微软雅黑"/>
                <a:ea typeface="微软雅黑"/>
                <a:cs typeface="微软雅黑"/>
              </a:defRPr>
            </a:pPr>
            <a:r>
              <a:rPr sz="1725" b="1" dirty="0" err="1">
                <a:solidFill>
                  <a:srgbClr val="63372B"/>
                </a:solidFill>
                <a:latin typeface="微软雅黑"/>
                <a:ea typeface="微软雅黑"/>
                <a:cs typeface="微软雅黑"/>
              </a:rPr>
              <a:t>尊重生活经验，突出保存时间、温度与操作，解释风险并给出处理办法</a:t>
            </a:r>
            <a:endParaRPr sz="1725" b="1" dirty="0">
              <a:solidFill>
                <a:srgbClr val="63372B"/>
              </a:solidFill>
              <a:latin typeface="微软雅黑"/>
              <a:ea typeface="微软雅黑"/>
              <a:cs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5" name="slot_15"/>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pic>
        <p:nvPicPr>
          <p:cNvPr id="2" name="picture_2" descr="picture_2"/>
          <p:cNvPicPr>
            <a:picLocks noChangeAspect="1"/>
          </p:cNvPicPr>
          <p:nvPr/>
        </p:nvPicPr>
        <p:blipFill>
          <a:blip r:embed="rId6"/>
          <a:stretch>
            <a:fillRect/>
          </a:stretch>
        </p:blipFill>
        <p:spPr>
          <a:xfrm flipH="1">
            <a:off x="7787005" y="3843020"/>
            <a:ext cx="4404995" cy="3014980"/>
          </a:xfrm>
          <a:prstGeom prst="rect">
            <a:avLst/>
          </a:prstGeom>
        </p:spPr>
      </p:pic>
      <p:sp>
        <p:nvSpPr>
          <p:cNvPr id="4" name="slot_4"/>
          <p:cNvSpPr>
            <a:spLocks noGrp="1"/>
          </p:cNvSpPr>
          <p:nvPr>
            <p:ph type="sldNum" sz="quarter" idx="12"/>
          </p:nvPr>
        </p:nvSpPr>
        <p:spPr/>
        <p:txBody>
          <a:bodyPr/>
          <a:lstStyle/>
          <a:p>
            <a:fld id="{565CE74E-AB26-4998-AD42-012C4C1AD076}" type="slidenum">
              <a:rPr lang="zh-CN" altLang="en-US" smtClean="0"/>
              <a:t>11</a:t>
            </a:fld>
            <a:endParaRPr lang="zh-CN" altLang="en-US"/>
          </a:p>
        </p:txBody>
      </p:sp>
      <p:sp>
        <p:nvSpPr>
          <p:cNvPr id="5" name="slot_5"/>
          <p:cNvSpPr/>
          <p:nvPr/>
        </p:nvSpPr>
        <p:spPr>
          <a:xfrm>
            <a:off x="0" y="3828654"/>
            <a:ext cx="12192000" cy="3029345"/>
          </a:xfrm>
          <a:prstGeom prst="rect">
            <a:avLst/>
          </a:prstGeom>
          <a:gradFill>
            <a:gsLst>
              <a:gs pos="71000">
                <a:srgbClr val="C4B798">
                  <a:alpha val="99000"/>
                </a:srgbClr>
              </a:gs>
              <a:gs pos="50000">
                <a:srgbClr val="A23838"/>
              </a:gs>
              <a:gs pos="100000">
                <a:srgbClr val="F1D5A4">
                  <a:alpha val="7000"/>
                </a:srgbClr>
              </a:gs>
            </a:gsLst>
            <a:lin ang="6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7" name="slot_97"/>
          <p:cNvSpPr txBox="1"/>
          <p:nvPr/>
        </p:nvSpPr>
        <p:spPr>
          <a:xfrm>
            <a:off x="400050" y="132398"/>
            <a:ext cx="8477250" cy="761048"/>
          </a:xfrm>
          <a:prstGeom prst="rect">
            <a:avLst/>
          </a:prstGeom>
        </p:spPr>
        <p:txBody>
          <a:bodyPr anchor="ctr">
            <a:normAutofit fontScale="95000"/>
          </a:bodyPr>
          <a:lstStyle>
            <a:lvl1pPr algn="l" defTabSz="914400" rtl="0" eaLnBrk="1" latinLnBrk="0" hangingPunct="1">
              <a:lnSpc>
                <a:spcPct val="90000"/>
              </a:lnSpc>
              <a:spcBef>
                <a:spcPct val="0"/>
              </a:spcBef>
              <a:buNone/>
              <a:defRPr sz="405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sz="4050"/>
            </a:pPr>
            <a:r>
              <a:rPr kumimoji="0" lang="zh-CN" altLang="en-US" sz="4050" b="1" i="0" u="none" strike="noStrike" cap="none" spc="0" normalizeH="0" baseline="0" dirty="0">
                <a:solidFill>
                  <a:schemeClr val="bg1"/>
                </a:solidFill>
                <a:latin typeface="Times New Roman" panose="02020603050405020304" charset="0"/>
                <a:ea typeface="方正盛世楷书简体_大" panose="02000000000000000000" charset="-122"/>
                <a:cs typeface="+mn-cs"/>
                <a:sym typeface="+mn-lt"/>
              </a:rPr>
              <a:t>受众框架与内容设计</a:t>
            </a:r>
          </a:p>
        </p:txBody>
      </p:sp>
      <p:sp>
        <p:nvSpPr>
          <p:cNvPr id="898" name="revision_native_0"/>
          <p:cNvSpPr/>
          <p:nvPr/>
        </p:nvSpPr>
        <p:spPr>
          <a:xfrm>
            <a:off x="1037207" y="1676400"/>
            <a:ext cx="2910205" cy="4295775"/>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899" name="revision_native_1"/>
          <p:cNvSpPr/>
          <p:nvPr/>
        </p:nvSpPr>
        <p:spPr>
          <a:xfrm>
            <a:off x="2120834" y="1476375"/>
            <a:ext cx="742950" cy="619125"/>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spc="300">
                <a:gradFill>
                  <a:gsLst>
                    <a:gs pos="23000">
                      <a:srgbClr val="F1D5A4"/>
                    </a:gs>
                    <a:gs pos="100000">
                      <a:schemeClr val="bg1"/>
                    </a:gs>
                  </a:gsLst>
                  <a:lin ang="5400000" scaled="1"/>
                </a:gradFill>
                <a:latin typeface="Impact" panose="020B0806030902050204" pitchFamily="34" charset="0"/>
                <a:sym typeface="+mn-ea"/>
              </a:rPr>
              <a:t>1</a:t>
            </a:r>
          </a:p>
        </p:txBody>
      </p:sp>
      <p:sp>
        <p:nvSpPr>
          <p:cNvPr id="900" name="revision_native_2"/>
          <p:cNvSpPr/>
          <p:nvPr/>
        </p:nvSpPr>
        <p:spPr>
          <a:xfrm>
            <a:off x="4391025" y="1676400"/>
            <a:ext cx="2910205" cy="4295775"/>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01" name="revision_native_3"/>
          <p:cNvSpPr/>
          <p:nvPr/>
        </p:nvSpPr>
        <p:spPr>
          <a:xfrm>
            <a:off x="5474652" y="1476375"/>
            <a:ext cx="742950" cy="619125"/>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rgbClr val="F1D5A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spc="300" dirty="0">
                <a:gradFill>
                  <a:gsLst>
                    <a:gs pos="49000">
                      <a:srgbClr val="A23838"/>
                    </a:gs>
                    <a:gs pos="100000">
                      <a:schemeClr val="bg1"/>
                    </a:gs>
                  </a:gsLst>
                  <a:lin ang="5400000" scaled="1"/>
                </a:gradFill>
                <a:latin typeface="Impact" panose="020B0806030902050204" pitchFamily="34" charset="0"/>
                <a:sym typeface="+mn-ea"/>
              </a:rPr>
              <a:t>2</a:t>
            </a:r>
          </a:p>
        </p:txBody>
      </p:sp>
      <p:sp>
        <p:nvSpPr>
          <p:cNvPr id="902" name="revision_native_4"/>
          <p:cNvSpPr/>
          <p:nvPr/>
        </p:nvSpPr>
        <p:spPr>
          <a:xfrm>
            <a:off x="7739254" y="1676400"/>
            <a:ext cx="2910205" cy="4295775"/>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03" name="revision_native_5"/>
          <p:cNvSpPr/>
          <p:nvPr/>
        </p:nvSpPr>
        <p:spPr>
          <a:xfrm>
            <a:off x="8824542" y="1476375"/>
            <a:ext cx="742950" cy="619125"/>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spc="300">
                <a:gradFill>
                  <a:gsLst>
                    <a:gs pos="23000">
                      <a:srgbClr val="F1D5A4"/>
                    </a:gs>
                    <a:gs pos="100000">
                      <a:schemeClr val="bg1"/>
                    </a:gs>
                  </a:gsLst>
                  <a:lin ang="5400000" scaled="1"/>
                </a:gradFill>
                <a:latin typeface="Impact" panose="020B0806030902050204" pitchFamily="34" charset="0"/>
                <a:sym typeface="+mn-ea"/>
              </a:rPr>
              <a:t>3</a:t>
            </a:r>
          </a:p>
        </p:txBody>
      </p:sp>
      <p:sp>
        <p:nvSpPr>
          <p:cNvPr id="904" name="revision_audience_title_0">
            <a:extLst>
              <a:ext uri="{FF2B5EF4-FFF2-40B4-BE49-F238E27FC236}">
                <a16:creationId xmlns:a16="http://schemas.microsoft.com/office/drawing/2014/main" id="{12964921-5053-4A73-8135-1767DC860486}"/>
              </a:ext>
            </a:extLst>
          </p:cNvPr>
          <p:cNvSpPr>
            <a:spLocks noGrp="1"/>
          </p:cNvSpPr>
          <p:nvPr/>
        </p:nvSpPr>
        <p:spPr>
          <a:xfrm>
            <a:off x="1227707" y="2247900"/>
            <a:ext cx="3028950" cy="428625"/>
          </a:xfrm>
          <a:prstGeom prst="rect">
            <a:avLst/>
          </a:prstGeom>
          <a:noFill/>
          <a:ln w="0">
            <a:noFill/>
          </a:ln>
        </p:spPr>
        <p:txBody>
          <a:bodyPr wrap="square" lIns="0" tIns="0" rIns="0" bIns="0" anchor="t">
            <a:noAutofit/>
          </a:bodyPr>
          <a:lstStyle>
            <a:defPPr algn="l">
              <a:defRPr sz="2400" b="1">
                <a:solidFill>
                  <a:srgbClr val="404040"/>
                </a:solidFill>
                <a:latin typeface="微软雅黑"/>
                <a:ea typeface="微软雅黑"/>
                <a:cs typeface="微软雅黑"/>
              </a:defRPr>
            </a:defPPr>
            <a:lvl1pPr algn="l">
              <a:defRPr sz="2400" b="1">
                <a:solidFill>
                  <a:srgbClr val="404040"/>
                </a:solidFill>
                <a:latin typeface="微软雅黑"/>
                <a:ea typeface="微软雅黑"/>
                <a:cs typeface="微软雅黑"/>
              </a:defRPr>
            </a:lvl1pPr>
            <a:lvl2pPr algn="l">
              <a:defRPr sz="2400" b="1">
                <a:solidFill>
                  <a:srgbClr val="404040"/>
                </a:solidFill>
                <a:latin typeface="微软雅黑"/>
                <a:ea typeface="微软雅黑"/>
                <a:cs typeface="微软雅黑"/>
              </a:defRPr>
            </a:lvl2pPr>
            <a:lvl3pPr algn="l">
              <a:defRPr sz="2400" b="1">
                <a:solidFill>
                  <a:srgbClr val="404040"/>
                </a:solidFill>
                <a:latin typeface="微软雅黑"/>
                <a:ea typeface="微软雅黑"/>
                <a:cs typeface="微软雅黑"/>
              </a:defRPr>
            </a:lvl3pPr>
            <a:lvl4pPr algn="l">
              <a:defRPr sz="2400" b="1">
                <a:solidFill>
                  <a:srgbClr val="404040"/>
                </a:solidFill>
                <a:latin typeface="微软雅黑"/>
                <a:ea typeface="微软雅黑"/>
                <a:cs typeface="微软雅黑"/>
              </a:defRPr>
            </a:lvl4pPr>
            <a:lvl5pPr algn="l">
              <a:defRPr sz="2400" b="1">
                <a:solidFill>
                  <a:srgbClr val="404040"/>
                </a:solidFill>
                <a:latin typeface="微软雅黑"/>
                <a:ea typeface="微软雅黑"/>
                <a:cs typeface="微软雅黑"/>
              </a:defRPr>
            </a:lvl5pPr>
            <a:lvl6pPr algn="l">
              <a:defRPr sz="2400" b="1">
                <a:solidFill>
                  <a:srgbClr val="404040"/>
                </a:solidFill>
                <a:latin typeface="微软雅黑"/>
                <a:ea typeface="微软雅黑"/>
                <a:cs typeface="微软雅黑"/>
              </a:defRPr>
            </a:lvl6pPr>
            <a:lvl7pPr algn="l">
              <a:defRPr sz="2400" b="1">
                <a:solidFill>
                  <a:srgbClr val="404040"/>
                </a:solidFill>
                <a:latin typeface="微软雅黑"/>
                <a:ea typeface="微软雅黑"/>
                <a:cs typeface="微软雅黑"/>
              </a:defRPr>
            </a:lvl7pPr>
            <a:lvl8pPr algn="l">
              <a:defRPr sz="2400" b="1">
                <a:solidFill>
                  <a:srgbClr val="404040"/>
                </a:solidFill>
                <a:latin typeface="微软雅黑"/>
                <a:ea typeface="微软雅黑"/>
                <a:cs typeface="微软雅黑"/>
              </a:defRPr>
            </a:lvl8pPr>
            <a:lvl9pPr algn="l">
              <a:defRPr sz="2400" b="1">
                <a:solidFill>
                  <a:srgbClr val="404040"/>
                </a:solidFill>
                <a:latin typeface="微软雅黑"/>
                <a:ea typeface="微软雅黑"/>
                <a:cs typeface="微软雅黑"/>
              </a:defRPr>
            </a:lvl9pPr>
          </a:lstStyle>
          <a:p>
            <a:pPr algn="l">
              <a:lnSpc>
                <a:spcPct val="120000"/>
              </a:lnSpc>
              <a:buNone/>
              <a:defRPr sz="2400" b="1">
                <a:solidFill>
                  <a:srgbClr val="404040"/>
                </a:solidFill>
                <a:latin typeface="微软雅黑"/>
                <a:ea typeface="微软雅黑"/>
                <a:cs typeface="微软雅黑"/>
              </a:defRPr>
            </a:pPr>
            <a:r>
              <a:rPr sz="2400" b="1">
                <a:solidFill>
                  <a:srgbClr val="404040"/>
                </a:solidFill>
                <a:latin typeface="微软雅黑"/>
                <a:ea typeface="微软雅黑"/>
                <a:cs typeface="微软雅黑"/>
              </a:rPr>
              <a:t>生活经验</a:t>
            </a:r>
          </a:p>
        </p:txBody>
      </p:sp>
      <p:sp>
        <p:nvSpPr>
          <p:cNvPr id="906" name="revision_audience_quote_0">
            <a:extLst>
              <a:ext uri="{FF2B5EF4-FFF2-40B4-BE49-F238E27FC236}">
                <a16:creationId xmlns:a16="http://schemas.microsoft.com/office/drawing/2014/main" id="{ED645EDB-D7F5-490D-8030-5AAE03B1B597}"/>
              </a:ext>
            </a:extLst>
          </p:cNvPr>
          <p:cNvSpPr>
            <a:spLocks noGrp="1"/>
          </p:cNvSpPr>
          <p:nvPr/>
        </p:nvSpPr>
        <p:spPr>
          <a:xfrm>
            <a:off x="1265807" y="2999781"/>
            <a:ext cx="2464777" cy="714375"/>
          </a:xfrm>
          <a:prstGeom prst="rect">
            <a:avLst/>
          </a:prstGeom>
          <a:noFill/>
          <a:ln w="0">
            <a:noFill/>
          </a:ln>
        </p:spPr>
        <p:txBody>
          <a:bodyPr wrap="square" lIns="0" tIns="0" rIns="0" bIns="0" anchor="t">
            <a:noAutofit/>
          </a:bodyPr>
          <a:lstStyle>
            <a:defPPr algn="l">
              <a:defRPr sz="1725" b="0">
                <a:solidFill>
                  <a:srgbClr val="404040"/>
                </a:solidFill>
                <a:latin typeface="微软雅黑"/>
                <a:ea typeface="微软雅黑"/>
                <a:cs typeface="微软雅黑"/>
              </a:defRPr>
            </a:defPPr>
            <a:lvl1pPr algn="l">
              <a:defRPr sz="1725" b="0">
                <a:solidFill>
                  <a:srgbClr val="404040"/>
                </a:solidFill>
                <a:latin typeface="微软雅黑"/>
                <a:ea typeface="微软雅黑"/>
                <a:cs typeface="微软雅黑"/>
              </a:defRPr>
            </a:lvl1pPr>
            <a:lvl2pPr algn="l">
              <a:defRPr sz="1725" b="0">
                <a:solidFill>
                  <a:srgbClr val="404040"/>
                </a:solidFill>
                <a:latin typeface="微软雅黑"/>
                <a:ea typeface="微软雅黑"/>
                <a:cs typeface="微软雅黑"/>
              </a:defRPr>
            </a:lvl2pPr>
            <a:lvl3pPr algn="l">
              <a:defRPr sz="1725" b="0">
                <a:solidFill>
                  <a:srgbClr val="404040"/>
                </a:solidFill>
                <a:latin typeface="微软雅黑"/>
                <a:ea typeface="微软雅黑"/>
                <a:cs typeface="微软雅黑"/>
              </a:defRPr>
            </a:lvl3pPr>
            <a:lvl4pPr algn="l">
              <a:defRPr sz="1725" b="0">
                <a:solidFill>
                  <a:srgbClr val="404040"/>
                </a:solidFill>
                <a:latin typeface="微软雅黑"/>
                <a:ea typeface="微软雅黑"/>
                <a:cs typeface="微软雅黑"/>
              </a:defRPr>
            </a:lvl4pPr>
            <a:lvl5pPr algn="l">
              <a:defRPr sz="1725" b="0">
                <a:solidFill>
                  <a:srgbClr val="404040"/>
                </a:solidFill>
                <a:latin typeface="微软雅黑"/>
                <a:ea typeface="微软雅黑"/>
                <a:cs typeface="微软雅黑"/>
              </a:defRPr>
            </a:lvl5pPr>
            <a:lvl6pPr algn="l">
              <a:defRPr sz="1725" b="0">
                <a:solidFill>
                  <a:srgbClr val="404040"/>
                </a:solidFill>
                <a:latin typeface="微软雅黑"/>
                <a:ea typeface="微软雅黑"/>
                <a:cs typeface="微软雅黑"/>
              </a:defRPr>
            </a:lvl6pPr>
            <a:lvl7pPr algn="l">
              <a:defRPr sz="1725" b="0">
                <a:solidFill>
                  <a:srgbClr val="404040"/>
                </a:solidFill>
                <a:latin typeface="微软雅黑"/>
                <a:ea typeface="微软雅黑"/>
                <a:cs typeface="微软雅黑"/>
              </a:defRPr>
            </a:lvl7pPr>
            <a:lvl8pPr algn="l">
              <a:defRPr sz="1725" b="0">
                <a:solidFill>
                  <a:srgbClr val="404040"/>
                </a:solidFill>
                <a:latin typeface="微软雅黑"/>
                <a:ea typeface="微软雅黑"/>
                <a:cs typeface="微软雅黑"/>
              </a:defRPr>
            </a:lvl8pPr>
            <a:lvl9pPr algn="l">
              <a:defRPr sz="1725" b="0">
                <a:solidFill>
                  <a:srgbClr val="404040"/>
                </a:solidFill>
                <a:latin typeface="微软雅黑"/>
                <a:ea typeface="微软雅黑"/>
                <a:cs typeface="微软雅黑"/>
              </a:defRPr>
            </a:lvl9pPr>
          </a:lstStyle>
          <a:p>
            <a:pPr algn="l">
              <a:lnSpc>
                <a:spcPct val="120000"/>
              </a:lnSpc>
              <a:buNone/>
              <a:defRPr sz="1725" b="0">
                <a:solidFill>
                  <a:srgbClr val="404040"/>
                </a:solidFill>
                <a:latin typeface="微软雅黑"/>
                <a:ea typeface="微软雅黑"/>
                <a:cs typeface="微软雅黑"/>
              </a:defRPr>
            </a:pPr>
            <a:r>
              <a:rPr sz="1725" b="0" dirty="0">
                <a:solidFill>
                  <a:srgbClr val="404040"/>
                </a:solidFill>
                <a:latin typeface="微软雅黑"/>
                <a:ea typeface="微软雅黑"/>
                <a:cs typeface="微软雅黑"/>
              </a:rPr>
              <a:t>“</a:t>
            </a:r>
            <a:r>
              <a:rPr sz="1725" b="0" dirty="0" err="1">
                <a:solidFill>
                  <a:srgbClr val="404040"/>
                </a:solidFill>
                <a:latin typeface="微软雅黑"/>
                <a:ea typeface="微软雅黑"/>
                <a:cs typeface="微软雅黑"/>
              </a:rPr>
              <a:t>过去一直这样处理，好像也没什么问题</a:t>
            </a:r>
            <a:r>
              <a:rPr sz="1725" b="0" dirty="0">
                <a:solidFill>
                  <a:srgbClr val="404040"/>
                </a:solidFill>
                <a:latin typeface="微软雅黑"/>
                <a:ea typeface="微软雅黑"/>
                <a:cs typeface="微软雅黑"/>
              </a:rPr>
              <a:t>。”</a:t>
            </a:r>
          </a:p>
        </p:txBody>
      </p:sp>
      <p:sp>
        <p:nvSpPr>
          <p:cNvPr id="907" name="revision_audience_response_0">
            <a:extLst>
              <a:ext uri="{FF2B5EF4-FFF2-40B4-BE49-F238E27FC236}">
                <a16:creationId xmlns:a16="http://schemas.microsoft.com/office/drawing/2014/main" id="{A5D72103-D8F0-46CB-B406-76374E8403B9}"/>
              </a:ext>
            </a:extLst>
          </p:cNvPr>
          <p:cNvSpPr>
            <a:spLocks noGrp="1"/>
          </p:cNvSpPr>
          <p:nvPr/>
        </p:nvSpPr>
        <p:spPr>
          <a:xfrm>
            <a:off x="1265807" y="4057650"/>
            <a:ext cx="2952750" cy="266700"/>
          </a:xfrm>
          <a:prstGeom prst="rect">
            <a:avLst/>
          </a:prstGeom>
          <a:noFill/>
          <a:ln w="0">
            <a:noFill/>
          </a:ln>
        </p:spPr>
        <p:txBody>
          <a:bodyPr wrap="square" lIns="0" tIns="0" rIns="0" bIns="0" anchor="t">
            <a:noAutofit/>
          </a:bodyPr>
          <a:lstStyle>
            <a:defPPr algn="l">
              <a:defRPr sz="1575" b="1">
                <a:solidFill>
                  <a:srgbClr val="A53836"/>
                </a:solidFill>
                <a:latin typeface="微软雅黑"/>
                <a:ea typeface="微软雅黑"/>
                <a:cs typeface="微软雅黑"/>
              </a:defRPr>
            </a:defPPr>
            <a:lvl1pPr algn="l">
              <a:defRPr sz="1575" b="1">
                <a:solidFill>
                  <a:srgbClr val="A53836"/>
                </a:solidFill>
                <a:latin typeface="微软雅黑"/>
                <a:ea typeface="微软雅黑"/>
                <a:cs typeface="微软雅黑"/>
              </a:defRPr>
            </a:lvl1pPr>
            <a:lvl2pPr algn="l">
              <a:defRPr sz="1575" b="1">
                <a:solidFill>
                  <a:srgbClr val="A53836"/>
                </a:solidFill>
                <a:latin typeface="微软雅黑"/>
                <a:ea typeface="微软雅黑"/>
                <a:cs typeface="微软雅黑"/>
              </a:defRPr>
            </a:lvl2pPr>
            <a:lvl3pPr algn="l">
              <a:defRPr sz="1575" b="1">
                <a:solidFill>
                  <a:srgbClr val="A53836"/>
                </a:solidFill>
                <a:latin typeface="微软雅黑"/>
                <a:ea typeface="微软雅黑"/>
                <a:cs typeface="微软雅黑"/>
              </a:defRPr>
            </a:lvl3pPr>
            <a:lvl4pPr algn="l">
              <a:defRPr sz="1575" b="1">
                <a:solidFill>
                  <a:srgbClr val="A53836"/>
                </a:solidFill>
                <a:latin typeface="微软雅黑"/>
                <a:ea typeface="微软雅黑"/>
                <a:cs typeface="微软雅黑"/>
              </a:defRPr>
            </a:lvl4pPr>
            <a:lvl5pPr algn="l">
              <a:defRPr sz="1575" b="1">
                <a:solidFill>
                  <a:srgbClr val="A53836"/>
                </a:solidFill>
                <a:latin typeface="微软雅黑"/>
                <a:ea typeface="微软雅黑"/>
                <a:cs typeface="微软雅黑"/>
              </a:defRPr>
            </a:lvl5pPr>
            <a:lvl6pPr algn="l">
              <a:defRPr sz="1575" b="1">
                <a:solidFill>
                  <a:srgbClr val="A53836"/>
                </a:solidFill>
                <a:latin typeface="微软雅黑"/>
                <a:ea typeface="微软雅黑"/>
                <a:cs typeface="微软雅黑"/>
              </a:defRPr>
            </a:lvl6pPr>
            <a:lvl7pPr algn="l">
              <a:defRPr sz="1575" b="1">
                <a:solidFill>
                  <a:srgbClr val="A53836"/>
                </a:solidFill>
                <a:latin typeface="微软雅黑"/>
                <a:ea typeface="微软雅黑"/>
                <a:cs typeface="微软雅黑"/>
              </a:defRPr>
            </a:lvl7pPr>
            <a:lvl8pPr algn="l">
              <a:defRPr sz="1575" b="1">
                <a:solidFill>
                  <a:srgbClr val="A53836"/>
                </a:solidFill>
                <a:latin typeface="微软雅黑"/>
                <a:ea typeface="微软雅黑"/>
                <a:cs typeface="微软雅黑"/>
              </a:defRPr>
            </a:lvl8pPr>
            <a:lvl9pPr algn="l">
              <a:defRPr sz="1575" b="1">
                <a:solidFill>
                  <a:srgbClr val="A53836"/>
                </a:solidFill>
                <a:latin typeface="微软雅黑"/>
                <a:ea typeface="微软雅黑"/>
                <a:cs typeface="微软雅黑"/>
              </a:defRPr>
            </a:lvl9pPr>
          </a:lstStyle>
          <a:p>
            <a:pPr algn="l">
              <a:lnSpc>
                <a:spcPct val="120000"/>
              </a:lnSpc>
              <a:buNone/>
              <a:defRPr sz="1575" b="1">
                <a:solidFill>
                  <a:srgbClr val="A53836"/>
                </a:solidFill>
                <a:latin typeface="微软雅黑"/>
                <a:ea typeface="微软雅黑"/>
                <a:cs typeface="微软雅黑"/>
              </a:defRPr>
            </a:pPr>
            <a:r>
              <a:rPr sz="1575" b="1">
                <a:solidFill>
                  <a:srgbClr val="A53836"/>
                </a:solidFill>
                <a:latin typeface="微软雅黑"/>
                <a:ea typeface="微软雅黑"/>
                <a:cs typeface="微软雅黑"/>
              </a:rPr>
              <a:t>设计回应</a:t>
            </a:r>
          </a:p>
        </p:txBody>
      </p:sp>
      <p:sp>
        <p:nvSpPr>
          <p:cNvPr id="908" name="revision_audience_body_0">
            <a:extLst>
              <a:ext uri="{FF2B5EF4-FFF2-40B4-BE49-F238E27FC236}">
                <a16:creationId xmlns:a16="http://schemas.microsoft.com/office/drawing/2014/main" id="{96D2565F-72CA-481C-8CC3-3E9439B7E4A7}"/>
              </a:ext>
            </a:extLst>
          </p:cNvPr>
          <p:cNvSpPr>
            <a:spLocks noGrp="1"/>
          </p:cNvSpPr>
          <p:nvPr/>
        </p:nvSpPr>
        <p:spPr>
          <a:xfrm>
            <a:off x="1265807" y="4438650"/>
            <a:ext cx="2525143" cy="1352550"/>
          </a:xfrm>
          <a:prstGeom prst="rect">
            <a:avLst/>
          </a:prstGeom>
          <a:noFill/>
          <a:ln w="0">
            <a:noFill/>
          </a:ln>
        </p:spPr>
        <p:txBody>
          <a:bodyPr wrap="square" lIns="0" tIns="0" rIns="0" bIns="0" anchor="t">
            <a:noAutofit/>
          </a:bodyPr>
          <a:lstStyle>
            <a:defPPr algn="l">
              <a:defRPr sz="1725" b="0">
                <a:solidFill>
                  <a:srgbClr val="404040"/>
                </a:solidFill>
                <a:latin typeface="微软雅黑"/>
                <a:ea typeface="微软雅黑"/>
                <a:cs typeface="微软雅黑"/>
              </a:defRPr>
            </a:defPPr>
            <a:lvl1pPr algn="l">
              <a:defRPr sz="1725" b="0">
                <a:solidFill>
                  <a:srgbClr val="404040"/>
                </a:solidFill>
                <a:latin typeface="微软雅黑"/>
                <a:ea typeface="微软雅黑"/>
                <a:cs typeface="微软雅黑"/>
              </a:defRPr>
            </a:lvl1pPr>
            <a:lvl2pPr algn="l">
              <a:defRPr sz="1725" b="0">
                <a:solidFill>
                  <a:srgbClr val="404040"/>
                </a:solidFill>
                <a:latin typeface="微软雅黑"/>
                <a:ea typeface="微软雅黑"/>
                <a:cs typeface="微软雅黑"/>
              </a:defRPr>
            </a:lvl2pPr>
            <a:lvl3pPr algn="l">
              <a:defRPr sz="1725" b="0">
                <a:solidFill>
                  <a:srgbClr val="404040"/>
                </a:solidFill>
                <a:latin typeface="微软雅黑"/>
                <a:ea typeface="微软雅黑"/>
                <a:cs typeface="微软雅黑"/>
              </a:defRPr>
            </a:lvl3pPr>
            <a:lvl4pPr algn="l">
              <a:defRPr sz="1725" b="0">
                <a:solidFill>
                  <a:srgbClr val="404040"/>
                </a:solidFill>
                <a:latin typeface="微软雅黑"/>
                <a:ea typeface="微软雅黑"/>
                <a:cs typeface="微软雅黑"/>
              </a:defRPr>
            </a:lvl4pPr>
            <a:lvl5pPr algn="l">
              <a:defRPr sz="1725" b="0">
                <a:solidFill>
                  <a:srgbClr val="404040"/>
                </a:solidFill>
                <a:latin typeface="微软雅黑"/>
                <a:ea typeface="微软雅黑"/>
                <a:cs typeface="微软雅黑"/>
              </a:defRPr>
            </a:lvl5pPr>
            <a:lvl6pPr algn="l">
              <a:defRPr sz="1725" b="0">
                <a:solidFill>
                  <a:srgbClr val="404040"/>
                </a:solidFill>
                <a:latin typeface="微软雅黑"/>
                <a:ea typeface="微软雅黑"/>
                <a:cs typeface="微软雅黑"/>
              </a:defRPr>
            </a:lvl6pPr>
            <a:lvl7pPr algn="l">
              <a:defRPr sz="1725" b="0">
                <a:solidFill>
                  <a:srgbClr val="404040"/>
                </a:solidFill>
                <a:latin typeface="微软雅黑"/>
                <a:ea typeface="微软雅黑"/>
                <a:cs typeface="微软雅黑"/>
              </a:defRPr>
            </a:lvl7pPr>
            <a:lvl8pPr algn="l">
              <a:defRPr sz="1725" b="0">
                <a:solidFill>
                  <a:srgbClr val="404040"/>
                </a:solidFill>
                <a:latin typeface="微软雅黑"/>
                <a:ea typeface="微软雅黑"/>
                <a:cs typeface="微软雅黑"/>
              </a:defRPr>
            </a:lvl8pPr>
            <a:lvl9pPr algn="l">
              <a:defRPr sz="1725" b="0">
                <a:solidFill>
                  <a:srgbClr val="404040"/>
                </a:solidFill>
                <a:latin typeface="微软雅黑"/>
                <a:ea typeface="微软雅黑"/>
                <a:cs typeface="微软雅黑"/>
              </a:defRPr>
            </a:lvl9pPr>
          </a:lstStyle>
          <a:p>
            <a:pPr algn="l">
              <a:lnSpc>
                <a:spcPct val="120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不直接否定经验</a:t>
            </a:r>
            <a:endParaRPr sz="1725" b="0" dirty="0">
              <a:solidFill>
                <a:srgbClr val="404040"/>
              </a:solidFill>
              <a:latin typeface="微软雅黑"/>
              <a:ea typeface="微软雅黑"/>
              <a:cs typeface="微软雅黑"/>
            </a:endParaRPr>
          </a:p>
          <a:p>
            <a:pPr algn="l">
              <a:lnSpc>
                <a:spcPct val="120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通过剧情</a:t>
            </a:r>
            <a:r>
              <a:rPr lang="zh-CN" altLang="en-US" sz="1725" b="0" dirty="0">
                <a:solidFill>
                  <a:srgbClr val="404040"/>
                </a:solidFill>
                <a:latin typeface="微软雅黑"/>
                <a:ea typeface="微软雅黑"/>
                <a:cs typeface="微软雅黑"/>
              </a:rPr>
              <a:t>展示</a:t>
            </a:r>
            <a:r>
              <a:rPr sz="1725" b="0" dirty="0" err="1">
                <a:solidFill>
                  <a:srgbClr val="404040"/>
                </a:solidFill>
                <a:latin typeface="微软雅黑"/>
                <a:ea typeface="微软雅黑"/>
                <a:cs typeface="微软雅黑"/>
              </a:rPr>
              <a:t>保存时间、温度</a:t>
            </a:r>
            <a:r>
              <a:rPr lang="zh-CN" altLang="en-US" sz="1725" b="0" dirty="0">
                <a:solidFill>
                  <a:srgbClr val="404040"/>
                </a:solidFill>
                <a:latin typeface="微软雅黑"/>
                <a:ea typeface="微软雅黑"/>
                <a:cs typeface="微软雅黑"/>
              </a:rPr>
              <a:t>等的影响</a:t>
            </a:r>
            <a:r>
              <a:rPr sz="1725" b="0" dirty="0">
                <a:solidFill>
                  <a:srgbClr val="404040"/>
                </a:solidFill>
                <a:latin typeface="微软雅黑"/>
                <a:ea typeface="微软雅黑"/>
                <a:cs typeface="微软雅黑"/>
              </a:rPr>
              <a:t>，</a:t>
            </a:r>
          </a:p>
          <a:p>
            <a:pPr algn="l">
              <a:lnSpc>
                <a:spcPct val="120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再引导人物重新判断</a:t>
            </a:r>
            <a:r>
              <a:rPr sz="1725" b="0" dirty="0">
                <a:solidFill>
                  <a:srgbClr val="404040"/>
                </a:solidFill>
                <a:latin typeface="微软雅黑"/>
                <a:ea typeface="微软雅黑"/>
                <a:cs typeface="微软雅黑"/>
              </a:rPr>
              <a:t>。</a:t>
            </a:r>
          </a:p>
        </p:txBody>
      </p:sp>
      <p:sp>
        <p:nvSpPr>
          <p:cNvPr id="909" name="revision_audience_title_1">
            <a:extLst>
              <a:ext uri="{FF2B5EF4-FFF2-40B4-BE49-F238E27FC236}">
                <a16:creationId xmlns:a16="http://schemas.microsoft.com/office/drawing/2014/main" id="{560A298F-3A97-4B5C-ACE0-D141EC40FDB7}"/>
              </a:ext>
            </a:extLst>
          </p:cNvPr>
          <p:cNvSpPr>
            <a:spLocks noGrp="1"/>
          </p:cNvSpPr>
          <p:nvPr/>
        </p:nvSpPr>
        <p:spPr>
          <a:xfrm>
            <a:off x="4581525" y="2247900"/>
            <a:ext cx="3028950" cy="428625"/>
          </a:xfrm>
          <a:prstGeom prst="rect">
            <a:avLst/>
          </a:prstGeom>
          <a:noFill/>
          <a:ln w="0">
            <a:noFill/>
          </a:ln>
        </p:spPr>
        <p:txBody>
          <a:bodyPr wrap="square" lIns="0" tIns="0" rIns="0" bIns="0" anchor="t">
            <a:noAutofit/>
          </a:bodyPr>
          <a:lstStyle>
            <a:defPPr algn="l">
              <a:defRPr sz="2400" b="1">
                <a:solidFill>
                  <a:srgbClr val="404040"/>
                </a:solidFill>
                <a:latin typeface="微软雅黑"/>
                <a:ea typeface="微软雅黑"/>
                <a:cs typeface="微软雅黑"/>
              </a:defRPr>
            </a:defPPr>
            <a:lvl1pPr algn="l">
              <a:defRPr sz="2400" b="1">
                <a:solidFill>
                  <a:srgbClr val="404040"/>
                </a:solidFill>
                <a:latin typeface="微软雅黑"/>
                <a:ea typeface="微软雅黑"/>
                <a:cs typeface="微软雅黑"/>
              </a:defRPr>
            </a:lvl1pPr>
            <a:lvl2pPr algn="l">
              <a:defRPr sz="2400" b="1">
                <a:solidFill>
                  <a:srgbClr val="404040"/>
                </a:solidFill>
                <a:latin typeface="微软雅黑"/>
                <a:ea typeface="微软雅黑"/>
                <a:cs typeface="微软雅黑"/>
              </a:defRPr>
            </a:lvl2pPr>
            <a:lvl3pPr algn="l">
              <a:defRPr sz="2400" b="1">
                <a:solidFill>
                  <a:srgbClr val="404040"/>
                </a:solidFill>
                <a:latin typeface="微软雅黑"/>
                <a:ea typeface="微软雅黑"/>
                <a:cs typeface="微软雅黑"/>
              </a:defRPr>
            </a:lvl3pPr>
            <a:lvl4pPr algn="l">
              <a:defRPr sz="2400" b="1">
                <a:solidFill>
                  <a:srgbClr val="404040"/>
                </a:solidFill>
                <a:latin typeface="微软雅黑"/>
                <a:ea typeface="微软雅黑"/>
                <a:cs typeface="微软雅黑"/>
              </a:defRPr>
            </a:lvl4pPr>
            <a:lvl5pPr algn="l">
              <a:defRPr sz="2400" b="1">
                <a:solidFill>
                  <a:srgbClr val="404040"/>
                </a:solidFill>
                <a:latin typeface="微软雅黑"/>
                <a:ea typeface="微软雅黑"/>
                <a:cs typeface="微软雅黑"/>
              </a:defRPr>
            </a:lvl5pPr>
            <a:lvl6pPr algn="l">
              <a:defRPr sz="2400" b="1">
                <a:solidFill>
                  <a:srgbClr val="404040"/>
                </a:solidFill>
                <a:latin typeface="微软雅黑"/>
                <a:ea typeface="微软雅黑"/>
                <a:cs typeface="微软雅黑"/>
              </a:defRPr>
            </a:lvl6pPr>
            <a:lvl7pPr algn="l">
              <a:defRPr sz="2400" b="1">
                <a:solidFill>
                  <a:srgbClr val="404040"/>
                </a:solidFill>
                <a:latin typeface="微软雅黑"/>
                <a:ea typeface="微软雅黑"/>
                <a:cs typeface="微软雅黑"/>
              </a:defRPr>
            </a:lvl7pPr>
            <a:lvl8pPr algn="l">
              <a:defRPr sz="2400" b="1">
                <a:solidFill>
                  <a:srgbClr val="404040"/>
                </a:solidFill>
                <a:latin typeface="微软雅黑"/>
                <a:ea typeface="微软雅黑"/>
                <a:cs typeface="微软雅黑"/>
              </a:defRPr>
            </a:lvl8pPr>
            <a:lvl9pPr algn="l">
              <a:defRPr sz="2400" b="1">
                <a:solidFill>
                  <a:srgbClr val="404040"/>
                </a:solidFill>
                <a:latin typeface="微软雅黑"/>
                <a:ea typeface="微软雅黑"/>
                <a:cs typeface="微软雅黑"/>
              </a:defRPr>
            </a:lvl9pPr>
          </a:lstStyle>
          <a:p>
            <a:pPr algn="l">
              <a:lnSpc>
                <a:spcPct val="120000"/>
              </a:lnSpc>
              <a:buNone/>
              <a:defRPr sz="2400" b="1">
                <a:solidFill>
                  <a:srgbClr val="404040"/>
                </a:solidFill>
                <a:latin typeface="微软雅黑"/>
                <a:ea typeface="微软雅黑"/>
                <a:cs typeface="微软雅黑"/>
              </a:defRPr>
            </a:pPr>
            <a:r>
              <a:rPr sz="2400" b="1">
                <a:solidFill>
                  <a:srgbClr val="404040"/>
                </a:solidFill>
                <a:latin typeface="微软雅黑"/>
                <a:ea typeface="微软雅黑"/>
                <a:cs typeface="微软雅黑"/>
              </a:rPr>
              <a:t>节约意识</a:t>
            </a:r>
          </a:p>
        </p:txBody>
      </p:sp>
      <p:sp>
        <p:nvSpPr>
          <p:cNvPr id="911" name="revision_audience_quote_1">
            <a:extLst>
              <a:ext uri="{FF2B5EF4-FFF2-40B4-BE49-F238E27FC236}">
                <a16:creationId xmlns:a16="http://schemas.microsoft.com/office/drawing/2014/main" id="{8DB21B97-16F2-4E54-B82D-E1B8B16AA40F}"/>
              </a:ext>
            </a:extLst>
          </p:cNvPr>
          <p:cNvSpPr>
            <a:spLocks noGrp="1"/>
          </p:cNvSpPr>
          <p:nvPr/>
        </p:nvSpPr>
        <p:spPr>
          <a:xfrm>
            <a:off x="4619625" y="2999781"/>
            <a:ext cx="2952750" cy="714375"/>
          </a:xfrm>
          <a:prstGeom prst="rect">
            <a:avLst/>
          </a:prstGeom>
          <a:noFill/>
          <a:ln w="0">
            <a:noFill/>
          </a:ln>
        </p:spPr>
        <p:txBody>
          <a:bodyPr wrap="square" lIns="0" tIns="0" rIns="0" bIns="0" anchor="t">
            <a:noAutofit/>
          </a:bodyPr>
          <a:lstStyle>
            <a:defPPr algn="l">
              <a:defRPr sz="1725" b="0">
                <a:solidFill>
                  <a:srgbClr val="404040"/>
                </a:solidFill>
                <a:latin typeface="微软雅黑"/>
                <a:ea typeface="微软雅黑"/>
                <a:cs typeface="微软雅黑"/>
              </a:defRPr>
            </a:defPPr>
            <a:lvl1pPr algn="l">
              <a:defRPr sz="1725" b="0">
                <a:solidFill>
                  <a:srgbClr val="404040"/>
                </a:solidFill>
                <a:latin typeface="微软雅黑"/>
                <a:ea typeface="微软雅黑"/>
                <a:cs typeface="微软雅黑"/>
              </a:defRPr>
            </a:lvl1pPr>
            <a:lvl2pPr algn="l">
              <a:defRPr sz="1725" b="0">
                <a:solidFill>
                  <a:srgbClr val="404040"/>
                </a:solidFill>
                <a:latin typeface="微软雅黑"/>
                <a:ea typeface="微软雅黑"/>
                <a:cs typeface="微软雅黑"/>
              </a:defRPr>
            </a:lvl2pPr>
            <a:lvl3pPr algn="l">
              <a:defRPr sz="1725" b="0">
                <a:solidFill>
                  <a:srgbClr val="404040"/>
                </a:solidFill>
                <a:latin typeface="微软雅黑"/>
                <a:ea typeface="微软雅黑"/>
                <a:cs typeface="微软雅黑"/>
              </a:defRPr>
            </a:lvl3pPr>
            <a:lvl4pPr algn="l">
              <a:defRPr sz="1725" b="0">
                <a:solidFill>
                  <a:srgbClr val="404040"/>
                </a:solidFill>
                <a:latin typeface="微软雅黑"/>
                <a:ea typeface="微软雅黑"/>
                <a:cs typeface="微软雅黑"/>
              </a:defRPr>
            </a:lvl4pPr>
            <a:lvl5pPr algn="l">
              <a:defRPr sz="1725" b="0">
                <a:solidFill>
                  <a:srgbClr val="404040"/>
                </a:solidFill>
                <a:latin typeface="微软雅黑"/>
                <a:ea typeface="微软雅黑"/>
                <a:cs typeface="微软雅黑"/>
              </a:defRPr>
            </a:lvl5pPr>
            <a:lvl6pPr algn="l">
              <a:defRPr sz="1725" b="0">
                <a:solidFill>
                  <a:srgbClr val="404040"/>
                </a:solidFill>
                <a:latin typeface="微软雅黑"/>
                <a:ea typeface="微软雅黑"/>
                <a:cs typeface="微软雅黑"/>
              </a:defRPr>
            </a:lvl6pPr>
            <a:lvl7pPr algn="l">
              <a:defRPr sz="1725" b="0">
                <a:solidFill>
                  <a:srgbClr val="404040"/>
                </a:solidFill>
                <a:latin typeface="微软雅黑"/>
                <a:ea typeface="微软雅黑"/>
                <a:cs typeface="微软雅黑"/>
              </a:defRPr>
            </a:lvl7pPr>
            <a:lvl8pPr algn="l">
              <a:defRPr sz="1725" b="0">
                <a:solidFill>
                  <a:srgbClr val="404040"/>
                </a:solidFill>
                <a:latin typeface="微软雅黑"/>
                <a:ea typeface="微软雅黑"/>
                <a:cs typeface="微软雅黑"/>
              </a:defRPr>
            </a:lvl8pPr>
            <a:lvl9pPr algn="l">
              <a:defRPr sz="1725" b="0">
                <a:solidFill>
                  <a:srgbClr val="404040"/>
                </a:solidFill>
                <a:latin typeface="微软雅黑"/>
                <a:ea typeface="微软雅黑"/>
                <a:cs typeface="微软雅黑"/>
              </a:defRPr>
            </a:lvl9pPr>
          </a:lstStyle>
          <a:p>
            <a:pPr algn="l">
              <a:lnSpc>
                <a:spcPct val="120000"/>
              </a:lnSpc>
              <a:buNone/>
              <a:defRPr sz="1725" b="0">
                <a:solidFill>
                  <a:srgbClr val="404040"/>
                </a:solidFill>
                <a:latin typeface="微软雅黑"/>
                <a:ea typeface="微软雅黑"/>
                <a:cs typeface="微软雅黑"/>
              </a:defRPr>
            </a:pPr>
            <a:r>
              <a:rPr sz="1725" b="0">
                <a:solidFill>
                  <a:srgbClr val="404040"/>
                </a:solidFill>
                <a:latin typeface="微软雅黑"/>
                <a:ea typeface="微软雅黑"/>
                <a:cs typeface="微软雅黑"/>
              </a:rPr>
              <a:t>“剩饭倒掉很可惜。”</a:t>
            </a:r>
          </a:p>
        </p:txBody>
      </p:sp>
      <p:sp>
        <p:nvSpPr>
          <p:cNvPr id="912" name="revision_audience_response_1">
            <a:extLst>
              <a:ext uri="{FF2B5EF4-FFF2-40B4-BE49-F238E27FC236}">
                <a16:creationId xmlns:a16="http://schemas.microsoft.com/office/drawing/2014/main" id="{99B2CA10-BDD8-406B-A32D-6758959088D0}"/>
              </a:ext>
            </a:extLst>
          </p:cNvPr>
          <p:cNvSpPr>
            <a:spLocks noGrp="1"/>
          </p:cNvSpPr>
          <p:nvPr/>
        </p:nvSpPr>
        <p:spPr>
          <a:xfrm>
            <a:off x="4619625" y="4057650"/>
            <a:ext cx="2952750" cy="266700"/>
          </a:xfrm>
          <a:prstGeom prst="rect">
            <a:avLst/>
          </a:prstGeom>
          <a:noFill/>
          <a:ln w="0">
            <a:noFill/>
          </a:ln>
        </p:spPr>
        <p:txBody>
          <a:bodyPr wrap="square" lIns="0" tIns="0" rIns="0" bIns="0" anchor="t">
            <a:noAutofit/>
          </a:bodyPr>
          <a:lstStyle>
            <a:defPPr algn="l">
              <a:defRPr sz="1575" b="1">
                <a:solidFill>
                  <a:srgbClr val="A53836"/>
                </a:solidFill>
                <a:latin typeface="微软雅黑"/>
                <a:ea typeface="微软雅黑"/>
                <a:cs typeface="微软雅黑"/>
              </a:defRPr>
            </a:defPPr>
            <a:lvl1pPr algn="l">
              <a:defRPr sz="1575" b="1">
                <a:solidFill>
                  <a:srgbClr val="A53836"/>
                </a:solidFill>
                <a:latin typeface="微软雅黑"/>
                <a:ea typeface="微软雅黑"/>
                <a:cs typeface="微软雅黑"/>
              </a:defRPr>
            </a:lvl1pPr>
            <a:lvl2pPr algn="l">
              <a:defRPr sz="1575" b="1">
                <a:solidFill>
                  <a:srgbClr val="A53836"/>
                </a:solidFill>
                <a:latin typeface="微软雅黑"/>
                <a:ea typeface="微软雅黑"/>
                <a:cs typeface="微软雅黑"/>
              </a:defRPr>
            </a:lvl2pPr>
            <a:lvl3pPr algn="l">
              <a:defRPr sz="1575" b="1">
                <a:solidFill>
                  <a:srgbClr val="A53836"/>
                </a:solidFill>
                <a:latin typeface="微软雅黑"/>
                <a:ea typeface="微软雅黑"/>
                <a:cs typeface="微软雅黑"/>
              </a:defRPr>
            </a:lvl3pPr>
            <a:lvl4pPr algn="l">
              <a:defRPr sz="1575" b="1">
                <a:solidFill>
                  <a:srgbClr val="A53836"/>
                </a:solidFill>
                <a:latin typeface="微软雅黑"/>
                <a:ea typeface="微软雅黑"/>
                <a:cs typeface="微软雅黑"/>
              </a:defRPr>
            </a:lvl4pPr>
            <a:lvl5pPr algn="l">
              <a:defRPr sz="1575" b="1">
                <a:solidFill>
                  <a:srgbClr val="A53836"/>
                </a:solidFill>
                <a:latin typeface="微软雅黑"/>
                <a:ea typeface="微软雅黑"/>
                <a:cs typeface="微软雅黑"/>
              </a:defRPr>
            </a:lvl5pPr>
            <a:lvl6pPr algn="l">
              <a:defRPr sz="1575" b="1">
                <a:solidFill>
                  <a:srgbClr val="A53836"/>
                </a:solidFill>
                <a:latin typeface="微软雅黑"/>
                <a:ea typeface="微软雅黑"/>
                <a:cs typeface="微软雅黑"/>
              </a:defRPr>
            </a:lvl6pPr>
            <a:lvl7pPr algn="l">
              <a:defRPr sz="1575" b="1">
                <a:solidFill>
                  <a:srgbClr val="A53836"/>
                </a:solidFill>
                <a:latin typeface="微软雅黑"/>
                <a:ea typeface="微软雅黑"/>
                <a:cs typeface="微软雅黑"/>
              </a:defRPr>
            </a:lvl7pPr>
            <a:lvl8pPr algn="l">
              <a:defRPr sz="1575" b="1">
                <a:solidFill>
                  <a:srgbClr val="A53836"/>
                </a:solidFill>
                <a:latin typeface="微软雅黑"/>
                <a:ea typeface="微软雅黑"/>
                <a:cs typeface="微软雅黑"/>
              </a:defRPr>
            </a:lvl8pPr>
            <a:lvl9pPr algn="l">
              <a:defRPr sz="1575" b="1">
                <a:solidFill>
                  <a:srgbClr val="A53836"/>
                </a:solidFill>
                <a:latin typeface="微软雅黑"/>
                <a:ea typeface="微软雅黑"/>
                <a:cs typeface="微软雅黑"/>
              </a:defRPr>
            </a:lvl9pPr>
          </a:lstStyle>
          <a:p>
            <a:pPr algn="l">
              <a:lnSpc>
                <a:spcPct val="120000"/>
              </a:lnSpc>
              <a:buNone/>
              <a:defRPr sz="1575" b="1">
                <a:solidFill>
                  <a:srgbClr val="A53836"/>
                </a:solidFill>
                <a:latin typeface="微软雅黑"/>
                <a:ea typeface="微软雅黑"/>
                <a:cs typeface="微软雅黑"/>
              </a:defRPr>
            </a:pPr>
            <a:r>
              <a:rPr sz="1575" b="1">
                <a:solidFill>
                  <a:srgbClr val="A53836"/>
                </a:solidFill>
                <a:latin typeface="微软雅黑"/>
                <a:ea typeface="微软雅黑"/>
                <a:cs typeface="微软雅黑"/>
              </a:rPr>
              <a:t>设计回应</a:t>
            </a:r>
          </a:p>
        </p:txBody>
      </p:sp>
      <p:sp>
        <p:nvSpPr>
          <p:cNvPr id="913" name="revision_audience_body_1">
            <a:extLst>
              <a:ext uri="{FF2B5EF4-FFF2-40B4-BE49-F238E27FC236}">
                <a16:creationId xmlns:a16="http://schemas.microsoft.com/office/drawing/2014/main" id="{6B359C0C-53AE-41EE-9508-0CE7CF0FB340}"/>
              </a:ext>
            </a:extLst>
          </p:cNvPr>
          <p:cNvSpPr>
            <a:spLocks noGrp="1"/>
          </p:cNvSpPr>
          <p:nvPr/>
        </p:nvSpPr>
        <p:spPr>
          <a:xfrm>
            <a:off x="4619625" y="4438650"/>
            <a:ext cx="2952750" cy="1352550"/>
          </a:xfrm>
          <a:prstGeom prst="rect">
            <a:avLst/>
          </a:prstGeom>
          <a:noFill/>
          <a:ln w="0">
            <a:noFill/>
          </a:ln>
        </p:spPr>
        <p:txBody>
          <a:bodyPr wrap="square" lIns="0" tIns="0" rIns="0" bIns="0" anchor="t">
            <a:noAutofit/>
          </a:bodyPr>
          <a:lstStyle>
            <a:defPPr algn="l">
              <a:defRPr sz="1725" b="0">
                <a:solidFill>
                  <a:srgbClr val="404040"/>
                </a:solidFill>
                <a:latin typeface="微软雅黑"/>
                <a:ea typeface="微软雅黑"/>
                <a:cs typeface="微软雅黑"/>
              </a:defRPr>
            </a:defPPr>
            <a:lvl1pPr algn="l">
              <a:defRPr sz="1725" b="0">
                <a:solidFill>
                  <a:srgbClr val="404040"/>
                </a:solidFill>
                <a:latin typeface="微软雅黑"/>
                <a:ea typeface="微软雅黑"/>
                <a:cs typeface="微软雅黑"/>
              </a:defRPr>
            </a:lvl1pPr>
            <a:lvl2pPr algn="l">
              <a:defRPr sz="1725" b="0">
                <a:solidFill>
                  <a:srgbClr val="404040"/>
                </a:solidFill>
                <a:latin typeface="微软雅黑"/>
                <a:ea typeface="微软雅黑"/>
                <a:cs typeface="微软雅黑"/>
              </a:defRPr>
            </a:lvl2pPr>
            <a:lvl3pPr algn="l">
              <a:defRPr sz="1725" b="0">
                <a:solidFill>
                  <a:srgbClr val="404040"/>
                </a:solidFill>
                <a:latin typeface="微软雅黑"/>
                <a:ea typeface="微软雅黑"/>
                <a:cs typeface="微软雅黑"/>
              </a:defRPr>
            </a:lvl3pPr>
            <a:lvl4pPr algn="l">
              <a:defRPr sz="1725" b="0">
                <a:solidFill>
                  <a:srgbClr val="404040"/>
                </a:solidFill>
                <a:latin typeface="微软雅黑"/>
                <a:ea typeface="微软雅黑"/>
                <a:cs typeface="微软雅黑"/>
              </a:defRPr>
            </a:lvl4pPr>
            <a:lvl5pPr algn="l">
              <a:defRPr sz="1725" b="0">
                <a:solidFill>
                  <a:srgbClr val="404040"/>
                </a:solidFill>
                <a:latin typeface="微软雅黑"/>
                <a:ea typeface="微软雅黑"/>
                <a:cs typeface="微软雅黑"/>
              </a:defRPr>
            </a:lvl5pPr>
            <a:lvl6pPr algn="l">
              <a:defRPr sz="1725" b="0">
                <a:solidFill>
                  <a:srgbClr val="404040"/>
                </a:solidFill>
                <a:latin typeface="微软雅黑"/>
                <a:ea typeface="微软雅黑"/>
                <a:cs typeface="微软雅黑"/>
              </a:defRPr>
            </a:lvl6pPr>
            <a:lvl7pPr algn="l">
              <a:defRPr sz="1725" b="0">
                <a:solidFill>
                  <a:srgbClr val="404040"/>
                </a:solidFill>
                <a:latin typeface="微软雅黑"/>
                <a:ea typeface="微软雅黑"/>
                <a:cs typeface="微软雅黑"/>
              </a:defRPr>
            </a:lvl7pPr>
            <a:lvl8pPr algn="l">
              <a:defRPr sz="1725" b="0">
                <a:solidFill>
                  <a:srgbClr val="404040"/>
                </a:solidFill>
                <a:latin typeface="微软雅黑"/>
                <a:ea typeface="微软雅黑"/>
                <a:cs typeface="微软雅黑"/>
              </a:defRPr>
            </a:lvl8pPr>
            <a:lvl9pPr algn="l">
              <a:defRPr sz="1725" b="0">
                <a:solidFill>
                  <a:srgbClr val="404040"/>
                </a:solidFill>
                <a:latin typeface="微软雅黑"/>
                <a:ea typeface="微软雅黑"/>
                <a:cs typeface="微软雅黑"/>
              </a:defRPr>
            </a:lvl9pPr>
          </a:lstStyle>
          <a:p>
            <a:pPr algn="l">
              <a:lnSpc>
                <a:spcPct val="120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先讲分装、及时冷藏</a:t>
            </a:r>
            <a:endParaRPr sz="1725" b="0" dirty="0">
              <a:solidFill>
                <a:srgbClr val="404040"/>
              </a:solidFill>
              <a:latin typeface="微软雅黑"/>
              <a:ea typeface="微软雅黑"/>
              <a:cs typeface="微软雅黑"/>
            </a:endParaRPr>
          </a:p>
          <a:p>
            <a:pPr algn="l">
              <a:lnSpc>
                <a:spcPct val="120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怎样帮助减少浪费</a:t>
            </a:r>
            <a:endParaRPr sz="1725" b="0" dirty="0">
              <a:solidFill>
                <a:srgbClr val="404040"/>
              </a:solidFill>
              <a:latin typeface="微软雅黑"/>
              <a:ea typeface="微软雅黑"/>
              <a:cs typeface="微软雅黑"/>
            </a:endParaRPr>
          </a:p>
          <a:p>
            <a:pPr algn="l">
              <a:lnSpc>
                <a:spcPct val="120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再说明保存不当时</a:t>
            </a:r>
            <a:r>
              <a:rPr sz="1725" b="0" dirty="0">
                <a:solidFill>
                  <a:srgbClr val="404040"/>
                </a:solidFill>
                <a:latin typeface="微软雅黑"/>
                <a:ea typeface="微软雅黑"/>
                <a:cs typeface="微软雅黑"/>
              </a:rPr>
              <a:t>，</a:t>
            </a:r>
          </a:p>
          <a:p>
            <a:pPr algn="l">
              <a:lnSpc>
                <a:spcPct val="120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不能为节约忽视风险</a:t>
            </a:r>
            <a:endParaRPr sz="1725" b="0" dirty="0">
              <a:solidFill>
                <a:srgbClr val="404040"/>
              </a:solidFill>
              <a:latin typeface="微软雅黑"/>
              <a:ea typeface="微软雅黑"/>
              <a:cs typeface="微软雅黑"/>
            </a:endParaRPr>
          </a:p>
        </p:txBody>
      </p:sp>
      <p:sp>
        <p:nvSpPr>
          <p:cNvPr id="914" name="revision_audience_title_2">
            <a:extLst>
              <a:ext uri="{FF2B5EF4-FFF2-40B4-BE49-F238E27FC236}">
                <a16:creationId xmlns:a16="http://schemas.microsoft.com/office/drawing/2014/main" id="{8A9339C8-0000-424A-BCCC-599BBB6AC8F1}"/>
              </a:ext>
            </a:extLst>
          </p:cNvPr>
          <p:cNvSpPr>
            <a:spLocks noGrp="1"/>
          </p:cNvSpPr>
          <p:nvPr/>
        </p:nvSpPr>
        <p:spPr>
          <a:xfrm>
            <a:off x="7929754" y="2247900"/>
            <a:ext cx="3028950" cy="428625"/>
          </a:xfrm>
          <a:prstGeom prst="rect">
            <a:avLst/>
          </a:prstGeom>
          <a:noFill/>
          <a:ln w="0">
            <a:noFill/>
          </a:ln>
        </p:spPr>
        <p:txBody>
          <a:bodyPr wrap="square" lIns="0" tIns="0" rIns="0" bIns="0" anchor="t">
            <a:noAutofit/>
          </a:bodyPr>
          <a:lstStyle>
            <a:defPPr algn="l">
              <a:defRPr sz="2400" b="1">
                <a:solidFill>
                  <a:srgbClr val="404040"/>
                </a:solidFill>
                <a:latin typeface="微软雅黑"/>
                <a:ea typeface="微软雅黑"/>
                <a:cs typeface="微软雅黑"/>
              </a:defRPr>
            </a:defPPr>
            <a:lvl1pPr algn="l">
              <a:defRPr sz="2400" b="1">
                <a:solidFill>
                  <a:srgbClr val="404040"/>
                </a:solidFill>
                <a:latin typeface="微软雅黑"/>
                <a:ea typeface="微软雅黑"/>
                <a:cs typeface="微软雅黑"/>
              </a:defRPr>
            </a:lvl1pPr>
            <a:lvl2pPr algn="l">
              <a:defRPr sz="2400" b="1">
                <a:solidFill>
                  <a:srgbClr val="404040"/>
                </a:solidFill>
                <a:latin typeface="微软雅黑"/>
                <a:ea typeface="微软雅黑"/>
                <a:cs typeface="微软雅黑"/>
              </a:defRPr>
            </a:lvl2pPr>
            <a:lvl3pPr algn="l">
              <a:defRPr sz="2400" b="1">
                <a:solidFill>
                  <a:srgbClr val="404040"/>
                </a:solidFill>
                <a:latin typeface="微软雅黑"/>
                <a:ea typeface="微软雅黑"/>
                <a:cs typeface="微软雅黑"/>
              </a:defRPr>
            </a:lvl3pPr>
            <a:lvl4pPr algn="l">
              <a:defRPr sz="2400" b="1">
                <a:solidFill>
                  <a:srgbClr val="404040"/>
                </a:solidFill>
                <a:latin typeface="微软雅黑"/>
                <a:ea typeface="微软雅黑"/>
                <a:cs typeface="微软雅黑"/>
              </a:defRPr>
            </a:lvl4pPr>
            <a:lvl5pPr algn="l">
              <a:defRPr sz="2400" b="1">
                <a:solidFill>
                  <a:srgbClr val="404040"/>
                </a:solidFill>
                <a:latin typeface="微软雅黑"/>
                <a:ea typeface="微软雅黑"/>
                <a:cs typeface="微软雅黑"/>
              </a:defRPr>
            </a:lvl5pPr>
            <a:lvl6pPr algn="l">
              <a:defRPr sz="2400" b="1">
                <a:solidFill>
                  <a:srgbClr val="404040"/>
                </a:solidFill>
                <a:latin typeface="微软雅黑"/>
                <a:ea typeface="微软雅黑"/>
                <a:cs typeface="微软雅黑"/>
              </a:defRPr>
            </a:lvl6pPr>
            <a:lvl7pPr algn="l">
              <a:defRPr sz="2400" b="1">
                <a:solidFill>
                  <a:srgbClr val="404040"/>
                </a:solidFill>
                <a:latin typeface="微软雅黑"/>
                <a:ea typeface="微软雅黑"/>
                <a:cs typeface="微软雅黑"/>
              </a:defRPr>
            </a:lvl7pPr>
            <a:lvl8pPr algn="l">
              <a:defRPr sz="2400" b="1">
                <a:solidFill>
                  <a:srgbClr val="404040"/>
                </a:solidFill>
                <a:latin typeface="微软雅黑"/>
                <a:ea typeface="微软雅黑"/>
                <a:cs typeface="微软雅黑"/>
              </a:defRPr>
            </a:lvl8pPr>
            <a:lvl9pPr algn="l">
              <a:defRPr sz="2400" b="1">
                <a:solidFill>
                  <a:srgbClr val="404040"/>
                </a:solidFill>
                <a:latin typeface="微软雅黑"/>
                <a:ea typeface="微软雅黑"/>
                <a:cs typeface="微软雅黑"/>
              </a:defRPr>
            </a:lvl9pPr>
          </a:lstStyle>
          <a:p>
            <a:pPr algn="l">
              <a:lnSpc>
                <a:spcPct val="120000"/>
              </a:lnSpc>
              <a:buNone/>
              <a:defRPr sz="2400" b="1">
                <a:solidFill>
                  <a:srgbClr val="404040"/>
                </a:solidFill>
                <a:latin typeface="微软雅黑"/>
                <a:ea typeface="微软雅黑"/>
                <a:cs typeface="微软雅黑"/>
              </a:defRPr>
            </a:pPr>
            <a:r>
              <a:rPr sz="2400" b="1">
                <a:solidFill>
                  <a:srgbClr val="404040"/>
                </a:solidFill>
                <a:latin typeface="微软雅黑"/>
                <a:ea typeface="微软雅黑"/>
                <a:cs typeface="微软雅黑"/>
              </a:rPr>
              <a:t>健康关注</a:t>
            </a:r>
          </a:p>
        </p:txBody>
      </p:sp>
      <p:sp>
        <p:nvSpPr>
          <p:cNvPr id="916" name="revision_audience_quote_2">
            <a:extLst>
              <a:ext uri="{FF2B5EF4-FFF2-40B4-BE49-F238E27FC236}">
                <a16:creationId xmlns:a16="http://schemas.microsoft.com/office/drawing/2014/main" id="{B62AB44D-820A-406B-9001-BE48D927EA29}"/>
              </a:ext>
            </a:extLst>
          </p:cNvPr>
          <p:cNvSpPr>
            <a:spLocks noGrp="1"/>
          </p:cNvSpPr>
          <p:nvPr/>
        </p:nvSpPr>
        <p:spPr>
          <a:xfrm>
            <a:off x="7967854" y="2999781"/>
            <a:ext cx="2495550" cy="714375"/>
          </a:xfrm>
          <a:prstGeom prst="rect">
            <a:avLst/>
          </a:prstGeom>
          <a:noFill/>
          <a:ln w="0">
            <a:noFill/>
          </a:ln>
        </p:spPr>
        <p:txBody>
          <a:bodyPr wrap="square" lIns="0" tIns="0" rIns="0" bIns="0" anchor="t">
            <a:noAutofit/>
          </a:bodyPr>
          <a:lstStyle>
            <a:defPPr algn="l">
              <a:defRPr sz="1725" b="0">
                <a:solidFill>
                  <a:srgbClr val="404040"/>
                </a:solidFill>
                <a:latin typeface="微软雅黑"/>
                <a:ea typeface="微软雅黑"/>
                <a:cs typeface="微软雅黑"/>
              </a:defRPr>
            </a:defPPr>
            <a:lvl1pPr algn="l">
              <a:defRPr sz="1725" b="0">
                <a:solidFill>
                  <a:srgbClr val="404040"/>
                </a:solidFill>
                <a:latin typeface="微软雅黑"/>
                <a:ea typeface="微软雅黑"/>
                <a:cs typeface="微软雅黑"/>
              </a:defRPr>
            </a:lvl1pPr>
            <a:lvl2pPr algn="l">
              <a:defRPr sz="1725" b="0">
                <a:solidFill>
                  <a:srgbClr val="404040"/>
                </a:solidFill>
                <a:latin typeface="微软雅黑"/>
                <a:ea typeface="微软雅黑"/>
                <a:cs typeface="微软雅黑"/>
              </a:defRPr>
            </a:lvl2pPr>
            <a:lvl3pPr algn="l">
              <a:defRPr sz="1725" b="0">
                <a:solidFill>
                  <a:srgbClr val="404040"/>
                </a:solidFill>
                <a:latin typeface="微软雅黑"/>
                <a:ea typeface="微软雅黑"/>
                <a:cs typeface="微软雅黑"/>
              </a:defRPr>
            </a:lvl3pPr>
            <a:lvl4pPr algn="l">
              <a:defRPr sz="1725" b="0">
                <a:solidFill>
                  <a:srgbClr val="404040"/>
                </a:solidFill>
                <a:latin typeface="微软雅黑"/>
                <a:ea typeface="微软雅黑"/>
                <a:cs typeface="微软雅黑"/>
              </a:defRPr>
            </a:lvl4pPr>
            <a:lvl5pPr algn="l">
              <a:defRPr sz="1725" b="0">
                <a:solidFill>
                  <a:srgbClr val="404040"/>
                </a:solidFill>
                <a:latin typeface="微软雅黑"/>
                <a:ea typeface="微软雅黑"/>
                <a:cs typeface="微软雅黑"/>
              </a:defRPr>
            </a:lvl5pPr>
            <a:lvl6pPr algn="l">
              <a:defRPr sz="1725" b="0">
                <a:solidFill>
                  <a:srgbClr val="404040"/>
                </a:solidFill>
                <a:latin typeface="微软雅黑"/>
                <a:ea typeface="微软雅黑"/>
                <a:cs typeface="微软雅黑"/>
              </a:defRPr>
            </a:lvl6pPr>
            <a:lvl7pPr algn="l">
              <a:defRPr sz="1725" b="0">
                <a:solidFill>
                  <a:srgbClr val="404040"/>
                </a:solidFill>
                <a:latin typeface="微软雅黑"/>
                <a:ea typeface="微软雅黑"/>
                <a:cs typeface="微软雅黑"/>
              </a:defRPr>
            </a:lvl7pPr>
            <a:lvl8pPr algn="l">
              <a:defRPr sz="1725" b="0">
                <a:solidFill>
                  <a:srgbClr val="404040"/>
                </a:solidFill>
                <a:latin typeface="微软雅黑"/>
                <a:ea typeface="微软雅黑"/>
                <a:cs typeface="微软雅黑"/>
              </a:defRPr>
            </a:lvl8pPr>
            <a:lvl9pPr algn="l">
              <a:defRPr sz="1725" b="0">
                <a:solidFill>
                  <a:srgbClr val="404040"/>
                </a:solidFill>
                <a:latin typeface="微软雅黑"/>
                <a:ea typeface="微软雅黑"/>
                <a:cs typeface="微软雅黑"/>
              </a:defRPr>
            </a:lvl9pPr>
          </a:lstStyle>
          <a:p>
            <a:pPr algn="l">
              <a:lnSpc>
                <a:spcPct val="120000"/>
              </a:lnSpc>
              <a:buNone/>
              <a:defRPr sz="1725" b="0">
                <a:solidFill>
                  <a:srgbClr val="404040"/>
                </a:solidFill>
                <a:latin typeface="微软雅黑"/>
                <a:ea typeface="微软雅黑"/>
                <a:cs typeface="微软雅黑"/>
              </a:defRPr>
            </a:pPr>
            <a:r>
              <a:rPr sz="1725" b="0" dirty="0">
                <a:solidFill>
                  <a:srgbClr val="404040"/>
                </a:solidFill>
                <a:latin typeface="微软雅黑"/>
                <a:ea typeface="微软雅黑"/>
                <a:cs typeface="微软雅黑"/>
              </a:rPr>
              <a:t>“</a:t>
            </a:r>
            <a:r>
              <a:rPr sz="1725" b="0" dirty="0" err="1">
                <a:solidFill>
                  <a:srgbClr val="404040"/>
                </a:solidFill>
                <a:latin typeface="微软雅黑"/>
                <a:ea typeface="微软雅黑"/>
                <a:cs typeface="微软雅黑"/>
              </a:rPr>
              <a:t>隔夜饭菜究竟</a:t>
            </a:r>
            <a:r>
              <a:rPr lang="zh-CN" altLang="en-US" sz="1725" b="0" dirty="0">
                <a:solidFill>
                  <a:srgbClr val="404040"/>
                </a:solidFill>
                <a:latin typeface="微软雅黑"/>
                <a:ea typeface="微软雅黑"/>
                <a:cs typeface="微软雅黑"/>
              </a:rPr>
              <a:t>什么时候有风险？”</a:t>
            </a:r>
          </a:p>
        </p:txBody>
      </p:sp>
      <p:sp>
        <p:nvSpPr>
          <p:cNvPr id="917" name="revision_audience_response_2">
            <a:extLst>
              <a:ext uri="{FF2B5EF4-FFF2-40B4-BE49-F238E27FC236}">
                <a16:creationId xmlns:a16="http://schemas.microsoft.com/office/drawing/2014/main" id="{A455A811-F223-4148-B858-0B2B25F57CF2}"/>
              </a:ext>
            </a:extLst>
          </p:cNvPr>
          <p:cNvSpPr>
            <a:spLocks noGrp="1"/>
          </p:cNvSpPr>
          <p:nvPr/>
        </p:nvSpPr>
        <p:spPr>
          <a:xfrm>
            <a:off x="7967854" y="4057650"/>
            <a:ext cx="2952750" cy="266700"/>
          </a:xfrm>
          <a:prstGeom prst="rect">
            <a:avLst/>
          </a:prstGeom>
          <a:noFill/>
          <a:ln w="0">
            <a:noFill/>
          </a:ln>
        </p:spPr>
        <p:txBody>
          <a:bodyPr wrap="square" lIns="0" tIns="0" rIns="0" bIns="0" anchor="t">
            <a:noAutofit/>
          </a:bodyPr>
          <a:lstStyle>
            <a:defPPr algn="l">
              <a:defRPr sz="1575" b="1">
                <a:solidFill>
                  <a:srgbClr val="A53836"/>
                </a:solidFill>
                <a:latin typeface="微软雅黑"/>
                <a:ea typeface="微软雅黑"/>
                <a:cs typeface="微软雅黑"/>
              </a:defRPr>
            </a:defPPr>
            <a:lvl1pPr algn="l">
              <a:defRPr sz="1575" b="1">
                <a:solidFill>
                  <a:srgbClr val="A53836"/>
                </a:solidFill>
                <a:latin typeface="微软雅黑"/>
                <a:ea typeface="微软雅黑"/>
                <a:cs typeface="微软雅黑"/>
              </a:defRPr>
            </a:lvl1pPr>
            <a:lvl2pPr algn="l">
              <a:defRPr sz="1575" b="1">
                <a:solidFill>
                  <a:srgbClr val="A53836"/>
                </a:solidFill>
                <a:latin typeface="微软雅黑"/>
                <a:ea typeface="微软雅黑"/>
                <a:cs typeface="微软雅黑"/>
              </a:defRPr>
            </a:lvl2pPr>
            <a:lvl3pPr algn="l">
              <a:defRPr sz="1575" b="1">
                <a:solidFill>
                  <a:srgbClr val="A53836"/>
                </a:solidFill>
                <a:latin typeface="微软雅黑"/>
                <a:ea typeface="微软雅黑"/>
                <a:cs typeface="微软雅黑"/>
              </a:defRPr>
            </a:lvl3pPr>
            <a:lvl4pPr algn="l">
              <a:defRPr sz="1575" b="1">
                <a:solidFill>
                  <a:srgbClr val="A53836"/>
                </a:solidFill>
                <a:latin typeface="微软雅黑"/>
                <a:ea typeface="微软雅黑"/>
                <a:cs typeface="微软雅黑"/>
              </a:defRPr>
            </a:lvl4pPr>
            <a:lvl5pPr algn="l">
              <a:defRPr sz="1575" b="1">
                <a:solidFill>
                  <a:srgbClr val="A53836"/>
                </a:solidFill>
                <a:latin typeface="微软雅黑"/>
                <a:ea typeface="微软雅黑"/>
                <a:cs typeface="微软雅黑"/>
              </a:defRPr>
            </a:lvl5pPr>
            <a:lvl6pPr algn="l">
              <a:defRPr sz="1575" b="1">
                <a:solidFill>
                  <a:srgbClr val="A53836"/>
                </a:solidFill>
                <a:latin typeface="微软雅黑"/>
                <a:ea typeface="微软雅黑"/>
                <a:cs typeface="微软雅黑"/>
              </a:defRPr>
            </a:lvl6pPr>
            <a:lvl7pPr algn="l">
              <a:defRPr sz="1575" b="1">
                <a:solidFill>
                  <a:srgbClr val="A53836"/>
                </a:solidFill>
                <a:latin typeface="微软雅黑"/>
                <a:ea typeface="微软雅黑"/>
                <a:cs typeface="微软雅黑"/>
              </a:defRPr>
            </a:lvl7pPr>
            <a:lvl8pPr algn="l">
              <a:defRPr sz="1575" b="1">
                <a:solidFill>
                  <a:srgbClr val="A53836"/>
                </a:solidFill>
                <a:latin typeface="微软雅黑"/>
                <a:ea typeface="微软雅黑"/>
                <a:cs typeface="微软雅黑"/>
              </a:defRPr>
            </a:lvl8pPr>
            <a:lvl9pPr algn="l">
              <a:defRPr sz="1575" b="1">
                <a:solidFill>
                  <a:srgbClr val="A53836"/>
                </a:solidFill>
                <a:latin typeface="微软雅黑"/>
                <a:ea typeface="微软雅黑"/>
                <a:cs typeface="微软雅黑"/>
              </a:defRPr>
            </a:lvl9pPr>
          </a:lstStyle>
          <a:p>
            <a:pPr algn="l">
              <a:lnSpc>
                <a:spcPct val="120000"/>
              </a:lnSpc>
              <a:buNone/>
              <a:defRPr sz="1575" b="1">
                <a:solidFill>
                  <a:srgbClr val="A53836"/>
                </a:solidFill>
                <a:latin typeface="微软雅黑"/>
                <a:ea typeface="微软雅黑"/>
                <a:cs typeface="微软雅黑"/>
              </a:defRPr>
            </a:pPr>
            <a:r>
              <a:rPr sz="1575" b="1">
                <a:solidFill>
                  <a:srgbClr val="A53836"/>
                </a:solidFill>
                <a:latin typeface="微软雅黑"/>
                <a:ea typeface="微软雅黑"/>
                <a:cs typeface="微软雅黑"/>
              </a:rPr>
              <a:t>设计回应</a:t>
            </a:r>
          </a:p>
        </p:txBody>
      </p:sp>
      <p:sp>
        <p:nvSpPr>
          <p:cNvPr id="918" name="revision_audience_body_2">
            <a:extLst>
              <a:ext uri="{FF2B5EF4-FFF2-40B4-BE49-F238E27FC236}">
                <a16:creationId xmlns:a16="http://schemas.microsoft.com/office/drawing/2014/main" id="{69F2AC86-CE87-4B4E-8C99-61CCD17B7846}"/>
              </a:ext>
            </a:extLst>
          </p:cNvPr>
          <p:cNvSpPr>
            <a:spLocks noGrp="1"/>
          </p:cNvSpPr>
          <p:nvPr/>
        </p:nvSpPr>
        <p:spPr>
          <a:xfrm>
            <a:off x="7967854" y="4438650"/>
            <a:ext cx="2952750" cy="1352550"/>
          </a:xfrm>
          <a:prstGeom prst="rect">
            <a:avLst/>
          </a:prstGeom>
          <a:noFill/>
          <a:ln w="0">
            <a:noFill/>
          </a:ln>
        </p:spPr>
        <p:txBody>
          <a:bodyPr wrap="square" lIns="0" tIns="0" rIns="0" bIns="0" anchor="t">
            <a:noAutofit/>
          </a:bodyPr>
          <a:lstStyle>
            <a:defPPr algn="l">
              <a:defRPr sz="1725" b="0">
                <a:solidFill>
                  <a:srgbClr val="404040"/>
                </a:solidFill>
                <a:latin typeface="微软雅黑"/>
                <a:ea typeface="微软雅黑"/>
                <a:cs typeface="微软雅黑"/>
              </a:defRPr>
            </a:defPPr>
            <a:lvl1pPr algn="l">
              <a:defRPr sz="1725" b="0">
                <a:solidFill>
                  <a:srgbClr val="404040"/>
                </a:solidFill>
                <a:latin typeface="微软雅黑"/>
                <a:ea typeface="微软雅黑"/>
                <a:cs typeface="微软雅黑"/>
              </a:defRPr>
            </a:lvl1pPr>
            <a:lvl2pPr algn="l">
              <a:defRPr sz="1725" b="0">
                <a:solidFill>
                  <a:srgbClr val="404040"/>
                </a:solidFill>
                <a:latin typeface="微软雅黑"/>
                <a:ea typeface="微软雅黑"/>
                <a:cs typeface="微软雅黑"/>
              </a:defRPr>
            </a:lvl2pPr>
            <a:lvl3pPr algn="l">
              <a:defRPr sz="1725" b="0">
                <a:solidFill>
                  <a:srgbClr val="404040"/>
                </a:solidFill>
                <a:latin typeface="微软雅黑"/>
                <a:ea typeface="微软雅黑"/>
                <a:cs typeface="微软雅黑"/>
              </a:defRPr>
            </a:lvl3pPr>
            <a:lvl4pPr algn="l">
              <a:defRPr sz="1725" b="0">
                <a:solidFill>
                  <a:srgbClr val="404040"/>
                </a:solidFill>
                <a:latin typeface="微软雅黑"/>
                <a:ea typeface="微软雅黑"/>
                <a:cs typeface="微软雅黑"/>
              </a:defRPr>
            </a:lvl4pPr>
            <a:lvl5pPr algn="l">
              <a:defRPr sz="1725" b="0">
                <a:solidFill>
                  <a:srgbClr val="404040"/>
                </a:solidFill>
                <a:latin typeface="微软雅黑"/>
                <a:ea typeface="微软雅黑"/>
                <a:cs typeface="微软雅黑"/>
              </a:defRPr>
            </a:lvl5pPr>
            <a:lvl6pPr algn="l">
              <a:defRPr sz="1725" b="0">
                <a:solidFill>
                  <a:srgbClr val="404040"/>
                </a:solidFill>
                <a:latin typeface="微软雅黑"/>
                <a:ea typeface="微软雅黑"/>
                <a:cs typeface="微软雅黑"/>
              </a:defRPr>
            </a:lvl6pPr>
            <a:lvl7pPr algn="l">
              <a:defRPr sz="1725" b="0">
                <a:solidFill>
                  <a:srgbClr val="404040"/>
                </a:solidFill>
                <a:latin typeface="微软雅黑"/>
                <a:ea typeface="微软雅黑"/>
                <a:cs typeface="微软雅黑"/>
              </a:defRPr>
            </a:lvl7pPr>
            <a:lvl8pPr algn="l">
              <a:defRPr sz="1725" b="0">
                <a:solidFill>
                  <a:srgbClr val="404040"/>
                </a:solidFill>
                <a:latin typeface="微软雅黑"/>
                <a:ea typeface="微软雅黑"/>
                <a:cs typeface="微软雅黑"/>
              </a:defRPr>
            </a:lvl8pPr>
            <a:lvl9pPr algn="l">
              <a:defRPr sz="1725" b="0">
                <a:solidFill>
                  <a:srgbClr val="404040"/>
                </a:solidFill>
                <a:latin typeface="微软雅黑"/>
                <a:ea typeface="微软雅黑"/>
                <a:cs typeface="微软雅黑"/>
              </a:defRPr>
            </a:lvl9pPr>
          </a:lstStyle>
          <a:p>
            <a:pPr algn="l">
              <a:lnSpc>
                <a:spcPct val="120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给出简单、清楚</a:t>
            </a:r>
            <a:r>
              <a:rPr sz="1725" b="0" dirty="0">
                <a:solidFill>
                  <a:srgbClr val="404040"/>
                </a:solidFill>
                <a:latin typeface="微软雅黑"/>
                <a:ea typeface="微软雅黑"/>
                <a:cs typeface="微软雅黑"/>
              </a:rPr>
              <a:t>、</a:t>
            </a:r>
          </a:p>
          <a:p>
            <a:pPr algn="l">
              <a:lnSpc>
                <a:spcPct val="120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可执行的判断依据</a:t>
            </a:r>
            <a:endParaRPr sz="1725" b="0" dirty="0">
              <a:solidFill>
                <a:srgbClr val="404040"/>
              </a:solidFill>
              <a:latin typeface="微软雅黑"/>
              <a:ea typeface="微软雅黑"/>
              <a:cs typeface="微软雅黑"/>
            </a:endParaRPr>
          </a:p>
          <a:p>
            <a:pPr algn="l">
              <a:lnSpc>
                <a:spcPct val="120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不只回答能吃或不能吃</a:t>
            </a:r>
            <a:r>
              <a:rPr sz="1725" b="0" dirty="0">
                <a:solidFill>
                  <a:srgbClr val="404040"/>
                </a:solidFill>
                <a:latin typeface="微软雅黑"/>
                <a:ea typeface="微软雅黑"/>
                <a:cs typeface="微软雅黑"/>
              </a:rPr>
              <a:t>，</a:t>
            </a:r>
          </a:p>
          <a:p>
            <a:pPr algn="l">
              <a:lnSpc>
                <a:spcPct val="120000"/>
              </a:lnSpc>
              <a:buNone/>
              <a:defRPr sz="1725" b="0">
                <a:solidFill>
                  <a:srgbClr val="404040"/>
                </a:solidFill>
                <a:latin typeface="微软雅黑"/>
                <a:ea typeface="微软雅黑"/>
                <a:cs typeface="微软雅黑"/>
              </a:defRPr>
            </a:pPr>
            <a:r>
              <a:rPr sz="1725" b="0" dirty="0" err="1">
                <a:solidFill>
                  <a:srgbClr val="404040"/>
                </a:solidFill>
                <a:latin typeface="微软雅黑"/>
                <a:ea typeface="微软雅黑"/>
                <a:cs typeface="微软雅黑"/>
              </a:rPr>
              <a:t>还要交代条件与做法</a:t>
            </a:r>
            <a:endParaRPr sz="1725" b="0" dirty="0">
              <a:solidFill>
                <a:srgbClr val="404040"/>
              </a:solidFill>
              <a:latin typeface="微软雅黑"/>
              <a:ea typeface="微软雅黑"/>
              <a:cs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ot_11"/>
          <p:cNvSpPr/>
          <p:nvPr/>
        </p:nvSpPr>
        <p:spPr>
          <a:xfrm>
            <a:off x="-33020" y="931545"/>
            <a:ext cx="12225655" cy="5679440"/>
          </a:xfrm>
          <a:prstGeom prst="rect">
            <a:avLst/>
          </a:prstGeom>
          <a:gradFill>
            <a:gsLst>
              <a:gs pos="0">
                <a:srgbClr val="3A5C74">
                  <a:alpha val="14000"/>
                  <a:lumMod val="94000"/>
                  <a:lumOff val="6000"/>
                </a:srgbClr>
              </a:gs>
              <a:gs pos="72000">
                <a:srgbClr val="E1C888">
                  <a:alpha val="13000"/>
                  <a:lumMod val="30000"/>
                  <a:lumOff val="70000"/>
                </a:srgbClr>
              </a:gs>
            </a:gsLst>
            <a:lin ang="8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slot_43"/>
          <p:cNvSpPr/>
          <p:nvPr/>
        </p:nvSpPr>
        <p:spPr>
          <a:xfrm>
            <a:off x="0" y="6548202"/>
            <a:ext cx="12192000" cy="309798"/>
          </a:xfrm>
          <a:prstGeom prst="rect">
            <a:avLst/>
          </a:pr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6" name="组合 95"/>
          <p:cNvGrpSpPr/>
          <p:nvPr/>
        </p:nvGrpSpPr>
        <p:grpSpPr>
          <a:xfrm>
            <a:off x="5045128" y="2083597"/>
            <a:ext cx="2165279" cy="1656080"/>
            <a:chOff x="615726" y="887171"/>
            <a:chExt cx="2165279" cy="1656080"/>
          </a:xfrm>
        </p:grpSpPr>
        <p:sp>
          <p:nvSpPr>
            <p:cNvPr id="97" name="slot_97"/>
            <p:cNvSpPr txBox="1"/>
            <p:nvPr/>
          </p:nvSpPr>
          <p:spPr>
            <a:xfrm>
              <a:off x="615726" y="88717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dirty="0">
                  <a:solidFill>
                    <a:srgbClr val="A23838"/>
                  </a:solidFill>
                  <a:latin typeface="Times New Roman" panose="02020603050405020304" charset="0"/>
                  <a:ea typeface="方正盛世楷书简体_大" panose="02000000000000000000" charset="-122"/>
                  <a:cs typeface="+mn-cs"/>
                  <a:sym typeface="+mn-lt"/>
                </a:rPr>
                <a:t>目  录</a:t>
              </a:r>
              <a:endParaRPr kumimoji="0" lang="zh-CN" altLang="en-US" sz="4800" b="1" i="0" u="none" strike="noStrike" kern="2200" cap="none" spc="0" normalizeH="0" baseline="0" noProof="0" dirty="0">
                <a:ln>
                  <a:noFill/>
                </a:ln>
                <a:solidFill>
                  <a:srgbClr val="A23838"/>
                </a:solidFill>
                <a:effectLst/>
                <a:uLnTx/>
                <a:uFillTx/>
                <a:latin typeface="Times New Roman" panose="02020603050405020304" charset="0"/>
                <a:ea typeface="方正盛世楷书简体_大" panose="02000000000000000000" charset="-122"/>
                <a:cs typeface="+mn-cs"/>
                <a:sym typeface="+mn-lt"/>
              </a:endParaRPr>
            </a:p>
          </p:txBody>
        </p:sp>
        <p:sp>
          <p:nvSpPr>
            <p:cNvPr id="98" name="slot_98"/>
            <p:cNvSpPr txBox="1"/>
            <p:nvPr/>
          </p:nvSpPr>
          <p:spPr>
            <a:xfrm>
              <a:off x="803686" y="1959686"/>
              <a:ext cx="1788795" cy="58356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b="1" i="0" u="none" strike="noStrike" cap="none" spc="100" normalizeH="0" baseline="0" dirty="0">
                  <a:solidFill>
                    <a:srgbClr val="C59270">
                      <a:alpha val="56000"/>
                    </a:srgbClr>
                  </a:solidFill>
                  <a:latin typeface="Arial" panose="020B0604020202020204" pitchFamily="34" charset="0"/>
                  <a:ea typeface="仓耳玄三M W05" panose="02020400000000000000" charset="-122"/>
                  <a:cs typeface="Arial" panose="020B0604020202020204" pitchFamily="34" charset="0"/>
                  <a:sym typeface="+mn-lt"/>
                </a:rPr>
                <a:t>CONTENTS</a:t>
              </a:r>
              <a:endParaRPr kumimoji="0" lang="en-US" sz="1400" b="0" i="0" u="none" strike="noStrike" cap="none" spc="100" normalizeH="0" baseline="0" dirty="0">
                <a:solidFill>
                  <a:srgbClr val="C59270">
                    <a:alpha val="56000"/>
                  </a:srgbClr>
                </a:solidFill>
                <a:latin typeface="Arial" panose="020B0604020202020204" pitchFamily="34" charset="0"/>
                <a:ea typeface="仓耳玄三M W05" panose="02020400000000000000" charset="-122"/>
                <a:cs typeface="Arial" panose="020B0604020202020204" pitchFamily="34" charset="0"/>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400" b="0" i="0" u="none" strike="noStrike" kern="1200" cap="none" spc="100" normalizeH="0" baseline="0" noProof="0" dirty="0">
                <a:ln>
                  <a:noFill/>
                </a:ln>
                <a:solidFill>
                  <a:srgbClr val="C59270">
                    <a:alpha val="56000"/>
                  </a:srgbClr>
                </a:solidFill>
                <a:effectLst/>
                <a:uLnTx/>
                <a:uFillTx/>
                <a:latin typeface="Arial" panose="020B0604020202020204" pitchFamily="34" charset="0"/>
                <a:ea typeface="仓耳玄三M W05" panose="02020400000000000000" charset="-122"/>
                <a:cs typeface="Arial" panose="020B0604020202020204" pitchFamily="34" charset="0"/>
                <a:sym typeface="+mn-lt"/>
              </a:endParaRPr>
            </a:p>
          </p:txBody>
        </p:sp>
      </p:grpSp>
      <p:grpSp>
        <p:nvGrpSpPr>
          <p:cNvPr id="99" name="组合 98"/>
          <p:cNvGrpSpPr/>
          <p:nvPr/>
        </p:nvGrpSpPr>
        <p:grpSpPr>
          <a:xfrm>
            <a:off x="5808980" y="1297940"/>
            <a:ext cx="720000" cy="720000"/>
            <a:chOff x="2105799" y="20055838"/>
            <a:chExt cx="6748090" cy="6732363"/>
          </a:xfrm>
          <a:solidFill>
            <a:srgbClr val="A23838"/>
          </a:solidFill>
        </p:grpSpPr>
        <p:sp>
          <p:nvSpPr>
            <p:cNvPr id="100" name="slot_100"/>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1" name="slot_101"/>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2" name="slot_102"/>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3" name="slot_103"/>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4" name="slot_104"/>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5" name="slot_105"/>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6" name="slot_106"/>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7" name="slot_107"/>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8" name="slot_108"/>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9" name="slot_109"/>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0" name="slot_110"/>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1" name="slot_111"/>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2" name="slot_112"/>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3" name="slot_113"/>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4" name="slot_114"/>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5" name="slot_115"/>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6" name="slot_116"/>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7" name="slot_117"/>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8" name="slot_118"/>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9" name="slot_119"/>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0" name="slot_120"/>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1" name="slot_121"/>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2" name="slot_122"/>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grpSp>
        <p:nvGrpSpPr>
          <p:cNvPr id="15" name="组合 14"/>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7" name="组合 6"/>
              <p:cNvGrpSpPr/>
              <p:nvPr/>
            </p:nvGrpSpPr>
            <p:grpSpPr>
              <a:xfrm>
                <a:off x="5325" y="0"/>
                <a:ext cx="6943" cy="1748"/>
                <a:chOff x="4854" y="200"/>
                <a:chExt cx="6943" cy="1748"/>
              </a:xfrm>
            </p:grpSpPr>
            <p:pic>
              <p:nvPicPr>
                <p:cNvPr id="3" name="picture_3" descr="picture_3"/>
                <p:cNvPicPr>
                  <a:picLocks noChangeAspect="1"/>
                </p:cNvPicPr>
                <p:nvPr/>
              </p:nvPicPr>
              <p:blipFill>
                <a:blip r:embed="rId3">
                  <a:alphaModFix amt="20000"/>
                </a:blip>
                <a:stretch>
                  <a:fillRect/>
                </a:stretch>
              </p:blipFill>
              <p:spPr>
                <a:xfrm>
                  <a:off x="4854" y="200"/>
                  <a:ext cx="1749" cy="1749"/>
                </a:xfrm>
                <a:prstGeom prst="rect">
                  <a:avLst/>
                </a:prstGeom>
              </p:spPr>
            </p:pic>
            <p:pic>
              <p:nvPicPr>
                <p:cNvPr id="4" name="picture_4" descr="picture_4"/>
                <p:cNvPicPr>
                  <a:picLocks noChangeAspect="1"/>
                </p:cNvPicPr>
                <p:nvPr/>
              </p:nvPicPr>
              <p:blipFill>
                <a:blip r:embed="rId3">
                  <a:alphaModFix amt="20000"/>
                </a:blip>
                <a:stretch>
                  <a:fillRect/>
                </a:stretch>
              </p:blipFill>
              <p:spPr>
                <a:xfrm>
                  <a:off x="6552" y="200"/>
                  <a:ext cx="1749" cy="1749"/>
                </a:xfrm>
                <a:prstGeom prst="rect">
                  <a:avLst/>
                </a:prstGeom>
              </p:spPr>
            </p:pic>
            <p:pic>
              <p:nvPicPr>
                <p:cNvPr id="5" name="picture_5" descr="picture_5"/>
                <p:cNvPicPr>
                  <a:picLocks noChangeAspect="1"/>
                </p:cNvPicPr>
                <p:nvPr/>
              </p:nvPicPr>
              <p:blipFill>
                <a:blip r:embed="rId3">
                  <a:alphaModFix amt="20000"/>
                </a:blip>
                <a:stretch>
                  <a:fillRect/>
                </a:stretch>
              </p:blipFill>
              <p:spPr>
                <a:xfrm>
                  <a:off x="8301" y="200"/>
                  <a:ext cx="1749" cy="1749"/>
                </a:xfrm>
                <a:prstGeom prst="rect">
                  <a:avLst/>
                </a:prstGeom>
              </p:spPr>
            </p:pic>
            <p:pic>
              <p:nvPicPr>
                <p:cNvPr id="6" name="picture_6" descr="picture_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3" name="组合 12"/>
              <p:cNvGrpSpPr/>
              <p:nvPr/>
            </p:nvGrpSpPr>
            <p:grpSpPr>
              <a:xfrm>
                <a:off x="12269" y="0"/>
                <a:ext cx="6943" cy="1748"/>
                <a:chOff x="4854" y="200"/>
                <a:chExt cx="6943" cy="1748"/>
              </a:xfrm>
            </p:grpSpPr>
            <p:pic>
              <p:nvPicPr>
                <p:cNvPr id="16" name="picture_16" descr="picture_16"/>
                <p:cNvPicPr>
                  <a:picLocks noChangeAspect="1"/>
                </p:cNvPicPr>
                <p:nvPr/>
              </p:nvPicPr>
              <p:blipFill>
                <a:blip r:embed="rId3">
                  <a:alphaModFix amt="20000"/>
                </a:blip>
                <a:stretch>
                  <a:fillRect/>
                </a:stretch>
              </p:blipFill>
              <p:spPr>
                <a:xfrm>
                  <a:off x="4854" y="200"/>
                  <a:ext cx="1749" cy="1749"/>
                </a:xfrm>
                <a:prstGeom prst="rect">
                  <a:avLst/>
                </a:prstGeom>
              </p:spPr>
            </p:pic>
            <p:pic>
              <p:nvPicPr>
                <p:cNvPr id="19" name="picture_19" descr="picture_19"/>
                <p:cNvPicPr>
                  <a:picLocks noChangeAspect="1"/>
                </p:cNvPicPr>
                <p:nvPr/>
              </p:nvPicPr>
              <p:blipFill>
                <a:blip r:embed="rId3">
                  <a:alphaModFix amt="20000"/>
                </a:blip>
                <a:stretch>
                  <a:fillRect/>
                </a:stretch>
              </p:blipFill>
              <p:spPr>
                <a:xfrm>
                  <a:off x="6552"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8301"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6" name="组合 25"/>
              <p:cNvGrpSpPr/>
              <p:nvPr/>
            </p:nvGrpSpPr>
            <p:grpSpPr>
              <a:xfrm>
                <a:off x="-1593" y="0"/>
                <a:ext cx="6943" cy="1748"/>
                <a:chOff x="4854" y="200"/>
                <a:chExt cx="6943" cy="1748"/>
              </a:xfrm>
            </p:grpSpPr>
            <p:pic>
              <p:nvPicPr>
                <p:cNvPr id="27" name="picture_27" descr="picture_27"/>
                <p:cNvPicPr>
                  <a:picLocks noChangeAspect="1"/>
                </p:cNvPicPr>
                <p:nvPr/>
              </p:nvPicPr>
              <p:blipFill>
                <a:blip r:embed="rId3">
                  <a:alphaModFix amt="20000"/>
                </a:blip>
                <a:stretch>
                  <a:fillRect/>
                </a:stretch>
              </p:blipFill>
              <p:spPr>
                <a:xfrm>
                  <a:off x="4854" y="200"/>
                  <a:ext cx="1749" cy="1749"/>
                </a:xfrm>
                <a:prstGeom prst="rect">
                  <a:avLst/>
                </a:prstGeom>
              </p:spPr>
            </p:pic>
            <p:pic>
              <p:nvPicPr>
                <p:cNvPr id="28" name="picture_28" descr="picture_28"/>
                <p:cNvPicPr>
                  <a:picLocks noChangeAspect="1"/>
                </p:cNvPicPr>
                <p:nvPr/>
              </p:nvPicPr>
              <p:blipFill>
                <a:blip r:embed="rId3">
                  <a:alphaModFix amt="20000"/>
                </a:blip>
                <a:stretch>
                  <a:fillRect/>
                </a:stretch>
              </p:blipFill>
              <p:spPr>
                <a:xfrm>
                  <a:off x="6552"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8301"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2" name="picture_12" descr="picture_12"/>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endParaRPr>
            </a:p>
          </p:txBody>
        </p:sp>
        <p:pic>
          <p:nvPicPr>
            <p:cNvPr id="127" name="picture_127" descr="picture_1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5" y="519"/>
              <a:ext cx="2858" cy="805"/>
            </a:xfrm>
            <a:prstGeom prst="rect">
              <a:avLst/>
            </a:prstGeom>
          </p:spPr>
        </p:pic>
      </p:grpSp>
      <p:sp>
        <p:nvSpPr>
          <p:cNvPr id="9" name="slot_9"/>
          <p:cNvSpPr>
            <a:spLocks noGrp="1"/>
          </p:cNvSpPr>
          <p:nvPr>
            <p:ph type="sldNum" sz="quarter" idx="12"/>
          </p:nvPr>
        </p:nvSpPr>
        <p:spPr/>
        <p:txBody>
          <a:bodyPr/>
          <a:lstStyle/>
          <a:p>
            <a:fld id="{565CE74E-AB26-4998-AD42-012C4C1AD076}" type="slidenum">
              <a:rPr lang="zh-CN" altLang="en-US" smtClean="0"/>
              <a:t>12</a:t>
            </a:fld>
            <a:endParaRPr lang="zh-CN" altLang="en-US"/>
          </a:p>
        </p:txBody>
      </p:sp>
      <p:sp>
        <p:nvSpPr>
          <p:cNvPr id="228" name="revision_native_0"/>
          <p:cNvSpPr txBox="1"/>
          <p:nvPr/>
        </p:nvSpPr>
        <p:spPr>
          <a:xfrm>
            <a:off x="904875" y="3819525"/>
            <a:ext cx="904875" cy="771525"/>
          </a:xfrm>
          <a:prstGeom prst="rect">
            <a:avLst/>
          </a:prstGeom>
          <a:noFill/>
        </p:spPr>
        <p:txBody>
          <a:bodyPr wrap="none" rtlCol="0">
            <a:spAutoFit/>
          </a:bodyPr>
          <a:lstStyle/>
          <a:p>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rPr>
              <a:t>01</a:t>
            </a:r>
          </a:p>
        </p:txBody>
      </p:sp>
      <p:sp>
        <p:nvSpPr>
          <p:cNvPr id="229" name="revision_native_1"/>
          <p:cNvSpPr txBox="1"/>
          <p:nvPr/>
        </p:nvSpPr>
        <p:spPr>
          <a:xfrm>
            <a:off x="1952625" y="3933825"/>
            <a:ext cx="3857625" cy="571500"/>
          </a:xfrm>
          <a:prstGeom prst="rect">
            <a:avLst/>
          </a:prstGeom>
          <a:noFill/>
        </p:spPr>
        <p:txBody>
          <a:bodyPr wrap="none" rtlCol="0">
            <a:spAutoFit/>
          </a:bodyPr>
          <a:lstStyle/>
          <a:p>
            <a:pPr algn="l"/>
            <a:r>
              <a:rPr lang="zh-CN" altLang="en-US" sz="2400" b="1" spc="300" dirty="0">
                <a:solidFill>
                  <a:srgbClr val="A23838"/>
                </a:solidFill>
                <a:latin typeface="微软雅黑" panose="020B0503020204020204" pitchFamily="34" charset="-122"/>
                <a:ea typeface="微软雅黑" panose="020B0503020204020204" pitchFamily="34" charset="-122"/>
              </a:rPr>
              <a:t>选题与传播目标</a:t>
            </a:r>
          </a:p>
        </p:txBody>
      </p:sp>
      <p:sp>
        <p:nvSpPr>
          <p:cNvPr id="230" name="revision_native_2"/>
          <p:cNvSpPr txBox="1"/>
          <p:nvPr/>
        </p:nvSpPr>
        <p:spPr>
          <a:xfrm>
            <a:off x="6429375" y="3819525"/>
            <a:ext cx="904875" cy="771525"/>
          </a:xfrm>
          <a:prstGeom prst="rect">
            <a:avLst/>
          </a:prstGeom>
          <a:noFill/>
        </p:spPr>
        <p:txBody>
          <a:bodyPr wrap="none" rtlCol="0">
            <a:spAutoFit/>
          </a:bodyPr>
          <a:lstStyle/>
          <a:p>
            <a:pPr lvl="0" algn="l">
              <a:buClrTx/>
              <a:buSzTx/>
              <a:buFontTx/>
            </a:pPr>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sym typeface="+mn-ea"/>
              </a:rPr>
              <a:t>02</a:t>
            </a:r>
          </a:p>
        </p:txBody>
      </p:sp>
      <p:sp>
        <p:nvSpPr>
          <p:cNvPr id="231" name="revision_native_3"/>
          <p:cNvSpPr txBox="1"/>
          <p:nvPr/>
        </p:nvSpPr>
        <p:spPr>
          <a:xfrm>
            <a:off x="7477125" y="3933825"/>
            <a:ext cx="3857625" cy="571500"/>
          </a:xfrm>
          <a:prstGeom prst="rect">
            <a:avLst/>
          </a:prstGeom>
          <a:noFill/>
        </p:spPr>
        <p:txBody>
          <a:bodyPr wrap="none" rtlCol="0">
            <a:spAutoFit/>
          </a:bodyPr>
          <a:lstStyle/>
          <a:p>
            <a:pPr algn="l"/>
            <a:r>
              <a:rPr lang="zh-CN" altLang="en-US" sz="2400" b="1" spc="300" dirty="0">
                <a:solidFill>
                  <a:srgbClr val="A23838"/>
                </a:solidFill>
                <a:latin typeface="微软雅黑" panose="020B0503020204020204" pitchFamily="34" charset="-122"/>
                <a:ea typeface="微软雅黑" panose="020B0503020204020204" pitchFamily="34" charset="-122"/>
                <a:sym typeface="+mn-ea"/>
              </a:rPr>
              <a:t>受众分析与框架理论</a:t>
            </a:r>
          </a:p>
        </p:txBody>
      </p:sp>
      <p:sp>
        <p:nvSpPr>
          <p:cNvPr id="232" name="revision_native_4"/>
          <p:cNvSpPr txBox="1"/>
          <p:nvPr/>
        </p:nvSpPr>
        <p:spPr>
          <a:xfrm>
            <a:off x="904875" y="4752975"/>
            <a:ext cx="904875" cy="771525"/>
          </a:xfrm>
          <a:prstGeom prst="rect">
            <a:avLst/>
          </a:prstGeom>
          <a:noFill/>
        </p:spPr>
        <p:txBody>
          <a:bodyPr wrap="none" rtlCol="0">
            <a:spAutoFit/>
          </a:bodyPr>
          <a:lstStyle/>
          <a:p>
            <a:pPr lvl="0" algn="l">
              <a:buClrTx/>
              <a:buSzTx/>
              <a:buFontTx/>
            </a:pPr>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sym typeface="+mn-ea"/>
              </a:rPr>
              <a:t>03</a:t>
            </a:r>
          </a:p>
        </p:txBody>
      </p:sp>
      <p:sp>
        <p:nvSpPr>
          <p:cNvPr id="233" name="revision_native_5"/>
          <p:cNvSpPr txBox="1"/>
          <p:nvPr/>
        </p:nvSpPr>
        <p:spPr>
          <a:xfrm>
            <a:off x="1952625" y="4867275"/>
            <a:ext cx="3857625" cy="571500"/>
          </a:xfrm>
          <a:prstGeom prst="rect">
            <a:avLst/>
          </a:prstGeom>
          <a:noFill/>
        </p:spPr>
        <p:txBody>
          <a:bodyPr wrap="none" rtlCol="0">
            <a:spAutoFit/>
          </a:bodyPr>
          <a:lstStyle/>
          <a:p>
            <a:pPr lvl="0" algn="l">
              <a:buClrTx/>
              <a:buSzTx/>
              <a:buFontTx/>
            </a:pPr>
            <a:r>
              <a:rPr lang="zh-CN" altLang="en-US" sz="2400" b="1" spc="300" dirty="0">
                <a:solidFill>
                  <a:srgbClr val="A23838"/>
                </a:solidFill>
                <a:latin typeface="微软雅黑" panose="020B0503020204020204" pitchFamily="34" charset="-122"/>
                <a:ea typeface="微软雅黑" panose="020B0503020204020204" pitchFamily="34" charset="-122"/>
                <a:sym typeface="+mn-ea"/>
              </a:rPr>
              <a:t>科学内容与传播策略</a:t>
            </a:r>
          </a:p>
        </p:txBody>
      </p:sp>
      <p:sp>
        <p:nvSpPr>
          <p:cNvPr id="234" name="revision_native_6"/>
          <p:cNvSpPr txBox="1"/>
          <p:nvPr/>
        </p:nvSpPr>
        <p:spPr>
          <a:xfrm>
            <a:off x="6429375" y="4752975"/>
            <a:ext cx="904875" cy="771525"/>
          </a:xfrm>
          <a:prstGeom prst="rect">
            <a:avLst/>
          </a:prstGeom>
          <a:noFill/>
        </p:spPr>
        <p:txBody>
          <a:bodyPr wrap="none" rtlCol="0">
            <a:spAutoFit/>
          </a:bodyPr>
          <a:lstStyle/>
          <a:p>
            <a:pPr lvl="0" algn="l">
              <a:buClrTx/>
              <a:buSzTx/>
              <a:buFontTx/>
            </a:pPr>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sym typeface="+mn-ea"/>
              </a:rPr>
              <a:t>04</a:t>
            </a:r>
          </a:p>
        </p:txBody>
      </p:sp>
      <p:sp>
        <p:nvSpPr>
          <p:cNvPr id="235" name="revision_native_7"/>
          <p:cNvSpPr txBox="1"/>
          <p:nvPr/>
        </p:nvSpPr>
        <p:spPr>
          <a:xfrm>
            <a:off x="7477125" y="4867275"/>
            <a:ext cx="2608406" cy="461665"/>
          </a:xfrm>
          <a:prstGeom prst="rect">
            <a:avLst/>
          </a:prstGeom>
          <a:noFill/>
        </p:spPr>
        <p:txBody>
          <a:bodyPr wrap="none" rtlCol="0">
            <a:spAutoFit/>
          </a:bodyPr>
          <a:lstStyle/>
          <a:p>
            <a:pPr algn="l"/>
            <a:r>
              <a:rPr lang="zh-CN" altLang="en-US" sz="2400" b="1" spc="300" dirty="0">
                <a:solidFill>
                  <a:srgbClr val="A23838"/>
                </a:solidFill>
                <a:latin typeface="微软雅黑" panose="020B0503020204020204" pitchFamily="34" charset="-122"/>
                <a:ea typeface="微软雅黑" panose="020B0503020204020204" pitchFamily="34" charset="-122"/>
                <a:sym typeface="+mn-ea"/>
              </a:rPr>
              <a:t>视频与游戏设计</a:t>
            </a:r>
          </a:p>
        </p:txBody>
      </p:sp>
      <p:sp>
        <p:nvSpPr>
          <p:cNvPr id="2" name="箭头: 右 1">
            <a:extLst>
              <a:ext uri="{FF2B5EF4-FFF2-40B4-BE49-F238E27FC236}">
                <a16:creationId xmlns:a16="http://schemas.microsoft.com/office/drawing/2014/main" id="{4A30C649-D1D5-46D8-9FE4-296AE2BB4339}"/>
              </a:ext>
            </a:extLst>
          </p:cNvPr>
          <p:cNvSpPr/>
          <p:nvPr/>
        </p:nvSpPr>
        <p:spPr>
          <a:xfrm>
            <a:off x="383524" y="4938435"/>
            <a:ext cx="473726" cy="400603"/>
          </a:xfrm>
          <a:prstGeom prst="rightArrow">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72951505"/>
      </p:ext>
    </p:extLst>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5" name="slot_15"/>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pic>
        <p:nvPicPr>
          <p:cNvPr id="2" name="picture_2" descr="picture_2"/>
          <p:cNvPicPr>
            <a:picLocks noChangeAspect="1"/>
          </p:cNvPicPr>
          <p:nvPr/>
        </p:nvPicPr>
        <p:blipFill>
          <a:blip r:embed="rId6"/>
          <a:stretch>
            <a:fillRect/>
          </a:stretch>
        </p:blipFill>
        <p:spPr>
          <a:xfrm flipH="1">
            <a:off x="7787005" y="3843020"/>
            <a:ext cx="4404995" cy="3014980"/>
          </a:xfrm>
          <a:prstGeom prst="rect">
            <a:avLst/>
          </a:prstGeom>
        </p:spPr>
      </p:pic>
      <p:sp>
        <p:nvSpPr>
          <p:cNvPr id="4" name="slot_4"/>
          <p:cNvSpPr>
            <a:spLocks noGrp="1"/>
          </p:cNvSpPr>
          <p:nvPr>
            <p:ph type="sldNum" sz="quarter" idx="12"/>
          </p:nvPr>
        </p:nvSpPr>
        <p:spPr/>
        <p:txBody>
          <a:bodyPr/>
          <a:lstStyle/>
          <a:p>
            <a:fld id="{565CE74E-AB26-4998-AD42-012C4C1AD076}" type="slidenum">
              <a:rPr lang="zh-CN" altLang="en-US" smtClean="0"/>
              <a:t>13</a:t>
            </a:fld>
            <a:endParaRPr lang="zh-CN" altLang="en-US"/>
          </a:p>
        </p:txBody>
      </p:sp>
      <p:sp>
        <p:nvSpPr>
          <p:cNvPr id="5" name="slot_5"/>
          <p:cNvSpPr/>
          <p:nvPr/>
        </p:nvSpPr>
        <p:spPr>
          <a:xfrm>
            <a:off x="0" y="3828654"/>
            <a:ext cx="12192000" cy="3029345"/>
          </a:xfrm>
          <a:prstGeom prst="rect">
            <a:avLst/>
          </a:prstGeom>
          <a:gradFill>
            <a:gsLst>
              <a:gs pos="71000">
                <a:srgbClr val="C4B798">
                  <a:alpha val="99000"/>
                </a:srgbClr>
              </a:gs>
              <a:gs pos="50000">
                <a:srgbClr val="A23838"/>
              </a:gs>
              <a:gs pos="100000">
                <a:srgbClr val="F1D5A4">
                  <a:alpha val="7000"/>
                </a:srgbClr>
              </a:gs>
            </a:gsLst>
            <a:lin ang="6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7" name="slot_97"/>
          <p:cNvSpPr txBox="1"/>
          <p:nvPr/>
        </p:nvSpPr>
        <p:spPr>
          <a:xfrm>
            <a:off x="400050" y="132398"/>
            <a:ext cx="8477250" cy="761048"/>
          </a:xfrm>
          <a:prstGeom prst="rect">
            <a:avLst/>
          </a:prstGeom>
        </p:spPr>
        <p:txBody>
          <a:bodyPr anchor="ctr">
            <a:normAutofit fontScale="95000"/>
          </a:bodyPr>
          <a:lstStyle>
            <a:lvl1pPr algn="l" defTabSz="914400" rtl="0" eaLnBrk="1" latinLnBrk="0" hangingPunct="1">
              <a:lnSpc>
                <a:spcPct val="90000"/>
              </a:lnSpc>
              <a:spcBef>
                <a:spcPct val="0"/>
              </a:spcBef>
              <a:buNone/>
              <a:defRPr sz="435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sz="4350"/>
            </a:pPr>
            <a:r>
              <a:rPr kumimoji="0" lang="zh-CN" altLang="en-US" sz="435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科学内容的筛选</a:t>
            </a:r>
          </a:p>
        </p:txBody>
      </p:sp>
      <p:sp>
        <p:nvSpPr>
          <p:cNvPr id="138" name="slot_138"/>
          <p:cNvSpPr/>
          <p:nvPr/>
        </p:nvSpPr>
        <p:spPr>
          <a:xfrm>
            <a:off x="4765532" y="2096173"/>
            <a:ext cx="2674908" cy="4088984"/>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9" name="slot_139"/>
          <p:cNvSpPr/>
          <p:nvPr/>
        </p:nvSpPr>
        <p:spPr>
          <a:xfrm>
            <a:off x="5006497" y="4259461"/>
            <a:ext cx="2192979" cy="156735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ctr">
              <a:lnSpc>
                <a:spcPct val="140000"/>
              </a:lnSpc>
              <a:buFont typeface="Wingdings" panose="05000000000000000000" pitchFamily="2" charset="2"/>
              <a:buChar char="l"/>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时间、温度与微生物怎样影响储存过程？</a:t>
            </a:r>
            <a:endParaRPr lang="en-US" altLang="zh-CN"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endParaRPr>
          </a:p>
          <a:p>
            <a:pPr marL="285750" indent="-285750" algn="ctr">
              <a:lnSpc>
                <a:spcPct val="140000"/>
              </a:lnSpc>
              <a:buFont typeface="Wingdings" panose="05000000000000000000" pitchFamily="2" charset="2"/>
              <a:buChar char="l"/>
            </a:pP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endParaRPr>
          </a:p>
          <a:p>
            <a:pPr algn="ctr">
              <a:lnSpc>
                <a:spcPct val="140000"/>
              </a:lnSpc>
            </a:pPr>
            <a:r>
              <a:rPr lang="zh-CN" altLang="en-US" sz="1400"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解释操作背后的</a:t>
            </a:r>
          </a:p>
          <a:p>
            <a:pPr algn="ctr">
              <a:lnSpc>
                <a:spcPct val="140000"/>
              </a:lnSpc>
            </a:pPr>
            <a:r>
              <a:rPr lang="zh-CN" altLang="en-US" sz="1400"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科学原因</a:t>
            </a:r>
          </a:p>
        </p:txBody>
      </p:sp>
      <p:sp>
        <p:nvSpPr>
          <p:cNvPr id="140" name="slot_140"/>
          <p:cNvSpPr/>
          <p:nvPr/>
        </p:nvSpPr>
        <p:spPr>
          <a:xfrm>
            <a:off x="5734859" y="1933832"/>
            <a:ext cx="736254" cy="616696"/>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rgbClr val="F1D5A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spc="300" dirty="0">
                <a:gradFill>
                  <a:gsLst>
                    <a:gs pos="49000">
                      <a:srgbClr val="A23838"/>
                    </a:gs>
                    <a:gs pos="100000">
                      <a:schemeClr val="bg1"/>
                    </a:gs>
                  </a:gsLst>
                  <a:lin ang="5400000" scaled="1"/>
                </a:gradFill>
                <a:latin typeface="Impact" panose="020B0806030902050204" pitchFamily="34" charset="0"/>
                <a:sym typeface="+mn-ea"/>
              </a:rPr>
              <a:t>2</a:t>
            </a:r>
            <a:endParaRPr lang="en-US" altLang="zh-CN" sz="2800" spc="300" dirty="0">
              <a:gradFill>
                <a:gsLst>
                  <a:gs pos="49000">
                    <a:srgbClr val="A23838"/>
                  </a:gs>
                  <a:gs pos="100000">
                    <a:schemeClr val="bg1"/>
                  </a:gs>
                </a:gsLst>
                <a:lin ang="5400000" scaled="1"/>
              </a:gradFill>
              <a:latin typeface="Impact" panose="020B0806030902050204" pitchFamily="34" charset="0"/>
              <a:ea typeface="微软雅黑" panose="020B0503020204020204" pitchFamily="34" charset="-122"/>
              <a:sym typeface="+mn-ea"/>
            </a:endParaRPr>
          </a:p>
        </p:txBody>
      </p:sp>
      <p:sp>
        <p:nvSpPr>
          <p:cNvPr id="141" name="slot_141"/>
          <p:cNvSpPr/>
          <p:nvPr/>
        </p:nvSpPr>
        <p:spPr>
          <a:xfrm>
            <a:off x="5157796" y="3493833"/>
            <a:ext cx="1890381" cy="4603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a:solidFill>
                  <a:schemeClr val="tx1">
                    <a:lumMod val="75000"/>
                    <a:lumOff val="25000"/>
                  </a:schemeClr>
                </a:solidFill>
                <a:latin typeface="Arial" panose="020B0604020202020204" pitchFamily="34" charset="0"/>
                <a:ea typeface="微软雅黑" panose="020B0503020204020204" pitchFamily="34" charset="-122"/>
                <a:cs typeface="Arial" panose="020B0600000000000000" charset="-122"/>
                <a:sym typeface="Arial" panose="020B0604020202020204" pitchFamily="34" charset="0"/>
              </a:rPr>
              <a:t>风险形成</a:t>
            </a:r>
          </a:p>
        </p:txBody>
      </p:sp>
      <p:sp>
        <p:nvSpPr>
          <p:cNvPr id="142" name="slot_142"/>
          <p:cNvSpPr/>
          <p:nvPr/>
        </p:nvSpPr>
        <p:spPr>
          <a:xfrm rot="16200000">
            <a:off x="6066985" y="3782505"/>
            <a:ext cx="72001" cy="653527"/>
          </a:xfrm>
          <a:prstGeom prst="roundRect">
            <a:avLst>
              <a:gd name="adj" fmla="val 50000"/>
            </a:avLst>
          </a:prstGeom>
          <a:solidFill>
            <a:schemeClr val="bg2">
              <a:lumMod val="90000"/>
            </a:schemeClr>
          </a:solidFill>
          <a:ln w="19050" cap="flat">
            <a:noFill/>
            <a:prstDash val="solid"/>
            <a:miter lim="800000"/>
          </a:ln>
          <a:effectLst>
            <a:outerShdw blurRad="190500" dist="76200" dir="5400000" sx="103000" sy="103000" algn="t" rotWithShape="0">
              <a:prstClr val="black">
                <a:alpha val="10000"/>
              </a:prst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sp>
        <p:nvSpPr>
          <p:cNvPr id="132" name="slot_132"/>
          <p:cNvSpPr/>
          <p:nvPr/>
        </p:nvSpPr>
        <p:spPr>
          <a:xfrm>
            <a:off x="1705610" y="2096173"/>
            <a:ext cx="2674908" cy="4088984"/>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3" name="slot_133"/>
          <p:cNvSpPr/>
          <p:nvPr/>
        </p:nvSpPr>
        <p:spPr>
          <a:xfrm>
            <a:off x="1946575" y="4259461"/>
            <a:ext cx="2192979" cy="156735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gn="ctr">
              <a:lnSpc>
                <a:spcPct val="140000"/>
              </a:lnSpc>
              <a:buFont typeface="Wingdings" panose="05000000000000000000" pitchFamily="2" charset="2"/>
              <a:buChar char="l"/>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隔夜饭菜是否必然产生严重危害？</a:t>
            </a:r>
            <a:endParaRPr lang="en-US" altLang="zh-CN"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endParaRPr>
          </a:p>
          <a:p>
            <a:pPr marL="285750" indent="-285750" algn="ctr">
              <a:lnSpc>
                <a:spcPct val="140000"/>
              </a:lnSpc>
              <a:buFont typeface="Wingdings" panose="05000000000000000000" pitchFamily="2" charset="2"/>
              <a:buChar char="l"/>
            </a:pP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endParaRPr>
          </a:p>
          <a:p>
            <a:pPr algn="ctr">
              <a:lnSpc>
                <a:spcPct val="140000"/>
              </a:lnSpc>
            </a:pPr>
            <a:r>
              <a:rPr lang="zh-CN" altLang="en-US" sz="1400"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回应仅凭是否“隔夜”</a:t>
            </a:r>
          </a:p>
          <a:p>
            <a:pPr algn="ctr">
              <a:lnSpc>
                <a:spcPct val="140000"/>
              </a:lnSpc>
            </a:pPr>
            <a:r>
              <a:rPr lang="zh-CN" altLang="en-US" sz="1400"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作判断的常见误区</a:t>
            </a:r>
          </a:p>
        </p:txBody>
      </p:sp>
      <p:sp>
        <p:nvSpPr>
          <p:cNvPr id="134" name="slot_134"/>
          <p:cNvSpPr/>
          <p:nvPr/>
        </p:nvSpPr>
        <p:spPr>
          <a:xfrm>
            <a:off x="2674937" y="1933832"/>
            <a:ext cx="736254" cy="616696"/>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spc="300" dirty="0">
                <a:gradFill>
                  <a:gsLst>
                    <a:gs pos="23000">
                      <a:srgbClr val="F1D5A4"/>
                    </a:gs>
                    <a:gs pos="100000">
                      <a:schemeClr val="bg1"/>
                    </a:gs>
                  </a:gsLst>
                  <a:lin ang="5400000" scaled="1"/>
                </a:gradFill>
                <a:latin typeface="Impact" panose="020B0806030902050204" pitchFamily="34" charset="0"/>
                <a:sym typeface="+mn-ea"/>
              </a:rPr>
              <a:t>1</a:t>
            </a:r>
            <a:endParaRPr lang="en-US" altLang="zh-CN" sz="2400" spc="300" dirty="0">
              <a:gradFill>
                <a:gsLst>
                  <a:gs pos="23000">
                    <a:srgbClr val="F1D5A4"/>
                  </a:gs>
                  <a:gs pos="100000">
                    <a:schemeClr val="bg1"/>
                  </a:gs>
                </a:gsLst>
                <a:lin ang="5400000" scaled="1"/>
              </a:gradFill>
              <a:latin typeface="Impact" panose="020B0806030902050204" pitchFamily="34" charset="0"/>
              <a:ea typeface="微软雅黑" panose="020B0503020204020204" pitchFamily="34" charset="-122"/>
              <a:sym typeface="+mn-ea"/>
            </a:endParaRPr>
          </a:p>
        </p:txBody>
      </p:sp>
      <p:sp>
        <p:nvSpPr>
          <p:cNvPr id="135" name="slot_135"/>
          <p:cNvSpPr/>
          <p:nvPr/>
        </p:nvSpPr>
        <p:spPr>
          <a:xfrm>
            <a:off x="2097874" y="3493833"/>
            <a:ext cx="1890381" cy="4603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tx1">
                    <a:lumMod val="75000"/>
                    <a:lumOff val="25000"/>
                  </a:schemeClr>
                </a:solidFill>
                <a:latin typeface="Arial" panose="020B0604020202020204" pitchFamily="34" charset="0"/>
                <a:ea typeface="微软雅黑" panose="020B0503020204020204" pitchFamily="34" charset="-122"/>
                <a:cs typeface="Arial" panose="020B0600000000000000" charset="-122"/>
                <a:sym typeface="Arial" panose="020B0604020202020204" pitchFamily="34" charset="0"/>
              </a:rPr>
              <a:t>是否有害</a:t>
            </a:r>
          </a:p>
        </p:txBody>
      </p:sp>
      <p:sp>
        <p:nvSpPr>
          <p:cNvPr id="136" name="slot_136"/>
          <p:cNvSpPr/>
          <p:nvPr/>
        </p:nvSpPr>
        <p:spPr>
          <a:xfrm rot="16200000">
            <a:off x="3007063" y="3782505"/>
            <a:ext cx="72001" cy="653527"/>
          </a:xfrm>
          <a:prstGeom prst="roundRect">
            <a:avLst>
              <a:gd name="adj" fmla="val 50000"/>
            </a:avLst>
          </a:prstGeom>
          <a:solidFill>
            <a:schemeClr val="bg2">
              <a:lumMod val="90000"/>
            </a:schemeClr>
          </a:solidFill>
          <a:ln w="19050" cap="flat">
            <a:noFill/>
            <a:prstDash val="solid"/>
            <a:miter lim="800000"/>
          </a:ln>
          <a:effectLst>
            <a:outerShdw blurRad="190500" dist="76200" dir="5400000" sx="103000" sy="103000" algn="t" rotWithShape="0">
              <a:prstClr val="black">
                <a:alpha val="10000"/>
              </a:prst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sp>
        <p:nvSpPr>
          <p:cNvPr id="126" name="slot_126"/>
          <p:cNvSpPr/>
          <p:nvPr/>
        </p:nvSpPr>
        <p:spPr>
          <a:xfrm>
            <a:off x="7825452" y="2096173"/>
            <a:ext cx="2674908" cy="4088984"/>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7" name="slot_127"/>
          <p:cNvSpPr/>
          <p:nvPr/>
        </p:nvSpPr>
        <p:spPr>
          <a:xfrm>
            <a:off x="8066417" y="4259461"/>
            <a:ext cx="2192979" cy="156735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40000"/>
              </a:lnSpc>
              <a:buFont typeface="Wingdings" panose="05000000000000000000" pitchFamily="2" charset="2"/>
              <a:buChar char="l"/>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怎样保存与复热可以降低风险？</a:t>
            </a:r>
          </a:p>
          <a:p>
            <a:pPr marL="285750" indent="-285750">
              <a:lnSpc>
                <a:spcPct val="140000"/>
              </a:lnSpc>
              <a:buFont typeface="Wingdings" panose="05000000000000000000" pitchFamily="2" charset="2"/>
              <a:buChar char="l"/>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哪些情况应当丢弃？</a:t>
            </a:r>
            <a:endParaRPr lang="en-US" altLang="zh-CN"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endParaRPr>
          </a:p>
          <a:p>
            <a:pPr marL="285750" indent="-285750">
              <a:lnSpc>
                <a:spcPct val="140000"/>
              </a:lnSpc>
              <a:buFont typeface="Wingdings" panose="05000000000000000000" pitchFamily="2" charset="2"/>
              <a:buChar char="l"/>
            </a:pPr>
            <a:endParaRPr lang="zh-CN" altLang="en-US" sz="12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endParaRPr>
          </a:p>
          <a:p>
            <a:pPr algn="ctr">
              <a:lnSpc>
                <a:spcPct val="140000"/>
              </a:lnSpc>
            </a:pPr>
            <a:r>
              <a:rPr lang="zh-CN" altLang="en-US" sz="1400"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给出具体行为指导</a:t>
            </a:r>
          </a:p>
        </p:txBody>
      </p:sp>
      <p:sp>
        <p:nvSpPr>
          <p:cNvPr id="128" name="slot_128"/>
          <p:cNvSpPr/>
          <p:nvPr/>
        </p:nvSpPr>
        <p:spPr>
          <a:xfrm>
            <a:off x="8794779" y="1933832"/>
            <a:ext cx="736254" cy="616696"/>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spc="300" dirty="0">
                <a:gradFill>
                  <a:gsLst>
                    <a:gs pos="23000">
                      <a:srgbClr val="F1D5A4"/>
                    </a:gs>
                    <a:gs pos="100000">
                      <a:schemeClr val="bg1"/>
                    </a:gs>
                  </a:gsLst>
                  <a:lin ang="5400000" scaled="1"/>
                </a:gradFill>
                <a:latin typeface="Impact" panose="020B0806030902050204" pitchFamily="34" charset="0"/>
                <a:sym typeface="+mn-ea"/>
              </a:rPr>
              <a:t>3</a:t>
            </a:r>
            <a:endParaRPr lang="zh-CN" altLang="en-US" sz="2800" dirty="0">
              <a:latin typeface="Arial" panose="020B0604020202020204" pitchFamily="34" charset="0"/>
              <a:ea typeface="微软雅黑" panose="020B0503020204020204" pitchFamily="34" charset="-122"/>
              <a:sym typeface="Arial" panose="020B0604020202020204" pitchFamily="34" charset="0"/>
            </a:endParaRPr>
          </a:p>
        </p:txBody>
      </p:sp>
      <p:sp>
        <p:nvSpPr>
          <p:cNvPr id="129" name="slot_129"/>
          <p:cNvSpPr/>
          <p:nvPr/>
        </p:nvSpPr>
        <p:spPr>
          <a:xfrm>
            <a:off x="8217716" y="3493833"/>
            <a:ext cx="1890381" cy="460375"/>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a:solidFill>
                  <a:schemeClr val="tx1">
                    <a:lumMod val="75000"/>
                    <a:lumOff val="25000"/>
                  </a:schemeClr>
                </a:solidFill>
                <a:latin typeface="Arial" panose="020B0604020202020204" pitchFamily="34" charset="0"/>
                <a:ea typeface="微软雅黑" panose="020B0503020204020204" pitchFamily="34" charset="-122"/>
                <a:cs typeface="Arial" panose="020B0600000000000000" charset="-122"/>
                <a:sym typeface="Arial" panose="020B0604020202020204" pitchFamily="34" charset="0"/>
              </a:rPr>
              <a:t>处理选择</a:t>
            </a:r>
          </a:p>
        </p:txBody>
      </p:sp>
      <p:sp>
        <p:nvSpPr>
          <p:cNvPr id="130" name="slot_130"/>
          <p:cNvSpPr/>
          <p:nvPr/>
        </p:nvSpPr>
        <p:spPr>
          <a:xfrm rot="16200000">
            <a:off x="9126905" y="3782505"/>
            <a:ext cx="72001" cy="653527"/>
          </a:xfrm>
          <a:prstGeom prst="roundRect">
            <a:avLst>
              <a:gd name="adj" fmla="val 50000"/>
            </a:avLst>
          </a:prstGeom>
          <a:solidFill>
            <a:schemeClr val="bg2">
              <a:lumMod val="90000"/>
            </a:schemeClr>
          </a:solidFill>
          <a:ln w="19050" cap="flat">
            <a:noFill/>
            <a:prstDash val="solid"/>
            <a:miter lim="800000"/>
          </a:ln>
          <a:effectLst>
            <a:outerShdw blurRad="190500" dist="76200" dir="5400000" sx="103000" sy="103000" algn="t" rotWithShape="0">
              <a:prstClr val="black">
                <a:alpha val="10000"/>
              </a:prst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sp>
        <p:nvSpPr>
          <p:cNvPr id="725" name="slot_725"/>
          <p:cNvSpPr/>
          <p:nvPr/>
        </p:nvSpPr>
        <p:spPr>
          <a:xfrm>
            <a:off x="2823845" y="2797432"/>
            <a:ext cx="424181" cy="533401"/>
          </a:xfrm>
          <a:custGeom>
            <a:avLst/>
            <a:gdLst/>
            <a:ahLst/>
            <a:cxnLst>
              <a:cxn ang="0">
                <a:pos x="wd2" y="hd2"/>
              </a:cxn>
              <a:cxn ang="5400000">
                <a:pos x="wd2" y="hd2"/>
              </a:cxn>
              <a:cxn ang="10800000">
                <a:pos x="wd2" y="hd2"/>
              </a:cxn>
              <a:cxn ang="16200000">
                <a:pos x="wd2" y="hd2"/>
              </a:cxn>
            </a:cxnLst>
            <a:rect l="0" t="0" r="r" b="b"/>
            <a:pathLst>
              <a:path w="21600" h="21600" extrusionOk="0">
                <a:moveTo>
                  <a:pt x="20847" y="5615"/>
                </a:moveTo>
                <a:cubicBezTo>
                  <a:pt x="4271" y="5615"/>
                  <a:pt x="4271" y="5615"/>
                  <a:pt x="4271" y="5615"/>
                </a:cubicBezTo>
                <a:cubicBezTo>
                  <a:pt x="2748" y="5615"/>
                  <a:pt x="1488" y="4615"/>
                  <a:pt x="1488" y="3392"/>
                </a:cubicBezTo>
                <a:cubicBezTo>
                  <a:pt x="1488" y="2182"/>
                  <a:pt x="2731" y="1181"/>
                  <a:pt x="4271" y="1181"/>
                </a:cubicBezTo>
                <a:cubicBezTo>
                  <a:pt x="20847" y="1181"/>
                  <a:pt x="20847" y="1181"/>
                  <a:pt x="20847" y="1181"/>
                </a:cubicBezTo>
                <a:cubicBezTo>
                  <a:pt x="21267" y="1181"/>
                  <a:pt x="21600" y="917"/>
                  <a:pt x="21600" y="598"/>
                </a:cubicBezTo>
                <a:cubicBezTo>
                  <a:pt x="21600" y="264"/>
                  <a:pt x="21250" y="0"/>
                  <a:pt x="20847" y="0"/>
                </a:cubicBezTo>
                <a:cubicBezTo>
                  <a:pt x="4271" y="0"/>
                  <a:pt x="4271" y="0"/>
                  <a:pt x="4271" y="0"/>
                </a:cubicBezTo>
                <a:cubicBezTo>
                  <a:pt x="1925" y="0"/>
                  <a:pt x="0" y="1529"/>
                  <a:pt x="0" y="3392"/>
                </a:cubicBezTo>
                <a:cubicBezTo>
                  <a:pt x="0" y="18195"/>
                  <a:pt x="0" y="18195"/>
                  <a:pt x="0" y="18195"/>
                </a:cubicBezTo>
                <a:cubicBezTo>
                  <a:pt x="0" y="20071"/>
                  <a:pt x="1925" y="21600"/>
                  <a:pt x="4271" y="21600"/>
                </a:cubicBezTo>
                <a:cubicBezTo>
                  <a:pt x="20847" y="21600"/>
                  <a:pt x="20847" y="21600"/>
                  <a:pt x="20847" y="21600"/>
                </a:cubicBezTo>
                <a:cubicBezTo>
                  <a:pt x="21267" y="21600"/>
                  <a:pt x="21600" y="21322"/>
                  <a:pt x="21600" y="21002"/>
                </a:cubicBezTo>
                <a:cubicBezTo>
                  <a:pt x="21600" y="6199"/>
                  <a:pt x="21600" y="6199"/>
                  <a:pt x="21600" y="6199"/>
                </a:cubicBezTo>
                <a:cubicBezTo>
                  <a:pt x="21582" y="5880"/>
                  <a:pt x="21250" y="5615"/>
                  <a:pt x="20847" y="5615"/>
                </a:cubicBezTo>
                <a:close/>
                <a:moveTo>
                  <a:pt x="20095" y="20405"/>
                </a:moveTo>
                <a:cubicBezTo>
                  <a:pt x="4271" y="20405"/>
                  <a:pt x="4271" y="20405"/>
                  <a:pt x="4271" y="20405"/>
                </a:cubicBezTo>
                <a:cubicBezTo>
                  <a:pt x="2748" y="20405"/>
                  <a:pt x="1488" y="19418"/>
                  <a:pt x="1488" y="18195"/>
                </a:cubicBezTo>
                <a:cubicBezTo>
                  <a:pt x="1488" y="5977"/>
                  <a:pt x="1488" y="5977"/>
                  <a:pt x="1488" y="5977"/>
                </a:cubicBezTo>
                <a:cubicBezTo>
                  <a:pt x="2241" y="6491"/>
                  <a:pt x="3221" y="6797"/>
                  <a:pt x="4271" y="6797"/>
                </a:cubicBezTo>
                <a:cubicBezTo>
                  <a:pt x="20095" y="6797"/>
                  <a:pt x="20095" y="6797"/>
                  <a:pt x="20095" y="6797"/>
                </a:cubicBezTo>
                <a:lnTo>
                  <a:pt x="20095" y="20405"/>
                </a:lnTo>
                <a:close/>
                <a:moveTo>
                  <a:pt x="20095" y="20405"/>
                </a:moveTo>
                <a:cubicBezTo>
                  <a:pt x="20095" y="20405"/>
                  <a:pt x="20095" y="20405"/>
                  <a:pt x="20095" y="20405"/>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26" name="slot_726"/>
          <p:cNvSpPr/>
          <p:nvPr/>
        </p:nvSpPr>
        <p:spPr>
          <a:xfrm>
            <a:off x="2896925" y="2868869"/>
            <a:ext cx="305030" cy="28576"/>
          </a:xfrm>
          <a:custGeom>
            <a:avLst/>
            <a:gdLst/>
            <a:ahLst/>
            <a:cxnLst>
              <a:cxn ang="0">
                <a:pos x="wd2" y="hd2"/>
              </a:cxn>
              <a:cxn ang="5400000">
                <a:pos x="wd2" y="hd2"/>
              </a:cxn>
              <a:cxn ang="10800000">
                <a:pos x="wd2" y="hd2"/>
              </a:cxn>
              <a:cxn ang="16200000">
                <a:pos x="wd2" y="hd2"/>
              </a:cxn>
            </a:cxnLst>
            <a:rect l="0" t="0" r="r" b="b"/>
            <a:pathLst>
              <a:path w="21600" h="21600" extrusionOk="0">
                <a:moveTo>
                  <a:pt x="1049" y="0"/>
                </a:moveTo>
                <a:cubicBezTo>
                  <a:pt x="464" y="0"/>
                  <a:pt x="0" y="4828"/>
                  <a:pt x="0" y="10673"/>
                </a:cubicBezTo>
                <a:cubicBezTo>
                  <a:pt x="0" y="16772"/>
                  <a:pt x="488" y="21600"/>
                  <a:pt x="1049" y="21600"/>
                </a:cubicBezTo>
                <a:cubicBezTo>
                  <a:pt x="20551" y="21600"/>
                  <a:pt x="20551" y="21600"/>
                  <a:pt x="20551" y="21600"/>
                </a:cubicBezTo>
                <a:cubicBezTo>
                  <a:pt x="21136" y="21600"/>
                  <a:pt x="21600" y="16772"/>
                  <a:pt x="21600" y="10673"/>
                </a:cubicBezTo>
                <a:cubicBezTo>
                  <a:pt x="21600" y="4828"/>
                  <a:pt x="21136" y="0"/>
                  <a:pt x="20551" y="0"/>
                </a:cubicBezTo>
                <a:lnTo>
                  <a:pt x="1049" y="0"/>
                </a:lnTo>
                <a:close/>
                <a:moveTo>
                  <a:pt x="1049" y="0"/>
                </a:moveTo>
                <a:cubicBezTo>
                  <a:pt x="1049" y="0"/>
                  <a:pt x="1049" y="0"/>
                  <a:pt x="1049" y="0"/>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27" name="slot_727"/>
          <p:cNvSpPr/>
          <p:nvPr/>
        </p:nvSpPr>
        <p:spPr>
          <a:xfrm>
            <a:off x="2954250" y="3022856"/>
            <a:ext cx="163196" cy="215902"/>
          </a:xfrm>
          <a:custGeom>
            <a:avLst/>
            <a:gdLst/>
            <a:ahLst/>
            <a:cxnLst>
              <a:cxn ang="0">
                <a:pos x="wd2" y="hd2"/>
              </a:cxn>
              <a:cxn ang="5400000">
                <a:pos x="wd2" y="hd2"/>
              </a:cxn>
              <a:cxn ang="10800000">
                <a:pos x="wd2" y="hd2"/>
              </a:cxn>
              <a:cxn ang="16200000">
                <a:pos x="wd2" y="hd2"/>
              </a:cxn>
            </a:cxnLst>
            <a:rect l="0" t="0" r="r" b="b"/>
            <a:pathLst>
              <a:path w="21132" h="21600" extrusionOk="0">
                <a:moveTo>
                  <a:pt x="1291" y="21497"/>
                </a:moveTo>
                <a:cubicBezTo>
                  <a:pt x="1469" y="21566"/>
                  <a:pt x="1692" y="21600"/>
                  <a:pt x="1915" y="21600"/>
                </a:cubicBezTo>
                <a:cubicBezTo>
                  <a:pt x="2716" y="21600"/>
                  <a:pt x="3429" y="21223"/>
                  <a:pt x="3696" y="20640"/>
                </a:cubicBezTo>
                <a:cubicBezTo>
                  <a:pt x="6012" y="15669"/>
                  <a:pt x="6012" y="15669"/>
                  <a:pt x="6012" y="15669"/>
                </a:cubicBezTo>
                <a:cubicBezTo>
                  <a:pt x="14919" y="15669"/>
                  <a:pt x="14919" y="15669"/>
                  <a:pt x="14919" y="15669"/>
                </a:cubicBezTo>
                <a:cubicBezTo>
                  <a:pt x="14964" y="15669"/>
                  <a:pt x="15053" y="15669"/>
                  <a:pt x="15142" y="15634"/>
                </a:cubicBezTo>
                <a:cubicBezTo>
                  <a:pt x="17458" y="20640"/>
                  <a:pt x="17458" y="20640"/>
                  <a:pt x="17458" y="20640"/>
                </a:cubicBezTo>
                <a:cubicBezTo>
                  <a:pt x="17725" y="21223"/>
                  <a:pt x="18438" y="21600"/>
                  <a:pt x="19239" y="21600"/>
                </a:cubicBezTo>
                <a:cubicBezTo>
                  <a:pt x="19417" y="21600"/>
                  <a:pt x="19640" y="21566"/>
                  <a:pt x="19863" y="21497"/>
                </a:cubicBezTo>
                <a:cubicBezTo>
                  <a:pt x="20843" y="21223"/>
                  <a:pt x="21377" y="20400"/>
                  <a:pt x="21021" y="19646"/>
                </a:cubicBezTo>
                <a:cubicBezTo>
                  <a:pt x="12381" y="994"/>
                  <a:pt x="12381" y="994"/>
                  <a:pt x="12381" y="994"/>
                </a:cubicBezTo>
                <a:cubicBezTo>
                  <a:pt x="12336" y="960"/>
                  <a:pt x="12336" y="926"/>
                  <a:pt x="12292" y="857"/>
                </a:cubicBezTo>
                <a:cubicBezTo>
                  <a:pt x="12247" y="789"/>
                  <a:pt x="12247" y="789"/>
                  <a:pt x="12247" y="789"/>
                </a:cubicBezTo>
                <a:cubicBezTo>
                  <a:pt x="12203" y="720"/>
                  <a:pt x="12203" y="720"/>
                  <a:pt x="12203" y="720"/>
                </a:cubicBezTo>
                <a:cubicBezTo>
                  <a:pt x="12203" y="720"/>
                  <a:pt x="12158" y="686"/>
                  <a:pt x="12158" y="651"/>
                </a:cubicBezTo>
                <a:cubicBezTo>
                  <a:pt x="12158" y="651"/>
                  <a:pt x="12113" y="617"/>
                  <a:pt x="12113" y="617"/>
                </a:cubicBezTo>
                <a:cubicBezTo>
                  <a:pt x="12113" y="583"/>
                  <a:pt x="12069" y="583"/>
                  <a:pt x="12024" y="549"/>
                </a:cubicBezTo>
                <a:cubicBezTo>
                  <a:pt x="12024" y="549"/>
                  <a:pt x="12024" y="514"/>
                  <a:pt x="11980" y="514"/>
                </a:cubicBezTo>
                <a:cubicBezTo>
                  <a:pt x="11980" y="480"/>
                  <a:pt x="11935" y="480"/>
                  <a:pt x="11891" y="446"/>
                </a:cubicBezTo>
                <a:cubicBezTo>
                  <a:pt x="11846" y="411"/>
                  <a:pt x="11846" y="411"/>
                  <a:pt x="11846" y="411"/>
                </a:cubicBezTo>
                <a:cubicBezTo>
                  <a:pt x="11802" y="377"/>
                  <a:pt x="11802" y="377"/>
                  <a:pt x="11802" y="343"/>
                </a:cubicBezTo>
                <a:cubicBezTo>
                  <a:pt x="11757" y="343"/>
                  <a:pt x="11713" y="309"/>
                  <a:pt x="11713" y="309"/>
                </a:cubicBezTo>
                <a:cubicBezTo>
                  <a:pt x="11668" y="274"/>
                  <a:pt x="11668" y="274"/>
                  <a:pt x="11624" y="274"/>
                </a:cubicBezTo>
                <a:cubicBezTo>
                  <a:pt x="11624" y="240"/>
                  <a:pt x="11579" y="240"/>
                  <a:pt x="11535" y="206"/>
                </a:cubicBezTo>
                <a:cubicBezTo>
                  <a:pt x="11445" y="171"/>
                  <a:pt x="11445" y="171"/>
                  <a:pt x="11445" y="171"/>
                </a:cubicBezTo>
                <a:cubicBezTo>
                  <a:pt x="11401" y="171"/>
                  <a:pt x="11401" y="171"/>
                  <a:pt x="11401" y="171"/>
                </a:cubicBezTo>
                <a:cubicBezTo>
                  <a:pt x="11312" y="137"/>
                  <a:pt x="11267" y="103"/>
                  <a:pt x="11223" y="103"/>
                </a:cubicBezTo>
                <a:cubicBezTo>
                  <a:pt x="11178" y="103"/>
                  <a:pt x="11178" y="103"/>
                  <a:pt x="11178" y="103"/>
                </a:cubicBezTo>
                <a:cubicBezTo>
                  <a:pt x="11045" y="69"/>
                  <a:pt x="11045" y="69"/>
                  <a:pt x="11045" y="69"/>
                </a:cubicBezTo>
                <a:cubicBezTo>
                  <a:pt x="11000" y="69"/>
                  <a:pt x="11000" y="69"/>
                  <a:pt x="10956" y="69"/>
                </a:cubicBezTo>
                <a:cubicBezTo>
                  <a:pt x="10911" y="34"/>
                  <a:pt x="10866" y="34"/>
                  <a:pt x="10822" y="34"/>
                </a:cubicBezTo>
                <a:cubicBezTo>
                  <a:pt x="10822" y="34"/>
                  <a:pt x="10777" y="34"/>
                  <a:pt x="10733" y="34"/>
                </a:cubicBezTo>
                <a:cubicBezTo>
                  <a:pt x="10733" y="34"/>
                  <a:pt x="10688" y="0"/>
                  <a:pt x="10644" y="0"/>
                </a:cubicBezTo>
                <a:cubicBezTo>
                  <a:pt x="10466" y="0"/>
                  <a:pt x="10466" y="0"/>
                  <a:pt x="10466" y="0"/>
                </a:cubicBezTo>
                <a:cubicBezTo>
                  <a:pt x="10421" y="0"/>
                  <a:pt x="10377" y="0"/>
                  <a:pt x="10377" y="34"/>
                </a:cubicBezTo>
                <a:cubicBezTo>
                  <a:pt x="10332" y="34"/>
                  <a:pt x="10332" y="34"/>
                  <a:pt x="10288" y="34"/>
                </a:cubicBezTo>
                <a:cubicBezTo>
                  <a:pt x="10243" y="34"/>
                  <a:pt x="10198" y="34"/>
                  <a:pt x="10154" y="69"/>
                </a:cubicBezTo>
                <a:cubicBezTo>
                  <a:pt x="10154" y="69"/>
                  <a:pt x="10109" y="69"/>
                  <a:pt x="10109" y="69"/>
                </a:cubicBezTo>
                <a:cubicBezTo>
                  <a:pt x="10020" y="69"/>
                  <a:pt x="9976" y="103"/>
                  <a:pt x="9931" y="103"/>
                </a:cubicBezTo>
                <a:cubicBezTo>
                  <a:pt x="9931" y="103"/>
                  <a:pt x="9931" y="103"/>
                  <a:pt x="9931" y="103"/>
                </a:cubicBezTo>
                <a:cubicBezTo>
                  <a:pt x="9887" y="103"/>
                  <a:pt x="9798" y="137"/>
                  <a:pt x="9753" y="171"/>
                </a:cubicBezTo>
                <a:cubicBezTo>
                  <a:pt x="9664" y="171"/>
                  <a:pt x="9664" y="171"/>
                  <a:pt x="9664" y="171"/>
                </a:cubicBezTo>
                <a:cubicBezTo>
                  <a:pt x="9575" y="206"/>
                  <a:pt x="9575" y="206"/>
                  <a:pt x="9575" y="206"/>
                </a:cubicBezTo>
                <a:cubicBezTo>
                  <a:pt x="9575" y="240"/>
                  <a:pt x="9530" y="240"/>
                  <a:pt x="9486" y="274"/>
                </a:cubicBezTo>
                <a:cubicBezTo>
                  <a:pt x="9486" y="274"/>
                  <a:pt x="9441" y="274"/>
                  <a:pt x="9441" y="309"/>
                </a:cubicBezTo>
                <a:cubicBezTo>
                  <a:pt x="9397" y="309"/>
                  <a:pt x="9352" y="343"/>
                  <a:pt x="9352" y="343"/>
                </a:cubicBezTo>
                <a:cubicBezTo>
                  <a:pt x="9308" y="377"/>
                  <a:pt x="9308" y="377"/>
                  <a:pt x="9308" y="411"/>
                </a:cubicBezTo>
                <a:cubicBezTo>
                  <a:pt x="9130" y="514"/>
                  <a:pt x="9130" y="514"/>
                  <a:pt x="9130" y="514"/>
                </a:cubicBezTo>
                <a:cubicBezTo>
                  <a:pt x="9130" y="514"/>
                  <a:pt x="9130" y="549"/>
                  <a:pt x="9085" y="549"/>
                </a:cubicBezTo>
                <a:cubicBezTo>
                  <a:pt x="9041" y="583"/>
                  <a:pt x="9041" y="583"/>
                  <a:pt x="8996" y="617"/>
                </a:cubicBezTo>
                <a:cubicBezTo>
                  <a:pt x="8996" y="617"/>
                  <a:pt x="8996" y="651"/>
                  <a:pt x="8951" y="651"/>
                </a:cubicBezTo>
                <a:cubicBezTo>
                  <a:pt x="8951" y="686"/>
                  <a:pt x="8951" y="720"/>
                  <a:pt x="8907" y="720"/>
                </a:cubicBezTo>
                <a:cubicBezTo>
                  <a:pt x="8862" y="789"/>
                  <a:pt x="8862" y="789"/>
                  <a:pt x="8862" y="789"/>
                </a:cubicBezTo>
                <a:cubicBezTo>
                  <a:pt x="8818" y="857"/>
                  <a:pt x="8818" y="857"/>
                  <a:pt x="8818" y="857"/>
                </a:cubicBezTo>
                <a:cubicBezTo>
                  <a:pt x="8818" y="891"/>
                  <a:pt x="8773" y="960"/>
                  <a:pt x="8773" y="994"/>
                </a:cubicBezTo>
                <a:cubicBezTo>
                  <a:pt x="89" y="19646"/>
                  <a:pt x="89" y="19646"/>
                  <a:pt x="89" y="19646"/>
                </a:cubicBezTo>
                <a:cubicBezTo>
                  <a:pt x="-223" y="20400"/>
                  <a:pt x="311" y="21223"/>
                  <a:pt x="1291" y="21497"/>
                </a:cubicBezTo>
                <a:close/>
                <a:moveTo>
                  <a:pt x="10599" y="5829"/>
                </a:moveTo>
                <a:cubicBezTo>
                  <a:pt x="13806" y="12754"/>
                  <a:pt x="13806" y="12754"/>
                  <a:pt x="13806" y="12754"/>
                </a:cubicBezTo>
                <a:cubicBezTo>
                  <a:pt x="7348" y="12754"/>
                  <a:pt x="7348" y="12754"/>
                  <a:pt x="7348" y="12754"/>
                </a:cubicBezTo>
                <a:lnTo>
                  <a:pt x="10599" y="5829"/>
                </a:lnTo>
                <a:close/>
                <a:moveTo>
                  <a:pt x="10599" y="5829"/>
                </a:moveTo>
                <a:cubicBezTo>
                  <a:pt x="10599" y="5829"/>
                  <a:pt x="10599" y="5829"/>
                  <a:pt x="10599" y="5829"/>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78" name="slot_778"/>
          <p:cNvSpPr/>
          <p:nvPr/>
        </p:nvSpPr>
        <p:spPr>
          <a:xfrm>
            <a:off x="5828665" y="2813942"/>
            <a:ext cx="528955" cy="476250"/>
          </a:xfrm>
          <a:custGeom>
            <a:avLst/>
            <a:gdLst/>
            <a:ahLst/>
            <a:cxnLst>
              <a:cxn ang="0">
                <a:pos x="wd2" y="hd2"/>
              </a:cxn>
              <a:cxn ang="5400000">
                <a:pos x="wd2" y="hd2"/>
              </a:cxn>
              <a:cxn ang="10800000">
                <a:pos x="wd2" y="hd2"/>
              </a:cxn>
              <a:cxn ang="16200000">
                <a:pos x="wd2" y="hd2"/>
              </a:cxn>
            </a:cxnLst>
            <a:rect l="0" t="0" r="r" b="b"/>
            <a:pathLst>
              <a:path w="21600" h="21600" extrusionOk="0">
                <a:moveTo>
                  <a:pt x="18937" y="0"/>
                </a:moveTo>
                <a:cubicBezTo>
                  <a:pt x="2663" y="0"/>
                  <a:pt x="2663" y="0"/>
                  <a:pt x="2663" y="0"/>
                </a:cubicBezTo>
                <a:cubicBezTo>
                  <a:pt x="1191" y="0"/>
                  <a:pt x="0" y="1327"/>
                  <a:pt x="0" y="2965"/>
                </a:cubicBezTo>
                <a:cubicBezTo>
                  <a:pt x="0" y="14452"/>
                  <a:pt x="0" y="14452"/>
                  <a:pt x="0" y="14452"/>
                </a:cubicBezTo>
                <a:cubicBezTo>
                  <a:pt x="0" y="16091"/>
                  <a:pt x="1191" y="17417"/>
                  <a:pt x="2663" y="17417"/>
                </a:cubicBezTo>
                <a:cubicBezTo>
                  <a:pt x="10190" y="17417"/>
                  <a:pt x="10190" y="17417"/>
                  <a:pt x="10190" y="17417"/>
                </a:cubicBezTo>
                <a:cubicBezTo>
                  <a:pt x="10190" y="20258"/>
                  <a:pt x="10190" y="20258"/>
                  <a:pt x="10190" y="20258"/>
                </a:cubicBezTo>
                <a:cubicBezTo>
                  <a:pt x="6448" y="20258"/>
                  <a:pt x="6448" y="20258"/>
                  <a:pt x="6448" y="20258"/>
                </a:cubicBezTo>
                <a:cubicBezTo>
                  <a:pt x="6111" y="20258"/>
                  <a:pt x="5831" y="20554"/>
                  <a:pt x="5831" y="20929"/>
                </a:cubicBezTo>
                <a:cubicBezTo>
                  <a:pt x="5831" y="21303"/>
                  <a:pt x="6111" y="21600"/>
                  <a:pt x="6448" y="21600"/>
                </a:cubicBezTo>
                <a:cubicBezTo>
                  <a:pt x="15166" y="21600"/>
                  <a:pt x="15166" y="21600"/>
                  <a:pt x="15166" y="21600"/>
                </a:cubicBezTo>
                <a:cubicBezTo>
                  <a:pt x="15503" y="21600"/>
                  <a:pt x="15769" y="21303"/>
                  <a:pt x="15769" y="20929"/>
                </a:cubicBezTo>
                <a:cubicBezTo>
                  <a:pt x="15769" y="20554"/>
                  <a:pt x="15503" y="20258"/>
                  <a:pt x="15166" y="20258"/>
                </a:cubicBezTo>
                <a:cubicBezTo>
                  <a:pt x="11410" y="20258"/>
                  <a:pt x="11410" y="20258"/>
                  <a:pt x="11410" y="20258"/>
                </a:cubicBezTo>
                <a:cubicBezTo>
                  <a:pt x="11410" y="17417"/>
                  <a:pt x="11410" y="17417"/>
                  <a:pt x="11410" y="17417"/>
                </a:cubicBezTo>
                <a:cubicBezTo>
                  <a:pt x="18937" y="17417"/>
                  <a:pt x="18937" y="17417"/>
                  <a:pt x="18937" y="17417"/>
                </a:cubicBezTo>
                <a:cubicBezTo>
                  <a:pt x="20409" y="17417"/>
                  <a:pt x="21600" y="16091"/>
                  <a:pt x="21600" y="14452"/>
                </a:cubicBezTo>
                <a:cubicBezTo>
                  <a:pt x="21600" y="2965"/>
                  <a:pt x="21600" y="2965"/>
                  <a:pt x="21600" y="2965"/>
                </a:cubicBezTo>
                <a:cubicBezTo>
                  <a:pt x="21600" y="1327"/>
                  <a:pt x="20409" y="0"/>
                  <a:pt x="18937" y="0"/>
                </a:cubicBezTo>
                <a:close/>
                <a:moveTo>
                  <a:pt x="2663" y="1342"/>
                </a:moveTo>
                <a:cubicBezTo>
                  <a:pt x="18937" y="1342"/>
                  <a:pt x="18937" y="1342"/>
                  <a:pt x="18937" y="1342"/>
                </a:cubicBezTo>
                <a:cubicBezTo>
                  <a:pt x="19736" y="1342"/>
                  <a:pt x="20395" y="2076"/>
                  <a:pt x="20395" y="2965"/>
                </a:cubicBezTo>
                <a:cubicBezTo>
                  <a:pt x="20395" y="12564"/>
                  <a:pt x="20395" y="12564"/>
                  <a:pt x="20395" y="12564"/>
                </a:cubicBezTo>
                <a:cubicBezTo>
                  <a:pt x="1205" y="12564"/>
                  <a:pt x="1205" y="12564"/>
                  <a:pt x="1205" y="12564"/>
                </a:cubicBezTo>
                <a:cubicBezTo>
                  <a:pt x="1205" y="2965"/>
                  <a:pt x="1205" y="2965"/>
                  <a:pt x="1205" y="2965"/>
                </a:cubicBezTo>
                <a:cubicBezTo>
                  <a:pt x="1205" y="2076"/>
                  <a:pt x="1864" y="1342"/>
                  <a:pt x="2663" y="1342"/>
                </a:cubicBezTo>
                <a:close/>
                <a:moveTo>
                  <a:pt x="18937" y="16075"/>
                </a:moveTo>
                <a:cubicBezTo>
                  <a:pt x="2663" y="16075"/>
                  <a:pt x="2663" y="16075"/>
                  <a:pt x="2663" y="16075"/>
                </a:cubicBezTo>
                <a:cubicBezTo>
                  <a:pt x="1864" y="16075"/>
                  <a:pt x="1205" y="15357"/>
                  <a:pt x="1205" y="14452"/>
                </a:cubicBezTo>
                <a:cubicBezTo>
                  <a:pt x="1205" y="13921"/>
                  <a:pt x="1205" y="13921"/>
                  <a:pt x="1205" y="13921"/>
                </a:cubicBezTo>
                <a:cubicBezTo>
                  <a:pt x="20395" y="13921"/>
                  <a:pt x="20395" y="13921"/>
                  <a:pt x="20395" y="13921"/>
                </a:cubicBezTo>
                <a:cubicBezTo>
                  <a:pt x="20395" y="14452"/>
                  <a:pt x="20395" y="14452"/>
                  <a:pt x="20395" y="14452"/>
                </a:cubicBezTo>
                <a:cubicBezTo>
                  <a:pt x="20395" y="15342"/>
                  <a:pt x="19736" y="16075"/>
                  <a:pt x="18937" y="16075"/>
                </a:cubicBezTo>
                <a:close/>
                <a:moveTo>
                  <a:pt x="18937" y="16075"/>
                </a:moveTo>
                <a:cubicBezTo>
                  <a:pt x="18937" y="16075"/>
                  <a:pt x="18937" y="16075"/>
                  <a:pt x="18937" y="16075"/>
                </a:cubicBezTo>
              </a:path>
            </a:pathLst>
          </a:custGeom>
          <a:solidFill>
            <a:srgbClr val="F9B359"/>
          </a:solidFill>
          <a:ln w="12700">
            <a:miter lim="400000"/>
          </a:ln>
        </p:spPr>
        <p:txBody>
          <a:bodyPr lIns="45719" rIns="45719"/>
          <a:lstStyle/>
          <a:p>
            <a:endParaRPr/>
          </a:p>
        </p:txBody>
      </p:sp>
      <p:sp>
        <p:nvSpPr>
          <p:cNvPr id="794" name="slot_794"/>
          <p:cNvSpPr/>
          <p:nvPr/>
        </p:nvSpPr>
        <p:spPr>
          <a:xfrm>
            <a:off x="8874760" y="2844739"/>
            <a:ext cx="468314" cy="468314"/>
          </a:xfrm>
          <a:custGeom>
            <a:avLst/>
            <a:gdLst/>
            <a:ahLst/>
            <a:cxnLst>
              <a:cxn ang="0">
                <a:pos x="wd2" y="hd2"/>
              </a:cxn>
              <a:cxn ang="5400000">
                <a:pos x="wd2" y="hd2"/>
              </a:cxn>
              <a:cxn ang="10800000">
                <a:pos x="wd2" y="hd2"/>
              </a:cxn>
              <a:cxn ang="16200000">
                <a:pos x="wd2" y="hd2"/>
              </a:cxn>
            </a:cxnLst>
            <a:rect l="0" t="0" r="r" b="b"/>
            <a:pathLst>
              <a:path w="21600" h="21600" extrusionOk="0">
                <a:moveTo>
                  <a:pt x="20902" y="10117"/>
                </a:moveTo>
                <a:cubicBezTo>
                  <a:pt x="11490" y="10117"/>
                  <a:pt x="11490" y="10117"/>
                  <a:pt x="11490" y="10117"/>
                </a:cubicBezTo>
                <a:cubicBezTo>
                  <a:pt x="11490" y="683"/>
                  <a:pt x="11490" y="683"/>
                  <a:pt x="11490" y="683"/>
                </a:cubicBezTo>
                <a:cubicBezTo>
                  <a:pt x="11490" y="302"/>
                  <a:pt x="11173" y="0"/>
                  <a:pt x="10792" y="0"/>
                </a:cubicBezTo>
                <a:cubicBezTo>
                  <a:pt x="4841" y="0"/>
                  <a:pt x="0" y="4844"/>
                  <a:pt x="0" y="10800"/>
                </a:cubicBezTo>
                <a:cubicBezTo>
                  <a:pt x="0" y="16756"/>
                  <a:pt x="4841" y="21600"/>
                  <a:pt x="10792" y="21600"/>
                </a:cubicBezTo>
                <a:cubicBezTo>
                  <a:pt x="16744" y="21600"/>
                  <a:pt x="21600" y="16756"/>
                  <a:pt x="21600" y="10800"/>
                </a:cubicBezTo>
                <a:cubicBezTo>
                  <a:pt x="21600" y="10419"/>
                  <a:pt x="21283" y="10117"/>
                  <a:pt x="20902" y="10117"/>
                </a:cubicBezTo>
                <a:close/>
                <a:moveTo>
                  <a:pt x="10792" y="20234"/>
                </a:moveTo>
                <a:cubicBezTo>
                  <a:pt x="5602" y="20234"/>
                  <a:pt x="1365" y="15994"/>
                  <a:pt x="1365" y="10800"/>
                </a:cubicBezTo>
                <a:cubicBezTo>
                  <a:pt x="1365" y="5829"/>
                  <a:pt x="5237" y="1747"/>
                  <a:pt x="10110" y="1398"/>
                </a:cubicBezTo>
                <a:cubicBezTo>
                  <a:pt x="10110" y="10800"/>
                  <a:pt x="10110" y="10800"/>
                  <a:pt x="10110" y="10800"/>
                </a:cubicBezTo>
                <a:cubicBezTo>
                  <a:pt x="10110" y="11181"/>
                  <a:pt x="10411" y="11483"/>
                  <a:pt x="10792" y="11483"/>
                </a:cubicBezTo>
                <a:cubicBezTo>
                  <a:pt x="20203" y="11483"/>
                  <a:pt x="20203" y="11483"/>
                  <a:pt x="20203" y="11483"/>
                </a:cubicBezTo>
                <a:cubicBezTo>
                  <a:pt x="19854" y="16375"/>
                  <a:pt x="15760" y="20234"/>
                  <a:pt x="10792" y="20234"/>
                </a:cubicBezTo>
                <a:close/>
                <a:moveTo>
                  <a:pt x="10792" y="20234"/>
                </a:moveTo>
                <a:cubicBezTo>
                  <a:pt x="10792" y="20234"/>
                  <a:pt x="10792" y="20234"/>
                  <a:pt x="10792" y="20234"/>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95" name="slot_795"/>
          <p:cNvSpPr/>
          <p:nvPr/>
        </p:nvSpPr>
        <p:spPr>
          <a:xfrm>
            <a:off x="9149398" y="2789176"/>
            <a:ext cx="249239" cy="249239"/>
          </a:xfrm>
          <a:custGeom>
            <a:avLst/>
            <a:gdLst/>
            <a:ahLst/>
            <a:cxnLst>
              <a:cxn ang="0">
                <a:pos x="wd2" y="hd2"/>
              </a:cxn>
              <a:cxn ang="5400000">
                <a:pos x="wd2" y="hd2"/>
              </a:cxn>
              <a:cxn ang="10800000">
                <a:pos x="wd2" y="hd2"/>
              </a:cxn>
              <a:cxn ang="16200000">
                <a:pos x="wd2" y="hd2"/>
              </a:cxn>
            </a:cxnLst>
            <a:rect l="0" t="0" r="r" b="b"/>
            <a:pathLst>
              <a:path w="21600" h="21600" extrusionOk="0">
                <a:moveTo>
                  <a:pt x="21600" y="20228"/>
                </a:moveTo>
                <a:cubicBezTo>
                  <a:pt x="21570" y="15305"/>
                  <a:pt x="19780" y="10561"/>
                  <a:pt x="16528" y="6862"/>
                </a:cubicBezTo>
                <a:cubicBezTo>
                  <a:pt x="12650" y="2506"/>
                  <a:pt x="7130" y="0"/>
                  <a:pt x="1313" y="0"/>
                </a:cubicBezTo>
                <a:cubicBezTo>
                  <a:pt x="597" y="0"/>
                  <a:pt x="0" y="567"/>
                  <a:pt x="0" y="1283"/>
                </a:cubicBezTo>
                <a:cubicBezTo>
                  <a:pt x="0" y="20317"/>
                  <a:pt x="0" y="20317"/>
                  <a:pt x="0" y="20317"/>
                </a:cubicBezTo>
                <a:cubicBezTo>
                  <a:pt x="0" y="21033"/>
                  <a:pt x="597" y="21600"/>
                  <a:pt x="1313" y="21600"/>
                </a:cubicBezTo>
                <a:cubicBezTo>
                  <a:pt x="20317" y="21600"/>
                  <a:pt x="20317" y="21600"/>
                  <a:pt x="20317" y="21600"/>
                </a:cubicBezTo>
                <a:cubicBezTo>
                  <a:pt x="21033" y="21600"/>
                  <a:pt x="21600" y="21033"/>
                  <a:pt x="21600" y="20317"/>
                </a:cubicBezTo>
                <a:lnTo>
                  <a:pt x="21600" y="20228"/>
                </a:lnTo>
                <a:close/>
                <a:moveTo>
                  <a:pt x="2596" y="19034"/>
                </a:moveTo>
                <a:cubicBezTo>
                  <a:pt x="2596" y="2655"/>
                  <a:pt x="2596" y="2655"/>
                  <a:pt x="2596" y="2655"/>
                </a:cubicBezTo>
                <a:cubicBezTo>
                  <a:pt x="7190" y="2983"/>
                  <a:pt x="11516" y="5102"/>
                  <a:pt x="14589" y="8592"/>
                </a:cubicBezTo>
                <a:cubicBezTo>
                  <a:pt x="17155" y="11486"/>
                  <a:pt x="18676" y="15156"/>
                  <a:pt x="18975" y="19034"/>
                </a:cubicBezTo>
                <a:lnTo>
                  <a:pt x="2596" y="19034"/>
                </a:lnTo>
                <a:close/>
                <a:moveTo>
                  <a:pt x="2596" y="19034"/>
                </a:moveTo>
                <a:cubicBezTo>
                  <a:pt x="2596" y="19034"/>
                  <a:pt x="2596" y="19034"/>
                  <a:pt x="2596" y="19034"/>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898" name="revision_selection_principle">
            <a:extLst>
              <a:ext uri="{FF2B5EF4-FFF2-40B4-BE49-F238E27FC236}">
                <a16:creationId xmlns:a16="http://schemas.microsoft.com/office/drawing/2014/main" id="{D8C9509A-70D5-4F68-89DD-976BBFACB500}"/>
              </a:ext>
            </a:extLst>
          </p:cNvPr>
          <p:cNvSpPr>
            <a:spLocks noGrp="1"/>
          </p:cNvSpPr>
          <p:nvPr/>
        </p:nvSpPr>
        <p:spPr>
          <a:xfrm>
            <a:off x="792797" y="1301396"/>
            <a:ext cx="10620375" cy="400050"/>
          </a:xfrm>
          <a:prstGeom prst="rect">
            <a:avLst/>
          </a:prstGeom>
          <a:noFill/>
          <a:ln w="0">
            <a:noFill/>
          </a:ln>
        </p:spPr>
        <p:txBody>
          <a:bodyPr wrap="square" lIns="0" tIns="0" rIns="0" bIns="0" anchor="t">
            <a:noAutofit/>
          </a:bodyPr>
          <a:lstStyle>
            <a:defPPr algn="l">
              <a:defRPr sz="1725" b="0">
                <a:solidFill>
                  <a:srgbClr val="FFFFFF"/>
                </a:solidFill>
                <a:latin typeface="微软雅黑"/>
                <a:ea typeface="微软雅黑"/>
                <a:cs typeface="微软雅黑"/>
              </a:defRPr>
            </a:defPPr>
            <a:lvl1pPr algn="l">
              <a:defRPr sz="1725" b="0">
                <a:solidFill>
                  <a:srgbClr val="FFFFFF"/>
                </a:solidFill>
                <a:latin typeface="微软雅黑"/>
                <a:ea typeface="微软雅黑"/>
                <a:cs typeface="微软雅黑"/>
              </a:defRPr>
            </a:lvl1pPr>
            <a:lvl2pPr algn="l">
              <a:defRPr sz="1725" b="0">
                <a:solidFill>
                  <a:srgbClr val="FFFFFF"/>
                </a:solidFill>
                <a:latin typeface="微软雅黑"/>
                <a:ea typeface="微软雅黑"/>
                <a:cs typeface="微软雅黑"/>
              </a:defRPr>
            </a:lvl2pPr>
            <a:lvl3pPr algn="l">
              <a:defRPr sz="1725" b="0">
                <a:solidFill>
                  <a:srgbClr val="FFFFFF"/>
                </a:solidFill>
                <a:latin typeface="微软雅黑"/>
                <a:ea typeface="微软雅黑"/>
                <a:cs typeface="微软雅黑"/>
              </a:defRPr>
            </a:lvl3pPr>
            <a:lvl4pPr algn="l">
              <a:defRPr sz="1725" b="0">
                <a:solidFill>
                  <a:srgbClr val="FFFFFF"/>
                </a:solidFill>
                <a:latin typeface="微软雅黑"/>
                <a:ea typeface="微软雅黑"/>
                <a:cs typeface="微软雅黑"/>
              </a:defRPr>
            </a:lvl4pPr>
            <a:lvl5pPr algn="l">
              <a:defRPr sz="1725" b="0">
                <a:solidFill>
                  <a:srgbClr val="FFFFFF"/>
                </a:solidFill>
                <a:latin typeface="微软雅黑"/>
                <a:ea typeface="微软雅黑"/>
                <a:cs typeface="微软雅黑"/>
              </a:defRPr>
            </a:lvl5pPr>
            <a:lvl6pPr algn="l">
              <a:defRPr sz="1725" b="0">
                <a:solidFill>
                  <a:srgbClr val="FFFFFF"/>
                </a:solidFill>
                <a:latin typeface="微软雅黑"/>
                <a:ea typeface="微软雅黑"/>
                <a:cs typeface="微软雅黑"/>
              </a:defRPr>
            </a:lvl6pPr>
            <a:lvl7pPr algn="l">
              <a:defRPr sz="1725" b="0">
                <a:solidFill>
                  <a:srgbClr val="FFFFFF"/>
                </a:solidFill>
                <a:latin typeface="微软雅黑"/>
                <a:ea typeface="微软雅黑"/>
                <a:cs typeface="微软雅黑"/>
              </a:defRPr>
            </a:lvl7pPr>
            <a:lvl8pPr algn="l">
              <a:defRPr sz="1725" b="0">
                <a:solidFill>
                  <a:srgbClr val="FFFFFF"/>
                </a:solidFill>
                <a:latin typeface="微软雅黑"/>
                <a:ea typeface="微软雅黑"/>
                <a:cs typeface="微软雅黑"/>
              </a:defRPr>
            </a:lvl8pPr>
            <a:lvl9pPr algn="l">
              <a:defRPr sz="1725" b="0">
                <a:solidFill>
                  <a:srgbClr val="FFFFFF"/>
                </a:solidFill>
                <a:latin typeface="微软雅黑"/>
                <a:ea typeface="微软雅黑"/>
                <a:cs typeface="微软雅黑"/>
              </a:defRPr>
            </a:lvl9pPr>
          </a:lstStyle>
          <a:p>
            <a:pPr algn="l">
              <a:lnSpc>
                <a:spcPct val="120000"/>
              </a:lnSpc>
              <a:buNone/>
              <a:defRPr sz="1725" b="0">
                <a:solidFill>
                  <a:srgbClr val="FFFFFF"/>
                </a:solidFill>
                <a:latin typeface="微软雅黑"/>
                <a:ea typeface="微软雅黑"/>
                <a:cs typeface="微软雅黑"/>
              </a:defRPr>
            </a:pPr>
            <a:r>
              <a:rPr sz="2400" b="1" dirty="0" err="1">
                <a:solidFill>
                  <a:schemeClr val="tx1"/>
                </a:solidFill>
                <a:latin typeface="微软雅黑"/>
                <a:ea typeface="微软雅黑"/>
                <a:cs typeface="微软雅黑"/>
              </a:rPr>
              <a:t>优先回应常见误区，并选择能够转化为家庭实际操作的知识点</a:t>
            </a:r>
            <a:endParaRPr sz="2400" b="1" dirty="0">
              <a:solidFill>
                <a:schemeClr val="tx1"/>
              </a:solidFill>
              <a:latin typeface="微软雅黑"/>
              <a:ea typeface="微软雅黑"/>
              <a:cs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5" name="picture_15" descr="picture_15"/>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风险机制</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14</a:t>
            </a:fld>
            <a:endParaRPr lang="zh-CN" altLang="en-US" dirty="0">
              <a:solidFill>
                <a:srgbClr val="3C5D74"/>
              </a:solidFill>
              <a:latin typeface="仓耳玄三M W05" panose="02020400000000000000" charset="-122"/>
              <a:ea typeface="仓耳玄三M W05" panose="02020400000000000000" charset="-122"/>
            </a:endParaRPr>
          </a:p>
        </p:txBody>
      </p:sp>
      <p:sp>
        <p:nvSpPr>
          <p:cNvPr id="796" name="slot_796"/>
          <p:cNvSpPr/>
          <p:nvPr/>
        </p:nvSpPr>
        <p:spPr>
          <a:xfrm>
            <a:off x="1000125" y="1974850"/>
            <a:ext cx="1562100" cy="1562100"/>
          </a:xfrm>
          <a:prstGeom prst="ellipse">
            <a:avLst/>
          </a:prstGeom>
          <a:solidFill>
            <a:srgbClr val="F1D5A4"/>
          </a:solidFill>
          <a:ln w="12700">
            <a:miter lim="400000"/>
          </a:ln>
          <a:effectLst>
            <a:outerShdw blurRad="228600" dist="114300" dir="16200000" rotWithShape="0">
              <a:prstClr val="black">
                <a:alpha val="12000"/>
              </a:prstClr>
            </a:outerShdw>
          </a:effectLst>
        </p:spPr>
        <p:txBody>
          <a:bodyPr lIns="45719" rIns="45719" anchor="ctr"/>
          <a:lstStyle/>
          <a:p>
            <a:pPr algn="ctr">
              <a:defRPr>
                <a:solidFill>
                  <a:srgbClr val="FFFFFF"/>
                </a:solidFill>
              </a:defRPr>
            </a:pPr>
            <a:endParaRPr/>
          </a:p>
        </p:txBody>
      </p:sp>
      <p:sp>
        <p:nvSpPr>
          <p:cNvPr id="797" name="slot_797"/>
          <p:cNvSpPr/>
          <p:nvPr/>
        </p:nvSpPr>
        <p:spPr>
          <a:xfrm>
            <a:off x="3876675" y="1974850"/>
            <a:ext cx="1562100" cy="1562100"/>
          </a:xfrm>
          <a:prstGeom prst="ellipse">
            <a:avLst/>
          </a:prstGeom>
          <a:solidFill>
            <a:schemeClr val="accent2">
              <a:lumMod val="60000"/>
              <a:lumOff val="40000"/>
            </a:schemeClr>
          </a:solidFill>
          <a:ln w="12700">
            <a:miter lim="400000"/>
          </a:ln>
          <a:effectLst>
            <a:outerShdw blurRad="228600" dist="114300" dir="16200000" rotWithShape="0">
              <a:prstClr val="black">
                <a:alpha val="12000"/>
              </a:prstClr>
            </a:outerShdw>
          </a:effectLst>
        </p:spPr>
        <p:txBody>
          <a:bodyPr lIns="45719" rIns="45719" anchor="ctr">
            <a:noAutofit/>
          </a:bodyPr>
          <a:lstStyle/>
          <a:p>
            <a:pPr lvl="0" algn="ctr">
              <a:buClrTx/>
              <a:buSzTx/>
              <a:buFontTx/>
              <a:defRPr>
                <a:solidFill>
                  <a:srgbClr val="FFFFFF"/>
                </a:solidFill>
              </a:defRPr>
            </a:pPr>
            <a:endParaRPr>
              <a:sym typeface="+mn-ea"/>
            </a:endParaRPr>
          </a:p>
        </p:txBody>
      </p:sp>
      <p:sp>
        <p:nvSpPr>
          <p:cNvPr id="798" name="slot_798"/>
          <p:cNvSpPr/>
          <p:nvPr/>
        </p:nvSpPr>
        <p:spPr>
          <a:xfrm>
            <a:off x="6753225" y="1974850"/>
            <a:ext cx="1562100" cy="1562100"/>
          </a:xfrm>
          <a:prstGeom prst="ellipse">
            <a:avLst/>
          </a:prstGeom>
          <a:solidFill>
            <a:srgbClr val="C59270"/>
          </a:solidFill>
          <a:ln w="12700">
            <a:miter lim="400000"/>
          </a:ln>
          <a:effectLst>
            <a:outerShdw blurRad="228600" dist="114300" dir="16200000" rotWithShape="0">
              <a:prstClr val="black">
                <a:alpha val="12000"/>
              </a:prstClr>
            </a:outerShdw>
          </a:effectLst>
        </p:spPr>
        <p:txBody>
          <a:bodyPr lIns="45719" rIns="45719" anchor="ctr">
            <a:noAutofit/>
          </a:bodyPr>
          <a:lstStyle/>
          <a:p>
            <a:pPr lvl="0" algn="ctr">
              <a:buClrTx/>
              <a:buSzTx/>
              <a:buFontTx/>
              <a:defRPr>
                <a:solidFill>
                  <a:srgbClr val="FFFFFF"/>
                </a:solidFill>
              </a:defRPr>
            </a:pPr>
            <a:endParaRPr>
              <a:sym typeface="+mn-ea"/>
            </a:endParaRPr>
          </a:p>
        </p:txBody>
      </p:sp>
      <p:sp>
        <p:nvSpPr>
          <p:cNvPr id="799" name="slot_799"/>
          <p:cNvSpPr/>
          <p:nvPr/>
        </p:nvSpPr>
        <p:spPr>
          <a:xfrm>
            <a:off x="9629775" y="1974850"/>
            <a:ext cx="1562100" cy="1562100"/>
          </a:xfrm>
          <a:prstGeom prst="ellipse">
            <a:avLst/>
          </a:prstGeom>
          <a:solidFill>
            <a:srgbClr val="A23838"/>
          </a:solidFill>
          <a:ln w="12700">
            <a:miter lim="400000"/>
          </a:ln>
          <a:effectLst>
            <a:outerShdw blurRad="228600" dist="114300" dir="16200000" rotWithShape="0">
              <a:prstClr val="black">
                <a:alpha val="12000"/>
              </a:prstClr>
            </a:outerShdw>
          </a:effectLst>
        </p:spPr>
        <p:txBody>
          <a:bodyPr lIns="45719" rIns="45719" anchor="ctr">
            <a:noAutofit/>
          </a:bodyPr>
          <a:lstStyle/>
          <a:p>
            <a:pPr lvl="0" algn="ctr">
              <a:buClrTx/>
              <a:buSzTx/>
              <a:buFontTx/>
              <a:defRPr>
                <a:solidFill>
                  <a:srgbClr val="FFFFFF"/>
                </a:solidFill>
              </a:defRPr>
            </a:pPr>
            <a:endParaRPr>
              <a:sym typeface="+mn-ea"/>
            </a:endParaRPr>
          </a:p>
        </p:txBody>
      </p:sp>
      <p:sp>
        <p:nvSpPr>
          <p:cNvPr id="800" name="slot_800"/>
          <p:cNvSpPr txBox="1"/>
          <p:nvPr/>
        </p:nvSpPr>
        <p:spPr>
          <a:xfrm>
            <a:off x="1066800" y="2251075"/>
            <a:ext cx="1428750" cy="542925"/>
          </a:xfrm>
          <a:prstGeom prst="rect">
            <a:avLst/>
          </a:prstGeom>
          <a:ln w="12700">
            <a:miter lim="400000"/>
          </a:ln>
        </p:spPr>
        <p:txBody>
          <a:bodyPr wrap="none" lIns="0" tIns="0" rIns="0" bIns="0" anchor="ctr">
            <a:spAutoFit/>
          </a:bodyPr>
          <a:lstStyle/>
          <a:p>
            <a:pPr algn="ctr">
              <a:defRPr sz="3000" b="1" spc="0">
                <a:solidFill>
                  <a:srgbClr val="FFFFFF"/>
                </a:solidFill>
              </a:defRPr>
            </a:pPr>
            <a:r>
              <a:rPr sz="3000" spc="0">
                <a:solidFill>
                  <a:srgbClr val="63372B"/>
                </a:solidFill>
                <a:latin typeface="方正姚体" panose="02010601030101010101" charset="-122"/>
                <a:ea typeface="方正姚体" panose="02010601030101010101" charset="-122"/>
                <a:cs typeface="方正姚体" panose="02010601030101010101" charset="-122"/>
                <a:sym typeface="方正姚体" panose="02010601030101010101" charset="-122"/>
              </a:rPr>
              <a:t>时间</a:t>
            </a:r>
          </a:p>
        </p:txBody>
      </p:sp>
      <p:sp>
        <p:nvSpPr>
          <p:cNvPr id="801" name="slot_801"/>
          <p:cNvSpPr txBox="1"/>
          <p:nvPr/>
        </p:nvSpPr>
        <p:spPr>
          <a:xfrm>
            <a:off x="3943350" y="2251075"/>
            <a:ext cx="1428750" cy="542925"/>
          </a:xfrm>
          <a:prstGeom prst="rect">
            <a:avLst/>
          </a:prstGeom>
          <a:ln w="12700">
            <a:miter lim="400000"/>
          </a:ln>
        </p:spPr>
        <p:txBody>
          <a:bodyPr wrap="none" lIns="0" tIns="0" rIns="0" bIns="0" anchor="ctr">
            <a:spAutoFit/>
          </a:bodyPr>
          <a:lstStyle/>
          <a:p>
            <a:pPr algn="ctr">
              <a:defRPr sz="3000" b="1" spc="0">
                <a:solidFill>
                  <a:srgbClr val="FFFFFF"/>
                </a:solidFill>
              </a:defRPr>
            </a:pPr>
            <a:r>
              <a:rPr sz="3000" spc="0">
                <a:solidFill>
                  <a:srgbClr val="63372B"/>
                </a:solidFill>
                <a:latin typeface="方正姚体" panose="02010601030101010101" charset="-122"/>
                <a:ea typeface="方正姚体" panose="02010601030101010101" charset="-122"/>
                <a:cs typeface="方正姚体" panose="02010601030101010101" charset="-122"/>
                <a:sym typeface="方正姚体" panose="02010601030101010101" charset="-122"/>
              </a:rPr>
              <a:t>温度</a:t>
            </a:r>
          </a:p>
        </p:txBody>
      </p:sp>
      <p:sp>
        <p:nvSpPr>
          <p:cNvPr id="802" name="slot_802"/>
          <p:cNvSpPr txBox="1"/>
          <p:nvPr/>
        </p:nvSpPr>
        <p:spPr>
          <a:xfrm>
            <a:off x="6819900" y="2251075"/>
            <a:ext cx="1428750" cy="542925"/>
          </a:xfrm>
          <a:prstGeom prst="rect">
            <a:avLst/>
          </a:prstGeom>
          <a:ln w="12700">
            <a:miter lim="400000"/>
          </a:ln>
        </p:spPr>
        <p:txBody>
          <a:bodyPr wrap="none" lIns="0" tIns="0" rIns="0" bIns="0" anchor="ctr">
            <a:spAutoFit/>
          </a:bodyPr>
          <a:lstStyle/>
          <a:p>
            <a:pPr algn="ctr">
              <a:defRPr sz="2700" b="1" spc="0">
                <a:solidFill>
                  <a:srgbClr val="FFFFFF"/>
                </a:solidFill>
              </a:defRPr>
            </a:pPr>
            <a:r>
              <a:rPr sz="2700" spc="0">
                <a:solidFill>
                  <a:srgbClr val="FEFEFE"/>
                </a:solidFill>
                <a:latin typeface="方正姚体" panose="02010601030101010101" charset="-122"/>
                <a:ea typeface="方正姚体" panose="02010601030101010101" charset="-122"/>
                <a:cs typeface="方正姚体" panose="02010601030101010101" charset="-122"/>
                <a:sym typeface="方正姚体" panose="02010601030101010101" charset="-122"/>
              </a:rPr>
              <a:t>微生物</a:t>
            </a:r>
          </a:p>
        </p:txBody>
      </p:sp>
      <p:sp>
        <p:nvSpPr>
          <p:cNvPr id="803" name="slot_803"/>
          <p:cNvSpPr txBox="1"/>
          <p:nvPr/>
        </p:nvSpPr>
        <p:spPr>
          <a:xfrm>
            <a:off x="9696450" y="2251075"/>
            <a:ext cx="1428750" cy="542925"/>
          </a:xfrm>
          <a:prstGeom prst="rect">
            <a:avLst/>
          </a:prstGeom>
          <a:ln w="12700">
            <a:miter lim="400000"/>
          </a:ln>
        </p:spPr>
        <p:txBody>
          <a:bodyPr wrap="none" lIns="0" tIns="0" rIns="0" bIns="0" anchor="ctr">
            <a:spAutoFit/>
          </a:bodyPr>
          <a:lstStyle/>
          <a:p>
            <a:pPr algn="ctr">
              <a:defRPr sz="3000" b="1" spc="0">
                <a:solidFill>
                  <a:srgbClr val="FFFFFF"/>
                </a:solidFill>
              </a:defRPr>
            </a:pPr>
            <a:r>
              <a:rPr sz="3000" spc="0">
                <a:solidFill>
                  <a:srgbClr val="FEFEFE"/>
                </a:solidFill>
                <a:latin typeface="方正姚体" panose="02010601030101010101" charset="-122"/>
                <a:ea typeface="方正姚体" panose="02010601030101010101" charset="-122"/>
                <a:cs typeface="方正姚体" panose="02010601030101010101" charset="-122"/>
                <a:sym typeface="方正姚体" panose="02010601030101010101" charset="-122"/>
              </a:rPr>
              <a:t>毒素</a:t>
            </a:r>
          </a:p>
        </p:txBody>
      </p:sp>
      <p:sp>
        <p:nvSpPr>
          <p:cNvPr id="804" name="slot_804"/>
          <p:cNvSpPr txBox="1"/>
          <p:nvPr/>
        </p:nvSpPr>
        <p:spPr>
          <a:xfrm>
            <a:off x="1357982" y="2825835"/>
            <a:ext cx="846386" cy="507831"/>
          </a:xfrm>
          <a:prstGeom prst="rect">
            <a:avLst/>
          </a:prstGeom>
          <a:ln w="12700">
            <a:miter lim="400000"/>
          </a:ln>
        </p:spPr>
        <p:txBody>
          <a:bodyPr wrap="none" lIns="0" tIns="0" rIns="0" bIns="0" anchor="ctr">
            <a:spAutoFit/>
          </a:bodyPr>
          <a:lstStyle>
            <a:lvl1pPr>
              <a:defRPr sz="1650" b="1" spc="0">
                <a:solidFill>
                  <a:srgbClr val="FEFEFE"/>
                </a:solidFill>
                <a:latin typeface="方正姚体" panose="02010601030101010101" charset="-122"/>
                <a:ea typeface="方正姚体" panose="02010601030101010101" charset="-122"/>
                <a:cs typeface="方正姚体" panose="02010601030101010101" charset="-122"/>
                <a:sym typeface="方正姚体" panose="02010601030101010101" charset="-122"/>
              </a:defRPr>
            </a:lvl1pPr>
          </a:lstStyle>
          <a:p>
            <a:pPr algn="ctr"/>
            <a:r>
              <a:rPr lang="zh-CN" sz="1650" b="0" spc="0" dirty="0">
                <a:solidFill>
                  <a:srgbClr val="63372B"/>
                </a:solidFill>
                <a:latin typeface="仓耳玄三M W05" panose="02020400000000000000" charset="-122"/>
                <a:ea typeface="仓耳玄三M W05" panose="02020400000000000000" charset="-122"/>
              </a:rPr>
              <a:t>室温</a:t>
            </a:r>
            <a:r>
              <a:rPr lang="zh-CN" altLang="en-US" sz="1650" b="0" spc="0" dirty="0">
                <a:solidFill>
                  <a:srgbClr val="63372B"/>
                </a:solidFill>
                <a:latin typeface="仓耳玄三M W05" panose="02020400000000000000" charset="-122"/>
                <a:ea typeface="仓耳玄三M W05" panose="02020400000000000000" charset="-122"/>
              </a:rPr>
              <a:t>不宜</a:t>
            </a:r>
            <a:endParaRPr lang="en-US" altLang="zh-CN" sz="1650" b="0" spc="0" dirty="0">
              <a:solidFill>
                <a:srgbClr val="63372B"/>
              </a:solidFill>
              <a:latin typeface="仓耳玄三M W05" panose="02020400000000000000" charset="-122"/>
              <a:ea typeface="仓耳玄三M W05" panose="02020400000000000000" charset="-122"/>
            </a:endParaRPr>
          </a:p>
          <a:p>
            <a:pPr algn="ctr"/>
            <a:r>
              <a:rPr lang="zh-CN" sz="1650" b="0" spc="0" dirty="0">
                <a:solidFill>
                  <a:srgbClr val="63372B"/>
                </a:solidFill>
                <a:latin typeface="仓耳玄三M W05" panose="02020400000000000000" charset="-122"/>
                <a:ea typeface="仓耳玄三M W05" panose="02020400000000000000" charset="-122"/>
              </a:rPr>
              <a:t>久放</a:t>
            </a:r>
          </a:p>
        </p:txBody>
      </p:sp>
      <p:sp>
        <p:nvSpPr>
          <p:cNvPr id="4" name="slot_4"/>
          <p:cNvSpPr txBox="1"/>
          <p:nvPr/>
        </p:nvSpPr>
        <p:spPr>
          <a:xfrm>
            <a:off x="4234533" y="2825835"/>
            <a:ext cx="846386" cy="507831"/>
          </a:xfrm>
          <a:prstGeom prst="rect">
            <a:avLst/>
          </a:prstGeom>
          <a:ln w="12700">
            <a:miter lim="400000"/>
          </a:ln>
        </p:spPr>
        <p:txBody>
          <a:bodyPr wrap="none" lIns="0" tIns="0" rIns="0" bIns="0" anchor="ctr">
            <a:spAutoFit/>
          </a:bodyPr>
          <a:lstStyle>
            <a:lvl1pPr>
              <a:defRPr sz="1650" b="1" spc="0">
                <a:solidFill>
                  <a:srgbClr val="FEFEFE"/>
                </a:solidFill>
                <a:latin typeface="方正姚体" panose="02010601030101010101" charset="-122"/>
                <a:ea typeface="方正姚体" panose="02010601030101010101" charset="-122"/>
                <a:cs typeface="方正姚体" panose="02010601030101010101" charset="-122"/>
                <a:sym typeface="方正姚体" panose="02010601030101010101" charset="-122"/>
              </a:defRPr>
            </a:lvl1pPr>
          </a:lstStyle>
          <a:p>
            <a:pPr algn="ctr"/>
            <a:r>
              <a:rPr lang="zh-CN" sz="1650" b="0" spc="0" dirty="0">
                <a:solidFill>
                  <a:srgbClr val="63372B"/>
                </a:solidFill>
                <a:latin typeface="仓耳玄三M W05" panose="02020400000000000000" charset="-122"/>
                <a:ea typeface="仓耳玄三M W05" panose="02020400000000000000" charset="-122"/>
              </a:rPr>
              <a:t>冷藏</a:t>
            </a:r>
            <a:r>
              <a:rPr lang="zh-CN" altLang="en-US" sz="1650" b="0" spc="0" dirty="0">
                <a:solidFill>
                  <a:srgbClr val="63372B"/>
                </a:solidFill>
                <a:latin typeface="仓耳玄三M W05" panose="02020400000000000000" charset="-122"/>
                <a:ea typeface="仓耳玄三M W05" panose="02020400000000000000" charset="-122"/>
              </a:rPr>
              <a:t>作用</a:t>
            </a:r>
            <a:endParaRPr lang="en-US" altLang="zh-CN" sz="1650" b="0" spc="0" dirty="0">
              <a:solidFill>
                <a:srgbClr val="63372B"/>
              </a:solidFill>
              <a:latin typeface="仓耳玄三M W05" panose="02020400000000000000" charset="-122"/>
              <a:ea typeface="仓耳玄三M W05" panose="02020400000000000000" charset="-122"/>
            </a:endParaRPr>
          </a:p>
          <a:p>
            <a:pPr algn="ctr"/>
            <a:r>
              <a:rPr lang="zh-CN" altLang="en-US" sz="1650" b="0" spc="0" dirty="0">
                <a:solidFill>
                  <a:srgbClr val="63372B"/>
                </a:solidFill>
                <a:latin typeface="仓耳玄三M W05" panose="02020400000000000000" charset="-122"/>
                <a:ea typeface="仓耳玄三M W05" panose="02020400000000000000" charset="-122"/>
              </a:rPr>
              <a:t>有限</a:t>
            </a:r>
            <a:endParaRPr lang="zh-CN" sz="1650" b="0" spc="0" dirty="0">
              <a:solidFill>
                <a:srgbClr val="63372B"/>
              </a:solidFill>
              <a:latin typeface="仓耳玄三M W05" panose="02020400000000000000" charset="-122"/>
              <a:ea typeface="仓耳玄三M W05" panose="02020400000000000000" charset="-122"/>
            </a:endParaRPr>
          </a:p>
        </p:txBody>
      </p:sp>
      <p:sp>
        <p:nvSpPr>
          <p:cNvPr id="6" name="slot_6"/>
          <p:cNvSpPr txBox="1"/>
          <p:nvPr/>
        </p:nvSpPr>
        <p:spPr>
          <a:xfrm>
            <a:off x="7111084" y="2825835"/>
            <a:ext cx="846386" cy="507831"/>
          </a:xfrm>
          <a:prstGeom prst="rect">
            <a:avLst/>
          </a:prstGeom>
          <a:ln w="12700">
            <a:miter lim="400000"/>
          </a:ln>
        </p:spPr>
        <p:txBody>
          <a:bodyPr wrap="none" lIns="0" tIns="0" rIns="0" bIns="0" anchor="ctr">
            <a:spAutoFit/>
          </a:bodyPr>
          <a:lstStyle>
            <a:lvl1pPr>
              <a:defRPr sz="1650" b="1" spc="0">
                <a:solidFill>
                  <a:srgbClr val="FEFEFE"/>
                </a:solidFill>
                <a:latin typeface="方正姚体" panose="02010601030101010101" charset="-122"/>
                <a:ea typeface="方正姚体" panose="02010601030101010101" charset="-122"/>
                <a:cs typeface="方正姚体" panose="02010601030101010101" charset="-122"/>
                <a:sym typeface="方正姚体" panose="02010601030101010101" charset="-122"/>
              </a:defRPr>
            </a:lvl1pPr>
          </a:lstStyle>
          <a:p>
            <a:pPr algn="ctr"/>
            <a:r>
              <a:rPr lang="zh-CN" sz="1650" b="0" spc="0" dirty="0">
                <a:latin typeface="仓耳玄三M W05" panose="02020400000000000000" charset="-122"/>
                <a:ea typeface="仓耳玄三M W05" panose="02020400000000000000" charset="-122"/>
              </a:rPr>
              <a:t>不当储存</a:t>
            </a:r>
            <a:endParaRPr lang="en-US" altLang="zh-CN" sz="1650" b="0" spc="0" dirty="0">
              <a:latin typeface="仓耳玄三M W05" panose="02020400000000000000" charset="-122"/>
              <a:ea typeface="仓耳玄三M W05" panose="02020400000000000000" charset="-122"/>
            </a:endParaRPr>
          </a:p>
          <a:p>
            <a:pPr algn="ctr"/>
            <a:r>
              <a:rPr lang="zh-CN" altLang="en-US" sz="1650" b="0" spc="0" dirty="0">
                <a:latin typeface="仓耳玄三M W05" panose="02020400000000000000" charset="-122"/>
                <a:ea typeface="仓耳玄三M W05" panose="02020400000000000000" charset="-122"/>
              </a:rPr>
              <a:t>易发</a:t>
            </a:r>
            <a:endParaRPr lang="zh-CN" sz="1650" b="0" spc="0" dirty="0">
              <a:latin typeface="仓耳玄三M W05" panose="02020400000000000000" charset="-122"/>
              <a:ea typeface="仓耳玄三M W05" panose="02020400000000000000" charset="-122"/>
            </a:endParaRPr>
          </a:p>
        </p:txBody>
      </p:sp>
      <p:sp>
        <p:nvSpPr>
          <p:cNvPr id="17" name="slot_17"/>
          <p:cNvSpPr txBox="1"/>
          <p:nvPr/>
        </p:nvSpPr>
        <p:spPr>
          <a:xfrm>
            <a:off x="9987632" y="2825835"/>
            <a:ext cx="846386" cy="507831"/>
          </a:xfrm>
          <a:prstGeom prst="rect">
            <a:avLst/>
          </a:prstGeom>
          <a:ln w="12700">
            <a:miter lim="400000"/>
          </a:ln>
        </p:spPr>
        <p:txBody>
          <a:bodyPr wrap="none" lIns="0" tIns="0" rIns="0" bIns="0" anchor="ctr">
            <a:spAutoFit/>
          </a:bodyPr>
          <a:lstStyle>
            <a:lvl1pPr>
              <a:defRPr sz="1650" b="1" spc="0">
                <a:solidFill>
                  <a:srgbClr val="FEFEFE"/>
                </a:solidFill>
                <a:latin typeface="方正姚体" panose="02010601030101010101" charset="-122"/>
                <a:ea typeface="方正姚体" panose="02010601030101010101" charset="-122"/>
                <a:cs typeface="方正姚体" panose="02010601030101010101" charset="-122"/>
                <a:sym typeface="方正姚体" panose="02010601030101010101" charset="-122"/>
              </a:defRPr>
            </a:lvl1pPr>
          </a:lstStyle>
          <a:p>
            <a:pPr algn="ctr"/>
            <a:r>
              <a:rPr lang="zh-CN" sz="1650" b="0" spc="0" dirty="0">
                <a:latin typeface="仓耳玄三M W05" panose="02020400000000000000" charset="-122"/>
                <a:ea typeface="仓耳玄三M W05" panose="02020400000000000000" charset="-122"/>
              </a:rPr>
              <a:t>复热</a:t>
            </a:r>
            <a:r>
              <a:rPr lang="zh-CN" altLang="en-US" sz="1650" b="0" spc="0" dirty="0">
                <a:latin typeface="仓耳玄三M W05" panose="02020400000000000000" charset="-122"/>
                <a:ea typeface="仓耳玄三M W05" panose="02020400000000000000" charset="-122"/>
              </a:rPr>
              <a:t>作用</a:t>
            </a:r>
            <a:endParaRPr lang="en-US" altLang="zh-CN" sz="1650" b="0" spc="0" dirty="0">
              <a:latin typeface="仓耳玄三M W05" panose="02020400000000000000" charset="-122"/>
              <a:ea typeface="仓耳玄三M W05" panose="02020400000000000000" charset="-122"/>
            </a:endParaRPr>
          </a:p>
          <a:p>
            <a:pPr algn="ctr"/>
            <a:r>
              <a:rPr lang="zh-CN" sz="1650" b="0" spc="0" dirty="0">
                <a:latin typeface="仓耳玄三M W05" panose="02020400000000000000" charset="-122"/>
                <a:ea typeface="仓耳玄三M W05" panose="02020400000000000000" charset="-122"/>
              </a:rPr>
              <a:t>有限</a:t>
            </a:r>
          </a:p>
        </p:txBody>
      </p:sp>
      <p:sp>
        <p:nvSpPr>
          <p:cNvPr id="905" name="safety_intro">
            <a:extLst>
              <a:ext uri="{FF2B5EF4-FFF2-40B4-BE49-F238E27FC236}">
                <a16:creationId xmlns:a16="http://schemas.microsoft.com/office/drawing/2014/main" id="{1E5342CE-9ABF-4C2B-8BF7-C9EB7876312B}"/>
              </a:ext>
            </a:extLst>
          </p:cNvPr>
          <p:cNvSpPr>
            <a:spLocks noGrp="1"/>
          </p:cNvSpPr>
          <p:nvPr/>
        </p:nvSpPr>
        <p:spPr>
          <a:xfrm>
            <a:off x="666750" y="1320384"/>
            <a:ext cx="10858500" cy="342900"/>
          </a:xfrm>
          <a:prstGeom prst="rect">
            <a:avLst/>
          </a:prstGeom>
          <a:noFill/>
          <a:ln w="0">
            <a:noFill/>
          </a:ln>
        </p:spPr>
        <p:txBody>
          <a:bodyPr wrap="square" lIns="0" tIns="0" rIns="0" bIns="0" anchor="t">
            <a:noAutofit/>
          </a:bodyPr>
          <a:lstStyle>
            <a:defPPr algn="l">
              <a:defRPr sz="1875" b="1">
                <a:solidFill>
                  <a:srgbClr val="63372B"/>
                </a:solidFill>
                <a:latin typeface="微软雅黑"/>
                <a:ea typeface="微软雅黑"/>
                <a:cs typeface="微软雅黑"/>
              </a:defRPr>
            </a:defPPr>
            <a:lvl1pPr algn="l">
              <a:defRPr sz="1875" b="1">
                <a:solidFill>
                  <a:srgbClr val="63372B"/>
                </a:solidFill>
                <a:latin typeface="微软雅黑"/>
                <a:ea typeface="微软雅黑"/>
                <a:cs typeface="微软雅黑"/>
              </a:defRPr>
            </a:lvl1pPr>
            <a:lvl2pPr algn="l">
              <a:defRPr sz="1875" b="1">
                <a:solidFill>
                  <a:srgbClr val="63372B"/>
                </a:solidFill>
                <a:latin typeface="微软雅黑"/>
                <a:ea typeface="微软雅黑"/>
                <a:cs typeface="微软雅黑"/>
              </a:defRPr>
            </a:lvl2pPr>
            <a:lvl3pPr algn="l">
              <a:defRPr sz="1875" b="1">
                <a:solidFill>
                  <a:srgbClr val="63372B"/>
                </a:solidFill>
                <a:latin typeface="微软雅黑"/>
                <a:ea typeface="微软雅黑"/>
                <a:cs typeface="微软雅黑"/>
              </a:defRPr>
            </a:lvl3pPr>
            <a:lvl4pPr algn="l">
              <a:defRPr sz="1875" b="1">
                <a:solidFill>
                  <a:srgbClr val="63372B"/>
                </a:solidFill>
                <a:latin typeface="微软雅黑"/>
                <a:ea typeface="微软雅黑"/>
                <a:cs typeface="微软雅黑"/>
              </a:defRPr>
            </a:lvl4pPr>
            <a:lvl5pPr algn="l">
              <a:defRPr sz="1875" b="1">
                <a:solidFill>
                  <a:srgbClr val="63372B"/>
                </a:solidFill>
                <a:latin typeface="微软雅黑"/>
                <a:ea typeface="微软雅黑"/>
                <a:cs typeface="微软雅黑"/>
              </a:defRPr>
            </a:lvl5pPr>
            <a:lvl6pPr algn="l">
              <a:defRPr sz="1875" b="1">
                <a:solidFill>
                  <a:srgbClr val="63372B"/>
                </a:solidFill>
                <a:latin typeface="微软雅黑"/>
                <a:ea typeface="微软雅黑"/>
                <a:cs typeface="微软雅黑"/>
              </a:defRPr>
            </a:lvl6pPr>
            <a:lvl7pPr algn="l">
              <a:defRPr sz="1875" b="1">
                <a:solidFill>
                  <a:srgbClr val="63372B"/>
                </a:solidFill>
                <a:latin typeface="微软雅黑"/>
                <a:ea typeface="微软雅黑"/>
                <a:cs typeface="微软雅黑"/>
              </a:defRPr>
            </a:lvl7pPr>
            <a:lvl8pPr algn="l">
              <a:defRPr sz="1875" b="1">
                <a:solidFill>
                  <a:srgbClr val="63372B"/>
                </a:solidFill>
                <a:latin typeface="微软雅黑"/>
                <a:ea typeface="微软雅黑"/>
                <a:cs typeface="微软雅黑"/>
              </a:defRPr>
            </a:lvl8pPr>
            <a:lvl9pPr algn="l">
              <a:defRPr sz="1875" b="1">
                <a:solidFill>
                  <a:srgbClr val="63372B"/>
                </a:solidFill>
                <a:latin typeface="微软雅黑"/>
                <a:ea typeface="微软雅黑"/>
                <a:cs typeface="微软雅黑"/>
              </a:defRPr>
            </a:lvl9pPr>
          </a:lstStyle>
          <a:p>
            <a:pPr algn="l">
              <a:lnSpc>
                <a:spcPct val="108000"/>
              </a:lnSpc>
              <a:buNone/>
              <a:defRPr sz="1875" b="1">
                <a:solidFill>
                  <a:srgbClr val="63372B"/>
                </a:solidFill>
                <a:latin typeface="微软雅黑"/>
                <a:ea typeface="微软雅黑"/>
                <a:cs typeface="微软雅黑"/>
              </a:defRPr>
            </a:pPr>
            <a:r>
              <a:rPr sz="1875" b="1" dirty="0" err="1">
                <a:solidFill>
                  <a:srgbClr val="63372B"/>
                </a:solidFill>
                <a:latin typeface="微软雅黑"/>
                <a:ea typeface="微软雅黑"/>
                <a:cs typeface="微软雅黑"/>
              </a:rPr>
              <a:t>储存时间与温度影响微生物变化，部分细菌可能产生特定毒素</a:t>
            </a:r>
            <a:endParaRPr sz="1875" b="1" dirty="0">
              <a:solidFill>
                <a:srgbClr val="63372B"/>
              </a:solidFill>
              <a:latin typeface="微软雅黑"/>
              <a:ea typeface="微软雅黑"/>
              <a:cs typeface="微软雅黑"/>
            </a:endParaRPr>
          </a:p>
        </p:txBody>
      </p:sp>
      <p:sp>
        <p:nvSpPr>
          <p:cNvPr id="906" name="safety_core_0">
            <a:extLst>
              <a:ext uri="{FF2B5EF4-FFF2-40B4-BE49-F238E27FC236}">
                <a16:creationId xmlns:a16="http://schemas.microsoft.com/office/drawing/2014/main" id="{A3411D45-1EDA-469C-A99E-128CD4693EA7}"/>
              </a:ext>
            </a:extLst>
          </p:cNvPr>
          <p:cNvSpPr>
            <a:spLocks noGrp="1"/>
          </p:cNvSpPr>
          <p:nvPr/>
        </p:nvSpPr>
        <p:spPr>
          <a:xfrm>
            <a:off x="571500" y="3812028"/>
            <a:ext cx="2419350" cy="1200150"/>
          </a:xfrm>
          <a:prstGeom prst="rect">
            <a:avLst/>
          </a:prstGeom>
          <a:noFill/>
          <a:ln w="0">
            <a:noFill/>
          </a:ln>
        </p:spPr>
        <p:txBody>
          <a:bodyPr wrap="square" lIns="0" tIns="0" rIns="0" bIns="0" anchor="t">
            <a:noAutofit/>
          </a:bodyPr>
          <a:lstStyle>
            <a:defPPr algn="l">
              <a:defRPr sz="1650" b="1">
                <a:solidFill>
                  <a:srgbClr val="404040"/>
                </a:solidFill>
                <a:latin typeface="微软雅黑"/>
                <a:ea typeface="微软雅黑"/>
                <a:cs typeface="微软雅黑"/>
              </a:defRPr>
            </a:defPPr>
            <a:lvl1pPr algn="l">
              <a:defRPr sz="1650" b="1">
                <a:solidFill>
                  <a:srgbClr val="404040"/>
                </a:solidFill>
                <a:latin typeface="微软雅黑"/>
                <a:ea typeface="微软雅黑"/>
                <a:cs typeface="微软雅黑"/>
              </a:defRPr>
            </a:lvl1pPr>
            <a:lvl2pPr algn="l">
              <a:defRPr sz="1650" b="1">
                <a:solidFill>
                  <a:srgbClr val="404040"/>
                </a:solidFill>
                <a:latin typeface="微软雅黑"/>
                <a:ea typeface="微软雅黑"/>
                <a:cs typeface="微软雅黑"/>
              </a:defRPr>
            </a:lvl2pPr>
            <a:lvl3pPr algn="l">
              <a:defRPr sz="1650" b="1">
                <a:solidFill>
                  <a:srgbClr val="404040"/>
                </a:solidFill>
                <a:latin typeface="微软雅黑"/>
                <a:ea typeface="微软雅黑"/>
                <a:cs typeface="微软雅黑"/>
              </a:defRPr>
            </a:lvl3pPr>
            <a:lvl4pPr algn="l">
              <a:defRPr sz="1650" b="1">
                <a:solidFill>
                  <a:srgbClr val="404040"/>
                </a:solidFill>
                <a:latin typeface="微软雅黑"/>
                <a:ea typeface="微软雅黑"/>
                <a:cs typeface="微软雅黑"/>
              </a:defRPr>
            </a:lvl4pPr>
            <a:lvl5pPr algn="l">
              <a:defRPr sz="1650" b="1">
                <a:solidFill>
                  <a:srgbClr val="404040"/>
                </a:solidFill>
                <a:latin typeface="微软雅黑"/>
                <a:ea typeface="微软雅黑"/>
                <a:cs typeface="微软雅黑"/>
              </a:defRPr>
            </a:lvl5pPr>
            <a:lvl6pPr algn="l">
              <a:defRPr sz="1650" b="1">
                <a:solidFill>
                  <a:srgbClr val="404040"/>
                </a:solidFill>
                <a:latin typeface="微软雅黑"/>
                <a:ea typeface="微软雅黑"/>
                <a:cs typeface="微软雅黑"/>
              </a:defRPr>
            </a:lvl6pPr>
            <a:lvl7pPr algn="l">
              <a:defRPr sz="1650" b="1">
                <a:solidFill>
                  <a:srgbClr val="404040"/>
                </a:solidFill>
                <a:latin typeface="微软雅黑"/>
                <a:ea typeface="微软雅黑"/>
                <a:cs typeface="微软雅黑"/>
              </a:defRPr>
            </a:lvl7pPr>
            <a:lvl8pPr algn="l">
              <a:defRPr sz="1650" b="1">
                <a:solidFill>
                  <a:srgbClr val="404040"/>
                </a:solidFill>
                <a:latin typeface="微软雅黑"/>
                <a:ea typeface="微软雅黑"/>
                <a:cs typeface="微软雅黑"/>
              </a:defRPr>
            </a:lvl8pPr>
            <a:lvl9pPr algn="l">
              <a:defRPr sz="1650" b="1">
                <a:solidFill>
                  <a:srgbClr val="404040"/>
                </a:solidFill>
                <a:latin typeface="微软雅黑"/>
                <a:ea typeface="微软雅黑"/>
                <a:cs typeface="微软雅黑"/>
              </a:defRPr>
            </a:lvl9pPr>
          </a:lstStyle>
          <a:p>
            <a:pPr algn="l">
              <a:lnSpc>
                <a:spcPct val="108000"/>
              </a:lnSpc>
              <a:buNone/>
              <a:defRPr sz="1650" b="1">
                <a:solidFill>
                  <a:srgbClr val="404040"/>
                </a:solidFill>
                <a:latin typeface="微软雅黑"/>
                <a:ea typeface="微软雅黑"/>
                <a:cs typeface="微软雅黑"/>
              </a:defRPr>
            </a:pPr>
            <a:r>
              <a:rPr sz="1650" b="1">
                <a:solidFill>
                  <a:srgbClr val="404040"/>
                </a:solidFill>
                <a:latin typeface="微软雅黑"/>
                <a:ea typeface="微软雅黑"/>
                <a:cs typeface="微软雅黑"/>
              </a:rPr>
              <a:t>熟食室温放置</a:t>
            </a:r>
          </a:p>
          <a:p>
            <a:pPr algn="l">
              <a:lnSpc>
                <a:spcPct val="108000"/>
              </a:lnSpc>
              <a:buNone/>
              <a:defRPr sz="1650" b="1">
                <a:solidFill>
                  <a:srgbClr val="404040"/>
                </a:solidFill>
                <a:latin typeface="微软雅黑"/>
                <a:ea typeface="微软雅黑"/>
                <a:cs typeface="微软雅黑"/>
              </a:defRPr>
            </a:pPr>
            <a:r>
              <a:rPr sz="1650" b="1">
                <a:solidFill>
                  <a:srgbClr val="404040"/>
                </a:solidFill>
                <a:latin typeface="微软雅黑"/>
                <a:ea typeface="微软雅黑"/>
                <a:cs typeface="微软雅黑"/>
              </a:rPr>
              <a:t>不宜超过2小时；</a:t>
            </a:r>
          </a:p>
          <a:p>
            <a:pPr algn="l">
              <a:lnSpc>
                <a:spcPct val="108000"/>
              </a:lnSpc>
              <a:buNone/>
              <a:defRPr sz="1650" b="1">
                <a:solidFill>
                  <a:srgbClr val="404040"/>
                </a:solidFill>
                <a:latin typeface="微软雅黑"/>
                <a:ea typeface="微软雅黑"/>
                <a:cs typeface="微软雅黑"/>
              </a:defRPr>
            </a:pPr>
            <a:r>
              <a:rPr sz="1650" b="1">
                <a:solidFill>
                  <a:srgbClr val="404040"/>
                </a:solidFill>
                <a:latin typeface="微软雅黑"/>
                <a:ea typeface="微软雅黑"/>
                <a:cs typeface="微软雅黑"/>
              </a:rPr>
              <a:t>环境&gt;约32℃时，</a:t>
            </a:r>
          </a:p>
          <a:p>
            <a:pPr algn="l">
              <a:lnSpc>
                <a:spcPct val="108000"/>
              </a:lnSpc>
              <a:buNone/>
              <a:defRPr sz="1650" b="1">
                <a:solidFill>
                  <a:srgbClr val="404040"/>
                </a:solidFill>
                <a:latin typeface="微软雅黑"/>
                <a:ea typeface="微软雅黑"/>
                <a:cs typeface="微软雅黑"/>
              </a:defRPr>
            </a:pPr>
            <a:r>
              <a:rPr sz="1650" b="1">
                <a:solidFill>
                  <a:srgbClr val="404040"/>
                </a:solidFill>
                <a:latin typeface="微软雅黑"/>
                <a:ea typeface="微软雅黑"/>
                <a:cs typeface="微软雅黑"/>
              </a:rPr>
              <a:t>不宜超过1小时。</a:t>
            </a:r>
          </a:p>
        </p:txBody>
      </p:sp>
      <p:sp>
        <p:nvSpPr>
          <p:cNvPr id="907" name="safety_explain_0">
            <a:extLst>
              <a:ext uri="{FF2B5EF4-FFF2-40B4-BE49-F238E27FC236}">
                <a16:creationId xmlns:a16="http://schemas.microsoft.com/office/drawing/2014/main" id="{902C5726-6779-4310-9927-6745AD117F1B}"/>
              </a:ext>
            </a:extLst>
          </p:cNvPr>
          <p:cNvSpPr>
            <a:spLocks noGrp="1"/>
          </p:cNvSpPr>
          <p:nvPr/>
        </p:nvSpPr>
        <p:spPr>
          <a:xfrm>
            <a:off x="571500" y="5059803"/>
            <a:ext cx="2419350" cy="571500"/>
          </a:xfrm>
          <a:prstGeom prst="rect">
            <a:avLst/>
          </a:prstGeom>
          <a:noFill/>
          <a:ln w="0">
            <a:noFill/>
          </a:ln>
        </p:spPr>
        <p:txBody>
          <a:bodyPr wrap="square" lIns="0" tIns="0" rIns="0" bIns="0" anchor="t">
            <a:noAutofit/>
          </a:bodyPr>
          <a:lstStyle>
            <a:defPPr algn="l">
              <a:defRPr sz="1463" b="0">
                <a:solidFill>
                  <a:srgbClr val="555555"/>
                </a:solidFill>
                <a:latin typeface="微软雅黑"/>
                <a:ea typeface="微软雅黑"/>
                <a:cs typeface="微软雅黑"/>
              </a:defRPr>
            </a:defPPr>
            <a:lvl1pPr algn="l">
              <a:defRPr sz="1463" b="0">
                <a:solidFill>
                  <a:srgbClr val="555555"/>
                </a:solidFill>
                <a:latin typeface="微软雅黑"/>
                <a:ea typeface="微软雅黑"/>
                <a:cs typeface="微软雅黑"/>
              </a:defRPr>
            </a:lvl1pPr>
            <a:lvl2pPr algn="l">
              <a:defRPr sz="1463" b="0">
                <a:solidFill>
                  <a:srgbClr val="555555"/>
                </a:solidFill>
                <a:latin typeface="微软雅黑"/>
                <a:ea typeface="微软雅黑"/>
                <a:cs typeface="微软雅黑"/>
              </a:defRPr>
            </a:lvl2pPr>
            <a:lvl3pPr algn="l">
              <a:defRPr sz="1463" b="0">
                <a:solidFill>
                  <a:srgbClr val="555555"/>
                </a:solidFill>
                <a:latin typeface="微软雅黑"/>
                <a:ea typeface="微软雅黑"/>
                <a:cs typeface="微软雅黑"/>
              </a:defRPr>
            </a:lvl3pPr>
            <a:lvl4pPr algn="l">
              <a:defRPr sz="1463" b="0">
                <a:solidFill>
                  <a:srgbClr val="555555"/>
                </a:solidFill>
                <a:latin typeface="微软雅黑"/>
                <a:ea typeface="微软雅黑"/>
                <a:cs typeface="微软雅黑"/>
              </a:defRPr>
            </a:lvl4pPr>
            <a:lvl5pPr algn="l">
              <a:defRPr sz="1463" b="0">
                <a:solidFill>
                  <a:srgbClr val="555555"/>
                </a:solidFill>
                <a:latin typeface="微软雅黑"/>
                <a:ea typeface="微软雅黑"/>
                <a:cs typeface="微软雅黑"/>
              </a:defRPr>
            </a:lvl5pPr>
            <a:lvl6pPr algn="l">
              <a:defRPr sz="1463" b="0">
                <a:solidFill>
                  <a:srgbClr val="555555"/>
                </a:solidFill>
                <a:latin typeface="微软雅黑"/>
                <a:ea typeface="微软雅黑"/>
                <a:cs typeface="微软雅黑"/>
              </a:defRPr>
            </a:lvl6pPr>
            <a:lvl7pPr algn="l">
              <a:defRPr sz="1463" b="0">
                <a:solidFill>
                  <a:srgbClr val="555555"/>
                </a:solidFill>
                <a:latin typeface="微软雅黑"/>
                <a:ea typeface="微软雅黑"/>
                <a:cs typeface="微软雅黑"/>
              </a:defRPr>
            </a:lvl7pPr>
            <a:lvl8pPr algn="l">
              <a:defRPr sz="1463" b="0">
                <a:solidFill>
                  <a:srgbClr val="555555"/>
                </a:solidFill>
                <a:latin typeface="微软雅黑"/>
                <a:ea typeface="微软雅黑"/>
                <a:cs typeface="微软雅黑"/>
              </a:defRPr>
            </a:lvl8pPr>
            <a:lvl9pPr algn="l">
              <a:defRPr sz="1463" b="0">
                <a:solidFill>
                  <a:srgbClr val="555555"/>
                </a:solidFill>
                <a:latin typeface="微软雅黑"/>
                <a:ea typeface="微软雅黑"/>
                <a:cs typeface="微软雅黑"/>
              </a:defRPr>
            </a:lvl9pPr>
          </a:lstStyle>
          <a:p>
            <a:pPr algn="l">
              <a:lnSpc>
                <a:spcPct val="108000"/>
              </a:lnSpc>
              <a:buNone/>
              <a:defRPr sz="1463" b="0">
                <a:solidFill>
                  <a:srgbClr val="555555"/>
                </a:solidFill>
                <a:latin typeface="微软雅黑"/>
                <a:ea typeface="微软雅黑"/>
                <a:cs typeface="微软雅黑"/>
              </a:defRPr>
            </a:pPr>
            <a:r>
              <a:rPr sz="1463" b="0" dirty="0" err="1">
                <a:solidFill>
                  <a:srgbClr val="555555"/>
                </a:solidFill>
                <a:latin typeface="微软雅黑"/>
                <a:ea typeface="微软雅黑"/>
                <a:cs typeface="微软雅黑"/>
              </a:rPr>
              <a:t>熟食应尽快冷藏</a:t>
            </a:r>
            <a:r>
              <a:rPr sz="1463" b="0" dirty="0">
                <a:solidFill>
                  <a:srgbClr val="555555"/>
                </a:solidFill>
                <a:latin typeface="微软雅黑"/>
                <a:ea typeface="微软雅黑"/>
                <a:cs typeface="微软雅黑"/>
              </a:rPr>
              <a:t>。</a:t>
            </a:r>
          </a:p>
        </p:txBody>
      </p:sp>
      <p:sp>
        <p:nvSpPr>
          <p:cNvPr id="909" name="safety_core_1">
            <a:extLst>
              <a:ext uri="{FF2B5EF4-FFF2-40B4-BE49-F238E27FC236}">
                <a16:creationId xmlns:a16="http://schemas.microsoft.com/office/drawing/2014/main" id="{C9DA02B6-035E-4A68-9187-67B56AF51924}"/>
              </a:ext>
            </a:extLst>
          </p:cNvPr>
          <p:cNvSpPr>
            <a:spLocks noGrp="1"/>
          </p:cNvSpPr>
          <p:nvPr/>
        </p:nvSpPr>
        <p:spPr>
          <a:xfrm>
            <a:off x="3448050" y="3812028"/>
            <a:ext cx="2419350" cy="1200150"/>
          </a:xfrm>
          <a:prstGeom prst="rect">
            <a:avLst/>
          </a:prstGeom>
          <a:noFill/>
          <a:ln w="0">
            <a:noFill/>
          </a:ln>
        </p:spPr>
        <p:txBody>
          <a:bodyPr wrap="square" lIns="0" tIns="0" rIns="0" bIns="0" anchor="t">
            <a:noAutofit/>
          </a:bodyPr>
          <a:lstStyle>
            <a:defPPr algn="l">
              <a:defRPr sz="1650" b="1">
                <a:solidFill>
                  <a:srgbClr val="404040"/>
                </a:solidFill>
                <a:latin typeface="微软雅黑"/>
                <a:ea typeface="微软雅黑"/>
                <a:cs typeface="微软雅黑"/>
              </a:defRPr>
            </a:defPPr>
            <a:lvl1pPr algn="l">
              <a:defRPr sz="1650" b="1">
                <a:solidFill>
                  <a:srgbClr val="404040"/>
                </a:solidFill>
                <a:latin typeface="微软雅黑"/>
                <a:ea typeface="微软雅黑"/>
                <a:cs typeface="微软雅黑"/>
              </a:defRPr>
            </a:lvl1pPr>
            <a:lvl2pPr algn="l">
              <a:defRPr sz="1650" b="1">
                <a:solidFill>
                  <a:srgbClr val="404040"/>
                </a:solidFill>
                <a:latin typeface="微软雅黑"/>
                <a:ea typeface="微软雅黑"/>
                <a:cs typeface="微软雅黑"/>
              </a:defRPr>
            </a:lvl2pPr>
            <a:lvl3pPr algn="l">
              <a:defRPr sz="1650" b="1">
                <a:solidFill>
                  <a:srgbClr val="404040"/>
                </a:solidFill>
                <a:latin typeface="微软雅黑"/>
                <a:ea typeface="微软雅黑"/>
                <a:cs typeface="微软雅黑"/>
              </a:defRPr>
            </a:lvl3pPr>
            <a:lvl4pPr algn="l">
              <a:defRPr sz="1650" b="1">
                <a:solidFill>
                  <a:srgbClr val="404040"/>
                </a:solidFill>
                <a:latin typeface="微软雅黑"/>
                <a:ea typeface="微软雅黑"/>
                <a:cs typeface="微软雅黑"/>
              </a:defRPr>
            </a:lvl4pPr>
            <a:lvl5pPr algn="l">
              <a:defRPr sz="1650" b="1">
                <a:solidFill>
                  <a:srgbClr val="404040"/>
                </a:solidFill>
                <a:latin typeface="微软雅黑"/>
                <a:ea typeface="微软雅黑"/>
                <a:cs typeface="微软雅黑"/>
              </a:defRPr>
            </a:lvl5pPr>
            <a:lvl6pPr algn="l">
              <a:defRPr sz="1650" b="1">
                <a:solidFill>
                  <a:srgbClr val="404040"/>
                </a:solidFill>
                <a:latin typeface="微软雅黑"/>
                <a:ea typeface="微软雅黑"/>
                <a:cs typeface="微软雅黑"/>
              </a:defRPr>
            </a:lvl6pPr>
            <a:lvl7pPr algn="l">
              <a:defRPr sz="1650" b="1">
                <a:solidFill>
                  <a:srgbClr val="404040"/>
                </a:solidFill>
                <a:latin typeface="微软雅黑"/>
                <a:ea typeface="微软雅黑"/>
                <a:cs typeface="微软雅黑"/>
              </a:defRPr>
            </a:lvl7pPr>
            <a:lvl8pPr algn="l">
              <a:defRPr sz="1650" b="1">
                <a:solidFill>
                  <a:srgbClr val="404040"/>
                </a:solidFill>
                <a:latin typeface="微软雅黑"/>
                <a:ea typeface="微软雅黑"/>
                <a:cs typeface="微软雅黑"/>
              </a:defRPr>
            </a:lvl8pPr>
            <a:lvl9pPr algn="l">
              <a:defRPr sz="1650" b="1">
                <a:solidFill>
                  <a:srgbClr val="404040"/>
                </a:solidFill>
                <a:latin typeface="微软雅黑"/>
                <a:ea typeface="微软雅黑"/>
                <a:cs typeface="微软雅黑"/>
              </a:defRPr>
            </a:lvl9pPr>
          </a:lstStyle>
          <a:p>
            <a:pPr algn="l">
              <a:lnSpc>
                <a:spcPct val="108000"/>
              </a:lnSpc>
              <a:buNone/>
              <a:defRPr sz="1650" b="1">
                <a:solidFill>
                  <a:srgbClr val="404040"/>
                </a:solidFill>
                <a:latin typeface="微软雅黑"/>
                <a:ea typeface="微软雅黑"/>
                <a:cs typeface="微软雅黑"/>
              </a:defRPr>
            </a:pPr>
            <a:r>
              <a:rPr sz="1650" b="1">
                <a:solidFill>
                  <a:srgbClr val="404040"/>
                </a:solidFill>
                <a:latin typeface="微软雅黑"/>
                <a:ea typeface="微软雅黑"/>
                <a:cs typeface="微软雅黑"/>
              </a:rPr>
              <a:t>5–60℃为WHO</a:t>
            </a:r>
          </a:p>
          <a:p>
            <a:pPr algn="l">
              <a:lnSpc>
                <a:spcPct val="108000"/>
              </a:lnSpc>
              <a:buNone/>
              <a:defRPr sz="1650" b="1">
                <a:solidFill>
                  <a:srgbClr val="404040"/>
                </a:solidFill>
                <a:latin typeface="微软雅黑"/>
                <a:ea typeface="微软雅黑"/>
                <a:cs typeface="微软雅黑"/>
              </a:defRPr>
            </a:pPr>
            <a:r>
              <a:rPr sz="1650" b="1">
                <a:solidFill>
                  <a:srgbClr val="404040"/>
                </a:solidFill>
                <a:latin typeface="微软雅黑"/>
                <a:ea typeface="微软雅黑"/>
                <a:cs typeface="微软雅黑"/>
              </a:rPr>
              <a:t>标示的危险温区。</a:t>
            </a:r>
          </a:p>
          <a:p>
            <a:pPr algn="l">
              <a:lnSpc>
                <a:spcPct val="108000"/>
              </a:lnSpc>
              <a:buNone/>
              <a:defRPr sz="1650" b="1">
                <a:solidFill>
                  <a:srgbClr val="404040"/>
                </a:solidFill>
                <a:latin typeface="微软雅黑"/>
                <a:ea typeface="微软雅黑"/>
                <a:cs typeface="微软雅黑"/>
              </a:defRPr>
            </a:pPr>
            <a:r>
              <a:rPr sz="1650" b="1">
                <a:solidFill>
                  <a:srgbClr val="404040"/>
                </a:solidFill>
                <a:latin typeface="微软雅黑"/>
                <a:ea typeface="微软雅黑"/>
                <a:cs typeface="微软雅黑"/>
              </a:rPr>
              <a:t>冷藏可减缓繁殖，</a:t>
            </a:r>
          </a:p>
          <a:p>
            <a:pPr algn="l">
              <a:lnSpc>
                <a:spcPct val="108000"/>
              </a:lnSpc>
              <a:buNone/>
              <a:defRPr sz="1650" b="1">
                <a:solidFill>
                  <a:srgbClr val="404040"/>
                </a:solidFill>
                <a:latin typeface="微软雅黑"/>
                <a:ea typeface="微软雅黑"/>
                <a:cs typeface="微软雅黑"/>
              </a:defRPr>
            </a:pPr>
            <a:r>
              <a:rPr sz="1650" b="1">
                <a:solidFill>
                  <a:srgbClr val="404040"/>
                </a:solidFill>
                <a:latin typeface="微软雅黑"/>
                <a:ea typeface="微软雅黑"/>
                <a:cs typeface="微软雅黑"/>
              </a:rPr>
              <a:t>但不等于灭菌。</a:t>
            </a:r>
          </a:p>
        </p:txBody>
      </p:sp>
      <p:sp>
        <p:nvSpPr>
          <p:cNvPr id="910" name="safety_explain_1">
            <a:extLst>
              <a:ext uri="{FF2B5EF4-FFF2-40B4-BE49-F238E27FC236}">
                <a16:creationId xmlns:a16="http://schemas.microsoft.com/office/drawing/2014/main" id="{6478AD79-39E0-4CDD-A8EC-CD66FF7D814B}"/>
              </a:ext>
            </a:extLst>
          </p:cNvPr>
          <p:cNvSpPr>
            <a:spLocks noGrp="1"/>
          </p:cNvSpPr>
          <p:nvPr/>
        </p:nvSpPr>
        <p:spPr>
          <a:xfrm>
            <a:off x="3448050" y="5059803"/>
            <a:ext cx="2419350" cy="571500"/>
          </a:xfrm>
          <a:prstGeom prst="rect">
            <a:avLst/>
          </a:prstGeom>
          <a:noFill/>
          <a:ln w="0">
            <a:noFill/>
          </a:ln>
        </p:spPr>
        <p:txBody>
          <a:bodyPr wrap="square" lIns="0" tIns="0" rIns="0" bIns="0" anchor="t">
            <a:noAutofit/>
          </a:bodyPr>
          <a:lstStyle>
            <a:defPPr algn="l">
              <a:defRPr sz="1463" b="0">
                <a:solidFill>
                  <a:srgbClr val="555555"/>
                </a:solidFill>
                <a:latin typeface="微软雅黑"/>
                <a:ea typeface="微软雅黑"/>
                <a:cs typeface="微软雅黑"/>
              </a:defRPr>
            </a:defPPr>
            <a:lvl1pPr algn="l">
              <a:defRPr sz="1463" b="0">
                <a:solidFill>
                  <a:srgbClr val="555555"/>
                </a:solidFill>
                <a:latin typeface="微软雅黑"/>
                <a:ea typeface="微软雅黑"/>
                <a:cs typeface="微软雅黑"/>
              </a:defRPr>
            </a:lvl1pPr>
            <a:lvl2pPr algn="l">
              <a:defRPr sz="1463" b="0">
                <a:solidFill>
                  <a:srgbClr val="555555"/>
                </a:solidFill>
                <a:latin typeface="微软雅黑"/>
                <a:ea typeface="微软雅黑"/>
                <a:cs typeface="微软雅黑"/>
              </a:defRPr>
            </a:lvl2pPr>
            <a:lvl3pPr algn="l">
              <a:defRPr sz="1463" b="0">
                <a:solidFill>
                  <a:srgbClr val="555555"/>
                </a:solidFill>
                <a:latin typeface="微软雅黑"/>
                <a:ea typeface="微软雅黑"/>
                <a:cs typeface="微软雅黑"/>
              </a:defRPr>
            </a:lvl3pPr>
            <a:lvl4pPr algn="l">
              <a:defRPr sz="1463" b="0">
                <a:solidFill>
                  <a:srgbClr val="555555"/>
                </a:solidFill>
                <a:latin typeface="微软雅黑"/>
                <a:ea typeface="微软雅黑"/>
                <a:cs typeface="微软雅黑"/>
              </a:defRPr>
            </a:lvl4pPr>
            <a:lvl5pPr algn="l">
              <a:defRPr sz="1463" b="0">
                <a:solidFill>
                  <a:srgbClr val="555555"/>
                </a:solidFill>
                <a:latin typeface="微软雅黑"/>
                <a:ea typeface="微软雅黑"/>
                <a:cs typeface="微软雅黑"/>
              </a:defRPr>
            </a:lvl5pPr>
            <a:lvl6pPr algn="l">
              <a:defRPr sz="1463" b="0">
                <a:solidFill>
                  <a:srgbClr val="555555"/>
                </a:solidFill>
                <a:latin typeface="微软雅黑"/>
                <a:ea typeface="微软雅黑"/>
                <a:cs typeface="微软雅黑"/>
              </a:defRPr>
            </a:lvl6pPr>
            <a:lvl7pPr algn="l">
              <a:defRPr sz="1463" b="0">
                <a:solidFill>
                  <a:srgbClr val="555555"/>
                </a:solidFill>
                <a:latin typeface="微软雅黑"/>
                <a:ea typeface="微软雅黑"/>
                <a:cs typeface="微软雅黑"/>
              </a:defRPr>
            </a:lvl7pPr>
            <a:lvl8pPr algn="l">
              <a:defRPr sz="1463" b="0">
                <a:solidFill>
                  <a:srgbClr val="555555"/>
                </a:solidFill>
                <a:latin typeface="微软雅黑"/>
                <a:ea typeface="微软雅黑"/>
                <a:cs typeface="微软雅黑"/>
              </a:defRPr>
            </a:lvl8pPr>
            <a:lvl9pPr algn="l">
              <a:defRPr sz="1463" b="0">
                <a:solidFill>
                  <a:srgbClr val="555555"/>
                </a:solidFill>
                <a:latin typeface="微软雅黑"/>
                <a:ea typeface="微软雅黑"/>
                <a:cs typeface="微软雅黑"/>
              </a:defRPr>
            </a:lvl9pPr>
          </a:lstStyle>
          <a:p>
            <a:pPr algn="l">
              <a:lnSpc>
                <a:spcPct val="108000"/>
              </a:lnSpc>
              <a:buNone/>
              <a:defRPr sz="1463" b="0">
                <a:solidFill>
                  <a:srgbClr val="555555"/>
                </a:solidFill>
                <a:latin typeface="微软雅黑"/>
                <a:ea typeface="微软雅黑"/>
                <a:cs typeface="微软雅黑"/>
              </a:defRPr>
            </a:pPr>
            <a:r>
              <a:rPr sz="1463" b="0" dirty="0" err="1">
                <a:solidFill>
                  <a:srgbClr val="555555"/>
                </a:solidFill>
                <a:latin typeface="微软雅黑"/>
                <a:ea typeface="微软雅黑"/>
                <a:cs typeface="微软雅黑"/>
              </a:rPr>
              <a:t>WHO建议冷藏</a:t>
            </a:r>
            <a:r>
              <a:rPr sz="1463" b="0" dirty="0">
                <a:solidFill>
                  <a:srgbClr val="555555"/>
                </a:solidFill>
                <a:latin typeface="微软雅黑"/>
                <a:ea typeface="微软雅黑"/>
                <a:cs typeface="微软雅黑"/>
              </a:rPr>
              <a:t>&lt;5℃</a:t>
            </a:r>
          </a:p>
        </p:txBody>
      </p:sp>
      <p:sp>
        <p:nvSpPr>
          <p:cNvPr id="912" name="safety_core_2">
            <a:extLst>
              <a:ext uri="{FF2B5EF4-FFF2-40B4-BE49-F238E27FC236}">
                <a16:creationId xmlns:a16="http://schemas.microsoft.com/office/drawing/2014/main" id="{4BA4FBBE-71E8-4DA9-973E-710EFA75B38A}"/>
              </a:ext>
            </a:extLst>
          </p:cNvPr>
          <p:cNvSpPr>
            <a:spLocks noGrp="1"/>
          </p:cNvSpPr>
          <p:nvPr/>
        </p:nvSpPr>
        <p:spPr>
          <a:xfrm>
            <a:off x="6324600" y="3812028"/>
            <a:ext cx="2419350" cy="1200150"/>
          </a:xfrm>
          <a:prstGeom prst="rect">
            <a:avLst/>
          </a:prstGeom>
          <a:noFill/>
          <a:ln w="0">
            <a:noFill/>
          </a:ln>
        </p:spPr>
        <p:txBody>
          <a:bodyPr wrap="square" lIns="0" tIns="0" rIns="0" bIns="0" anchor="t">
            <a:noAutofit/>
          </a:bodyPr>
          <a:lstStyle>
            <a:defPPr algn="l">
              <a:defRPr sz="1650" b="1">
                <a:solidFill>
                  <a:srgbClr val="404040"/>
                </a:solidFill>
                <a:latin typeface="微软雅黑"/>
                <a:ea typeface="微软雅黑"/>
                <a:cs typeface="微软雅黑"/>
              </a:defRPr>
            </a:defPPr>
            <a:lvl1pPr algn="l">
              <a:defRPr sz="1650" b="1">
                <a:solidFill>
                  <a:srgbClr val="404040"/>
                </a:solidFill>
                <a:latin typeface="微软雅黑"/>
                <a:ea typeface="微软雅黑"/>
                <a:cs typeface="微软雅黑"/>
              </a:defRPr>
            </a:lvl1pPr>
            <a:lvl2pPr algn="l">
              <a:defRPr sz="1650" b="1">
                <a:solidFill>
                  <a:srgbClr val="404040"/>
                </a:solidFill>
                <a:latin typeface="微软雅黑"/>
                <a:ea typeface="微软雅黑"/>
                <a:cs typeface="微软雅黑"/>
              </a:defRPr>
            </a:lvl2pPr>
            <a:lvl3pPr algn="l">
              <a:defRPr sz="1650" b="1">
                <a:solidFill>
                  <a:srgbClr val="404040"/>
                </a:solidFill>
                <a:latin typeface="微软雅黑"/>
                <a:ea typeface="微软雅黑"/>
                <a:cs typeface="微软雅黑"/>
              </a:defRPr>
            </a:lvl3pPr>
            <a:lvl4pPr algn="l">
              <a:defRPr sz="1650" b="1">
                <a:solidFill>
                  <a:srgbClr val="404040"/>
                </a:solidFill>
                <a:latin typeface="微软雅黑"/>
                <a:ea typeface="微软雅黑"/>
                <a:cs typeface="微软雅黑"/>
              </a:defRPr>
            </a:lvl4pPr>
            <a:lvl5pPr algn="l">
              <a:defRPr sz="1650" b="1">
                <a:solidFill>
                  <a:srgbClr val="404040"/>
                </a:solidFill>
                <a:latin typeface="微软雅黑"/>
                <a:ea typeface="微软雅黑"/>
                <a:cs typeface="微软雅黑"/>
              </a:defRPr>
            </a:lvl5pPr>
            <a:lvl6pPr algn="l">
              <a:defRPr sz="1650" b="1">
                <a:solidFill>
                  <a:srgbClr val="404040"/>
                </a:solidFill>
                <a:latin typeface="微软雅黑"/>
                <a:ea typeface="微软雅黑"/>
                <a:cs typeface="微软雅黑"/>
              </a:defRPr>
            </a:lvl6pPr>
            <a:lvl7pPr algn="l">
              <a:defRPr sz="1650" b="1">
                <a:solidFill>
                  <a:srgbClr val="404040"/>
                </a:solidFill>
                <a:latin typeface="微软雅黑"/>
                <a:ea typeface="微软雅黑"/>
                <a:cs typeface="微软雅黑"/>
              </a:defRPr>
            </a:lvl7pPr>
            <a:lvl8pPr algn="l">
              <a:defRPr sz="1650" b="1">
                <a:solidFill>
                  <a:srgbClr val="404040"/>
                </a:solidFill>
                <a:latin typeface="微软雅黑"/>
                <a:ea typeface="微软雅黑"/>
                <a:cs typeface="微软雅黑"/>
              </a:defRPr>
            </a:lvl8pPr>
            <a:lvl9pPr algn="l">
              <a:defRPr sz="1650" b="1">
                <a:solidFill>
                  <a:srgbClr val="404040"/>
                </a:solidFill>
                <a:latin typeface="微软雅黑"/>
                <a:ea typeface="微软雅黑"/>
                <a:cs typeface="微软雅黑"/>
              </a:defRPr>
            </a:lvl9pPr>
          </a:lstStyle>
          <a:p>
            <a:pPr algn="l">
              <a:lnSpc>
                <a:spcPct val="108000"/>
              </a:lnSpc>
              <a:buNone/>
              <a:defRPr sz="1650" b="1">
                <a:solidFill>
                  <a:srgbClr val="404040"/>
                </a:solidFill>
                <a:latin typeface="微软雅黑"/>
                <a:ea typeface="微软雅黑"/>
                <a:cs typeface="微软雅黑"/>
              </a:defRPr>
            </a:pPr>
            <a:r>
              <a:rPr sz="1650" b="1">
                <a:solidFill>
                  <a:srgbClr val="404040"/>
                </a:solidFill>
                <a:latin typeface="微软雅黑"/>
                <a:ea typeface="微软雅黑"/>
                <a:cs typeface="微软雅黑"/>
              </a:rPr>
              <a:t>部分致病细菌在</a:t>
            </a:r>
          </a:p>
          <a:p>
            <a:pPr algn="l">
              <a:lnSpc>
                <a:spcPct val="108000"/>
              </a:lnSpc>
              <a:buNone/>
              <a:defRPr sz="1650" b="1">
                <a:solidFill>
                  <a:srgbClr val="404040"/>
                </a:solidFill>
                <a:latin typeface="微软雅黑"/>
                <a:ea typeface="微软雅黑"/>
                <a:cs typeface="微软雅黑"/>
              </a:defRPr>
            </a:pPr>
            <a:r>
              <a:rPr sz="1650" b="1">
                <a:solidFill>
                  <a:srgbClr val="404040"/>
                </a:solidFill>
                <a:latin typeface="微软雅黑"/>
                <a:ea typeface="微软雅黑"/>
                <a:cs typeface="微软雅黑"/>
              </a:rPr>
              <a:t>适宜时间与温度下</a:t>
            </a:r>
          </a:p>
          <a:p>
            <a:pPr algn="l">
              <a:lnSpc>
                <a:spcPct val="108000"/>
              </a:lnSpc>
              <a:buNone/>
              <a:defRPr sz="1650" b="1">
                <a:solidFill>
                  <a:srgbClr val="404040"/>
                </a:solidFill>
                <a:latin typeface="微软雅黑"/>
                <a:ea typeface="微软雅黑"/>
                <a:cs typeface="微软雅黑"/>
              </a:defRPr>
            </a:pPr>
            <a:r>
              <a:rPr sz="1650" b="1">
                <a:solidFill>
                  <a:srgbClr val="404040"/>
                </a:solidFill>
                <a:latin typeface="微软雅黑"/>
                <a:ea typeface="微软雅黑"/>
                <a:cs typeface="微软雅黑"/>
              </a:rPr>
              <a:t>可能繁殖，增加</a:t>
            </a:r>
          </a:p>
          <a:p>
            <a:pPr algn="l">
              <a:lnSpc>
                <a:spcPct val="108000"/>
              </a:lnSpc>
              <a:buNone/>
              <a:defRPr sz="1650" b="1">
                <a:solidFill>
                  <a:srgbClr val="404040"/>
                </a:solidFill>
                <a:latin typeface="微软雅黑"/>
                <a:ea typeface="微软雅黑"/>
                <a:cs typeface="微软雅黑"/>
              </a:defRPr>
            </a:pPr>
            <a:r>
              <a:rPr sz="1650" b="1">
                <a:solidFill>
                  <a:srgbClr val="404040"/>
                </a:solidFill>
                <a:latin typeface="微软雅黑"/>
                <a:ea typeface="微软雅黑"/>
                <a:cs typeface="微软雅黑"/>
              </a:rPr>
              <a:t>食源性疾病风险。</a:t>
            </a:r>
          </a:p>
        </p:txBody>
      </p:sp>
      <p:sp>
        <p:nvSpPr>
          <p:cNvPr id="913" name="safety_explain_2">
            <a:extLst>
              <a:ext uri="{FF2B5EF4-FFF2-40B4-BE49-F238E27FC236}">
                <a16:creationId xmlns:a16="http://schemas.microsoft.com/office/drawing/2014/main" id="{F563D139-FC7B-4E42-A645-01B22DE1E960}"/>
              </a:ext>
            </a:extLst>
          </p:cNvPr>
          <p:cNvSpPr>
            <a:spLocks noGrp="1"/>
          </p:cNvSpPr>
          <p:nvPr/>
        </p:nvSpPr>
        <p:spPr>
          <a:xfrm>
            <a:off x="6324600" y="5059803"/>
            <a:ext cx="2419350" cy="571500"/>
          </a:xfrm>
          <a:prstGeom prst="rect">
            <a:avLst/>
          </a:prstGeom>
          <a:noFill/>
          <a:ln w="0">
            <a:noFill/>
          </a:ln>
        </p:spPr>
        <p:txBody>
          <a:bodyPr wrap="square" lIns="0" tIns="0" rIns="0" bIns="0" anchor="t">
            <a:noAutofit/>
          </a:bodyPr>
          <a:lstStyle>
            <a:defPPr algn="l">
              <a:defRPr sz="1463" b="0">
                <a:solidFill>
                  <a:srgbClr val="555555"/>
                </a:solidFill>
                <a:latin typeface="微软雅黑"/>
                <a:ea typeface="微软雅黑"/>
                <a:cs typeface="微软雅黑"/>
              </a:defRPr>
            </a:defPPr>
            <a:lvl1pPr algn="l">
              <a:defRPr sz="1463" b="0">
                <a:solidFill>
                  <a:srgbClr val="555555"/>
                </a:solidFill>
                <a:latin typeface="微软雅黑"/>
                <a:ea typeface="微软雅黑"/>
                <a:cs typeface="微软雅黑"/>
              </a:defRPr>
            </a:lvl1pPr>
            <a:lvl2pPr algn="l">
              <a:defRPr sz="1463" b="0">
                <a:solidFill>
                  <a:srgbClr val="555555"/>
                </a:solidFill>
                <a:latin typeface="微软雅黑"/>
                <a:ea typeface="微软雅黑"/>
                <a:cs typeface="微软雅黑"/>
              </a:defRPr>
            </a:lvl2pPr>
            <a:lvl3pPr algn="l">
              <a:defRPr sz="1463" b="0">
                <a:solidFill>
                  <a:srgbClr val="555555"/>
                </a:solidFill>
                <a:latin typeface="微软雅黑"/>
                <a:ea typeface="微软雅黑"/>
                <a:cs typeface="微软雅黑"/>
              </a:defRPr>
            </a:lvl3pPr>
            <a:lvl4pPr algn="l">
              <a:defRPr sz="1463" b="0">
                <a:solidFill>
                  <a:srgbClr val="555555"/>
                </a:solidFill>
                <a:latin typeface="微软雅黑"/>
                <a:ea typeface="微软雅黑"/>
                <a:cs typeface="微软雅黑"/>
              </a:defRPr>
            </a:lvl4pPr>
            <a:lvl5pPr algn="l">
              <a:defRPr sz="1463" b="0">
                <a:solidFill>
                  <a:srgbClr val="555555"/>
                </a:solidFill>
                <a:latin typeface="微软雅黑"/>
                <a:ea typeface="微软雅黑"/>
                <a:cs typeface="微软雅黑"/>
              </a:defRPr>
            </a:lvl5pPr>
            <a:lvl6pPr algn="l">
              <a:defRPr sz="1463" b="0">
                <a:solidFill>
                  <a:srgbClr val="555555"/>
                </a:solidFill>
                <a:latin typeface="微软雅黑"/>
                <a:ea typeface="微软雅黑"/>
                <a:cs typeface="微软雅黑"/>
              </a:defRPr>
            </a:lvl6pPr>
            <a:lvl7pPr algn="l">
              <a:defRPr sz="1463" b="0">
                <a:solidFill>
                  <a:srgbClr val="555555"/>
                </a:solidFill>
                <a:latin typeface="微软雅黑"/>
                <a:ea typeface="微软雅黑"/>
                <a:cs typeface="微软雅黑"/>
              </a:defRPr>
            </a:lvl7pPr>
            <a:lvl8pPr algn="l">
              <a:defRPr sz="1463" b="0">
                <a:solidFill>
                  <a:srgbClr val="555555"/>
                </a:solidFill>
                <a:latin typeface="微软雅黑"/>
                <a:ea typeface="微软雅黑"/>
                <a:cs typeface="微软雅黑"/>
              </a:defRPr>
            </a:lvl8pPr>
            <a:lvl9pPr algn="l">
              <a:defRPr sz="1463" b="0">
                <a:solidFill>
                  <a:srgbClr val="555555"/>
                </a:solidFill>
                <a:latin typeface="微软雅黑"/>
                <a:ea typeface="微软雅黑"/>
                <a:cs typeface="微软雅黑"/>
              </a:defRPr>
            </a:lvl9pPr>
          </a:lstStyle>
          <a:p>
            <a:pPr algn="l">
              <a:lnSpc>
                <a:spcPct val="108000"/>
              </a:lnSpc>
              <a:buNone/>
              <a:defRPr sz="1463" b="0">
                <a:solidFill>
                  <a:srgbClr val="555555"/>
                </a:solidFill>
                <a:latin typeface="微软雅黑"/>
                <a:ea typeface="微软雅黑"/>
                <a:cs typeface="微软雅黑"/>
              </a:defRPr>
            </a:pPr>
            <a:r>
              <a:rPr sz="1463" b="0" dirty="0" err="1">
                <a:solidFill>
                  <a:srgbClr val="555555"/>
                </a:solidFill>
                <a:latin typeface="微软雅黑"/>
                <a:ea typeface="微软雅黑"/>
                <a:cs typeface="微软雅黑"/>
              </a:rPr>
              <a:t>不同菌种的生长条件</a:t>
            </a:r>
            <a:endParaRPr sz="1463" b="0" dirty="0">
              <a:solidFill>
                <a:srgbClr val="555555"/>
              </a:solidFill>
              <a:latin typeface="微软雅黑"/>
              <a:ea typeface="微软雅黑"/>
              <a:cs typeface="微软雅黑"/>
            </a:endParaRPr>
          </a:p>
          <a:p>
            <a:pPr algn="l">
              <a:lnSpc>
                <a:spcPct val="108000"/>
              </a:lnSpc>
              <a:buNone/>
              <a:defRPr sz="1463" b="0">
                <a:solidFill>
                  <a:srgbClr val="555555"/>
                </a:solidFill>
                <a:latin typeface="微软雅黑"/>
                <a:ea typeface="微软雅黑"/>
                <a:cs typeface="微软雅黑"/>
              </a:defRPr>
            </a:pPr>
            <a:r>
              <a:rPr sz="1463" b="0" dirty="0" err="1">
                <a:solidFill>
                  <a:srgbClr val="555555"/>
                </a:solidFill>
                <a:latin typeface="微软雅黑"/>
                <a:ea typeface="微软雅黑"/>
                <a:cs typeface="微软雅黑"/>
              </a:rPr>
              <a:t>并不完全相同</a:t>
            </a:r>
            <a:endParaRPr sz="1463" b="0" dirty="0">
              <a:solidFill>
                <a:srgbClr val="555555"/>
              </a:solidFill>
              <a:latin typeface="微软雅黑"/>
              <a:ea typeface="微软雅黑"/>
              <a:cs typeface="微软雅黑"/>
            </a:endParaRPr>
          </a:p>
        </p:txBody>
      </p:sp>
      <p:sp>
        <p:nvSpPr>
          <p:cNvPr id="915" name="safety_core_3">
            <a:extLst>
              <a:ext uri="{FF2B5EF4-FFF2-40B4-BE49-F238E27FC236}">
                <a16:creationId xmlns:a16="http://schemas.microsoft.com/office/drawing/2014/main" id="{993C0438-C0F6-4126-9A7E-48A47E205073}"/>
              </a:ext>
            </a:extLst>
          </p:cNvPr>
          <p:cNvSpPr>
            <a:spLocks noGrp="1"/>
          </p:cNvSpPr>
          <p:nvPr/>
        </p:nvSpPr>
        <p:spPr>
          <a:xfrm>
            <a:off x="9201150" y="3812028"/>
            <a:ext cx="2419350" cy="1200150"/>
          </a:xfrm>
          <a:prstGeom prst="rect">
            <a:avLst/>
          </a:prstGeom>
          <a:noFill/>
          <a:ln w="0">
            <a:noFill/>
          </a:ln>
        </p:spPr>
        <p:txBody>
          <a:bodyPr wrap="square" lIns="0" tIns="0" rIns="0" bIns="0" anchor="t">
            <a:noAutofit/>
          </a:bodyPr>
          <a:lstStyle>
            <a:defPPr algn="l">
              <a:defRPr sz="1650" b="1">
                <a:solidFill>
                  <a:srgbClr val="404040"/>
                </a:solidFill>
                <a:latin typeface="微软雅黑"/>
                <a:ea typeface="微软雅黑"/>
                <a:cs typeface="微软雅黑"/>
              </a:defRPr>
            </a:defPPr>
            <a:lvl1pPr algn="l">
              <a:defRPr sz="1650" b="1">
                <a:solidFill>
                  <a:srgbClr val="404040"/>
                </a:solidFill>
                <a:latin typeface="微软雅黑"/>
                <a:ea typeface="微软雅黑"/>
                <a:cs typeface="微软雅黑"/>
              </a:defRPr>
            </a:lvl1pPr>
            <a:lvl2pPr algn="l">
              <a:defRPr sz="1650" b="1">
                <a:solidFill>
                  <a:srgbClr val="404040"/>
                </a:solidFill>
                <a:latin typeface="微软雅黑"/>
                <a:ea typeface="微软雅黑"/>
                <a:cs typeface="微软雅黑"/>
              </a:defRPr>
            </a:lvl2pPr>
            <a:lvl3pPr algn="l">
              <a:defRPr sz="1650" b="1">
                <a:solidFill>
                  <a:srgbClr val="404040"/>
                </a:solidFill>
                <a:latin typeface="微软雅黑"/>
                <a:ea typeface="微软雅黑"/>
                <a:cs typeface="微软雅黑"/>
              </a:defRPr>
            </a:lvl3pPr>
            <a:lvl4pPr algn="l">
              <a:defRPr sz="1650" b="1">
                <a:solidFill>
                  <a:srgbClr val="404040"/>
                </a:solidFill>
                <a:latin typeface="微软雅黑"/>
                <a:ea typeface="微软雅黑"/>
                <a:cs typeface="微软雅黑"/>
              </a:defRPr>
            </a:lvl4pPr>
            <a:lvl5pPr algn="l">
              <a:defRPr sz="1650" b="1">
                <a:solidFill>
                  <a:srgbClr val="404040"/>
                </a:solidFill>
                <a:latin typeface="微软雅黑"/>
                <a:ea typeface="微软雅黑"/>
                <a:cs typeface="微软雅黑"/>
              </a:defRPr>
            </a:lvl5pPr>
            <a:lvl6pPr algn="l">
              <a:defRPr sz="1650" b="1">
                <a:solidFill>
                  <a:srgbClr val="404040"/>
                </a:solidFill>
                <a:latin typeface="微软雅黑"/>
                <a:ea typeface="微软雅黑"/>
                <a:cs typeface="微软雅黑"/>
              </a:defRPr>
            </a:lvl6pPr>
            <a:lvl7pPr algn="l">
              <a:defRPr sz="1650" b="1">
                <a:solidFill>
                  <a:srgbClr val="404040"/>
                </a:solidFill>
                <a:latin typeface="微软雅黑"/>
                <a:ea typeface="微软雅黑"/>
                <a:cs typeface="微软雅黑"/>
              </a:defRPr>
            </a:lvl7pPr>
            <a:lvl8pPr algn="l">
              <a:defRPr sz="1650" b="1">
                <a:solidFill>
                  <a:srgbClr val="404040"/>
                </a:solidFill>
                <a:latin typeface="微软雅黑"/>
                <a:ea typeface="微软雅黑"/>
                <a:cs typeface="微软雅黑"/>
              </a:defRPr>
            </a:lvl8pPr>
            <a:lvl9pPr algn="l">
              <a:defRPr sz="1650" b="1">
                <a:solidFill>
                  <a:srgbClr val="404040"/>
                </a:solidFill>
                <a:latin typeface="微软雅黑"/>
                <a:ea typeface="微软雅黑"/>
                <a:cs typeface="微软雅黑"/>
              </a:defRPr>
            </a:lvl9pPr>
          </a:lstStyle>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部分细菌的特定毒素</a:t>
            </a:r>
            <a:endParaRPr sz="1650" b="1" dirty="0">
              <a:solidFill>
                <a:srgbClr val="404040"/>
              </a:solidFill>
              <a:latin typeface="微软雅黑"/>
              <a:ea typeface="微软雅黑"/>
              <a:cs typeface="微软雅黑"/>
            </a:endParaRPr>
          </a:p>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具有耐热性</a:t>
            </a:r>
            <a:r>
              <a:rPr sz="1650" b="1" dirty="0">
                <a:solidFill>
                  <a:srgbClr val="404040"/>
                </a:solidFill>
                <a:latin typeface="微软雅黑"/>
                <a:ea typeface="微软雅黑"/>
                <a:cs typeface="微软雅黑"/>
              </a:rPr>
              <a:t>，</a:t>
            </a:r>
          </a:p>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充分复热也未必能</a:t>
            </a:r>
            <a:endParaRPr sz="1650" b="1" dirty="0">
              <a:solidFill>
                <a:srgbClr val="404040"/>
              </a:solidFill>
              <a:latin typeface="微软雅黑"/>
              <a:ea typeface="微软雅黑"/>
              <a:cs typeface="微软雅黑"/>
            </a:endParaRPr>
          </a:p>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清除已形成的毒素</a:t>
            </a:r>
            <a:r>
              <a:rPr sz="1650" b="1" dirty="0">
                <a:solidFill>
                  <a:srgbClr val="404040"/>
                </a:solidFill>
                <a:latin typeface="微软雅黑"/>
                <a:ea typeface="微软雅黑"/>
                <a:cs typeface="微软雅黑"/>
              </a:rPr>
              <a:t>。</a:t>
            </a:r>
          </a:p>
        </p:txBody>
      </p:sp>
      <p:sp>
        <p:nvSpPr>
          <p:cNvPr id="916" name="safety_explain_3">
            <a:extLst>
              <a:ext uri="{FF2B5EF4-FFF2-40B4-BE49-F238E27FC236}">
                <a16:creationId xmlns:a16="http://schemas.microsoft.com/office/drawing/2014/main" id="{EB897FAD-0CC5-4AF1-9E08-C5B5A14DA40B}"/>
              </a:ext>
            </a:extLst>
          </p:cNvPr>
          <p:cNvSpPr>
            <a:spLocks noGrp="1"/>
          </p:cNvSpPr>
          <p:nvPr/>
        </p:nvSpPr>
        <p:spPr>
          <a:xfrm>
            <a:off x="9201150" y="5059803"/>
            <a:ext cx="2419350" cy="571500"/>
          </a:xfrm>
          <a:prstGeom prst="rect">
            <a:avLst/>
          </a:prstGeom>
          <a:noFill/>
          <a:ln w="0">
            <a:noFill/>
          </a:ln>
        </p:spPr>
        <p:txBody>
          <a:bodyPr wrap="square" lIns="0" tIns="0" rIns="0" bIns="0" anchor="t">
            <a:noAutofit/>
          </a:bodyPr>
          <a:lstStyle>
            <a:defPPr algn="l">
              <a:defRPr sz="1463" b="0">
                <a:solidFill>
                  <a:srgbClr val="555555"/>
                </a:solidFill>
                <a:latin typeface="微软雅黑"/>
                <a:ea typeface="微软雅黑"/>
                <a:cs typeface="微软雅黑"/>
              </a:defRPr>
            </a:defPPr>
            <a:lvl1pPr algn="l">
              <a:defRPr sz="1463" b="0">
                <a:solidFill>
                  <a:srgbClr val="555555"/>
                </a:solidFill>
                <a:latin typeface="微软雅黑"/>
                <a:ea typeface="微软雅黑"/>
                <a:cs typeface="微软雅黑"/>
              </a:defRPr>
            </a:lvl1pPr>
            <a:lvl2pPr algn="l">
              <a:defRPr sz="1463" b="0">
                <a:solidFill>
                  <a:srgbClr val="555555"/>
                </a:solidFill>
                <a:latin typeface="微软雅黑"/>
                <a:ea typeface="微软雅黑"/>
                <a:cs typeface="微软雅黑"/>
              </a:defRPr>
            </a:lvl2pPr>
            <a:lvl3pPr algn="l">
              <a:defRPr sz="1463" b="0">
                <a:solidFill>
                  <a:srgbClr val="555555"/>
                </a:solidFill>
                <a:latin typeface="微软雅黑"/>
                <a:ea typeface="微软雅黑"/>
                <a:cs typeface="微软雅黑"/>
              </a:defRPr>
            </a:lvl3pPr>
            <a:lvl4pPr algn="l">
              <a:defRPr sz="1463" b="0">
                <a:solidFill>
                  <a:srgbClr val="555555"/>
                </a:solidFill>
                <a:latin typeface="微软雅黑"/>
                <a:ea typeface="微软雅黑"/>
                <a:cs typeface="微软雅黑"/>
              </a:defRPr>
            </a:lvl4pPr>
            <a:lvl5pPr algn="l">
              <a:defRPr sz="1463" b="0">
                <a:solidFill>
                  <a:srgbClr val="555555"/>
                </a:solidFill>
                <a:latin typeface="微软雅黑"/>
                <a:ea typeface="微软雅黑"/>
                <a:cs typeface="微软雅黑"/>
              </a:defRPr>
            </a:lvl5pPr>
            <a:lvl6pPr algn="l">
              <a:defRPr sz="1463" b="0">
                <a:solidFill>
                  <a:srgbClr val="555555"/>
                </a:solidFill>
                <a:latin typeface="微软雅黑"/>
                <a:ea typeface="微软雅黑"/>
                <a:cs typeface="微软雅黑"/>
              </a:defRPr>
            </a:lvl6pPr>
            <a:lvl7pPr algn="l">
              <a:defRPr sz="1463" b="0">
                <a:solidFill>
                  <a:srgbClr val="555555"/>
                </a:solidFill>
                <a:latin typeface="微软雅黑"/>
                <a:ea typeface="微软雅黑"/>
                <a:cs typeface="微软雅黑"/>
              </a:defRPr>
            </a:lvl7pPr>
            <a:lvl8pPr algn="l">
              <a:defRPr sz="1463" b="0">
                <a:solidFill>
                  <a:srgbClr val="555555"/>
                </a:solidFill>
                <a:latin typeface="微软雅黑"/>
                <a:ea typeface="微软雅黑"/>
                <a:cs typeface="微软雅黑"/>
              </a:defRPr>
            </a:lvl8pPr>
            <a:lvl9pPr algn="l">
              <a:defRPr sz="1463" b="0">
                <a:solidFill>
                  <a:srgbClr val="555555"/>
                </a:solidFill>
                <a:latin typeface="微软雅黑"/>
                <a:ea typeface="微软雅黑"/>
                <a:cs typeface="微软雅黑"/>
              </a:defRPr>
            </a:lvl9pPr>
          </a:lstStyle>
          <a:p>
            <a:pPr algn="l">
              <a:lnSpc>
                <a:spcPct val="108000"/>
              </a:lnSpc>
              <a:buNone/>
              <a:defRPr sz="1463" b="0">
                <a:solidFill>
                  <a:srgbClr val="555555"/>
                </a:solidFill>
                <a:latin typeface="微软雅黑"/>
                <a:ea typeface="微软雅黑"/>
                <a:cs typeface="微软雅黑"/>
              </a:defRPr>
            </a:pPr>
            <a:r>
              <a:rPr sz="1463" b="0" dirty="0" err="1">
                <a:solidFill>
                  <a:srgbClr val="555555"/>
                </a:solidFill>
                <a:latin typeface="微软雅黑"/>
                <a:ea typeface="微软雅黑"/>
                <a:cs typeface="微软雅黑"/>
              </a:rPr>
              <a:t>如金黄色葡萄球菌毒素</a:t>
            </a:r>
            <a:endParaRPr sz="1463" b="0" dirty="0">
              <a:solidFill>
                <a:srgbClr val="555555"/>
              </a:solidFill>
              <a:latin typeface="微软雅黑"/>
              <a:ea typeface="微软雅黑"/>
              <a:cs typeface="微软雅黑"/>
            </a:endParaRPr>
          </a:p>
        </p:txBody>
      </p:sp>
      <p:sp>
        <p:nvSpPr>
          <p:cNvPr id="919" name="safety_reference_W">
            <a:extLst>
              <a:ext uri="{FF2B5EF4-FFF2-40B4-BE49-F238E27FC236}">
                <a16:creationId xmlns:a16="http://schemas.microsoft.com/office/drawing/2014/main" id="{DD7E83A8-2F51-40D3-989D-F1D0EBDBEA04}"/>
              </a:ext>
            </a:extLst>
          </p:cNvPr>
          <p:cNvSpPr>
            <a:spLocks noGrp="1"/>
          </p:cNvSpPr>
          <p:nvPr/>
        </p:nvSpPr>
        <p:spPr>
          <a:xfrm>
            <a:off x="666750" y="5919470"/>
            <a:ext cx="10858500" cy="209550"/>
          </a:xfrm>
          <a:prstGeom prst="rect">
            <a:avLst/>
          </a:prstGeom>
          <a:noFill/>
          <a:ln w="0">
            <a:noFill/>
          </a:ln>
        </p:spPr>
        <p:txBody>
          <a:bodyPr wrap="square" lIns="0" tIns="0" rIns="0" bIns="0" anchor="t">
            <a:noAutofit/>
          </a:bodyPr>
          <a:lstStyle>
            <a:defPPr algn="l">
              <a:defRPr sz="1088" b="0">
                <a:solidFill>
                  <a:srgbClr val="756A60"/>
                </a:solidFill>
                <a:latin typeface="Arial"/>
                <a:ea typeface="Arial"/>
                <a:cs typeface="Arial"/>
              </a:defRPr>
            </a:defPPr>
            <a:lvl1pPr algn="l">
              <a:defRPr sz="1088" b="0">
                <a:solidFill>
                  <a:srgbClr val="756A60"/>
                </a:solidFill>
                <a:latin typeface="Arial"/>
                <a:ea typeface="Arial"/>
                <a:cs typeface="Arial"/>
              </a:defRPr>
            </a:lvl1pPr>
            <a:lvl2pPr algn="l">
              <a:defRPr sz="1088" b="0">
                <a:solidFill>
                  <a:srgbClr val="756A60"/>
                </a:solidFill>
                <a:latin typeface="Arial"/>
                <a:ea typeface="Arial"/>
                <a:cs typeface="Arial"/>
              </a:defRPr>
            </a:lvl2pPr>
            <a:lvl3pPr algn="l">
              <a:defRPr sz="1088" b="0">
                <a:solidFill>
                  <a:srgbClr val="756A60"/>
                </a:solidFill>
                <a:latin typeface="Arial"/>
                <a:ea typeface="Arial"/>
                <a:cs typeface="Arial"/>
              </a:defRPr>
            </a:lvl3pPr>
            <a:lvl4pPr algn="l">
              <a:defRPr sz="1088" b="0">
                <a:solidFill>
                  <a:srgbClr val="756A60"/>
                </a:solidFill>
                <a:latin typeface="Arial"/>
                <a:ea typeface="Arial"/>
                <a:cs typeface="Arial"/>
              </a:defRPr>
            </a:lvl4pPr>
            <a:lvl5pPr algn="l">
              <a:defRPr sz="1088" b="0">
                <a:solidFill>
                  <a:srgbClr val="756A60"/>
                </a:solidFill>
                <a:latin typeface="Arial"/>
                <a:ea typeface="Arial"/>
                <a:cs typeface="Arial"/>
              </a:defRPr>
            </a:lvl5pPr>
            <a:lvl6pPr algn="l">
              <a:defRPr sz="1088" b="0">
                <a:solidFill>
                  <a:srgbClr val="756A60"/>
                </a:solidFill>
                <a:latin typeface="Arial"/>
                <a:ea typeface="Arial"/>
                <a:cs typeface="Arial"/>
              </a:defRPr>
            </a:lvl6pPr>
            <a:lvl7pPr algn="l">
              <a:defRPr sz="1088" b="0">
                <a:solidFill>
                  <a:srgbClr val="756A60"/>
                </a:solidFill>
                <a:latin typeface="Arial"/>
                <a:ea typeface="Arial"/>
                <a:cs typeface="Arial"/>
              </a:defRPr>
            </a:lvl7pPr>
            <a:lvl8pPr algn="l">
              <a:defRPr sz="1088" b="0">
                <a:solidFill>
                  <a:srgbClr val="756A60"/>
                </a:solidFill>
                <a:latin typeface="Arial"/>
                <a:ea typeface="Arial"/>
                <a:cs typeface="Arial"/>
              </a:defRPr>
            </a:lvl8pPr>
            <a:lvl9pPr algn="l">
              <a:defRPr sz="1088" b="0">
                <a:solidFill>
                  <a:srgbClr val="756A60"/>
                </a:solidFill>
                <a:latin typeface="Arial"/>
                <a:ea typeface="Arial"/>
                <a:cs typeface="Arial"/>
              </a:defRPr>
            </a:lvl9pPr>
          </a:lstStyle>
          <a:p>
            <a:pPr algn="l">
              <a:lnSpc>
                <a:spcPct val="108000"/>
              </a:lnSpc>
              <a:buNone/>
              <a:defRPr sz="1088" b="0">
                <a:solidFill>
                  <a:srgbClr val="756A60"/>
                </a:solidFill>
                <a:latin typeface="Arial"/>
                <a:ea typeface="Arial"/>
                <a:cs typeface="Arial"/>
              </a:defRPr>
            </a:pPr>
            <a:r>
              <a:rPr sz="1088" b="0" u="none" dirty="0">
                <a:solidFill>
                  <a:srgbClr val="756A60"/>
                </a:solidFill>
                <a:latin typeface="Arial"/>
                <a:ea typeface="Arial"/>
                <a:cs typeface="Arial"/>
              </a:rPr>
              <a:t>WHO. Five keys to safer food manual (2006). https://www.who.int/publications/i/item/9789241594639</a:t>
            </a:r>
          </a:p>
        </p:txBody>
      </p:sp>
      <p:sp>
        <p:nvSpPr>
          <p:cNvPr id="920" name="safety_reference_C">
            <a:extLst>
              <a:ext uri="{FF2B5EF4-FFF2-40B4-BE49-F238E27FC236}">
                <a16:creationId xmlns:a16="http://schemas.microsoft.com/office/drawing/2014/main" id="{9928C106-2CC7-4B97-B83C-B0FFB33BDDB1}"/>
              </a:ext>
            </a:extLst>
          </p:cNvPr>
          <p:cNvSpPr>
            <a:spLocks noGrp="1"/>
          </p:cNvSpPr>
          <p:nvPr/>
        </p:nvSpPr>
        <p:spPr>
          <a:xfrm>
            <a:off x="666750" y="6119495"/>
            <a:ext cx="10858500" cy="209550"/>
          </a:xfrm>
          <a:prstGeom prst="rect">
            <a:avLst/>
          </a:prstGeom>
          <a:noFill/>
          <a:ln w="0">
            <a:noFill/>
          </a:ln>
        </p:spPr>
        <p:txBody>
          <a:bodyPr wrap="square" lIns="0" tIns="0" rIns="0" bIns="0" anchor="t">
            <a:noAutofit/>
          </a:bodyPr>
          <a:lstStyle>
            <a:defPPr algn="l">
              <a:defRPr sz="1088" b="0">
                <a:solidFill>
                  <a:srgbClr val="756A60"/>
                </a:solidFill>
                <a:latin typeface="Arial"/>
                <a:ea typeface="Arial"/>
                <a:cs typeface="Arial"/>
              </a:defRPr>
            </a:defPPr>
            <a:lvl1pPr algn="l">
              <a:defRPr sz="1088" b="0">
                <a:solidFill>
                  <a:srgbClr val="756A60"/>
                </a:solidFill>
                <a:latin typeface="Arial"/>
                <a:ea typeface="Arial"/>
                <a:cs typeface="Arial"/>
              </a:defRPr>
            </a:lvl1pPr>
            <a:lvl2pPr algn="l">
              <a:defRPr sz="1088" b="0">
                <a:solidFill>
                  <a:srgbClr val="756A60"/>
                </a:solidFill>
                <a:latin typeface="Arial"/>
                <a:ea typeface="Arial"/>
                <a:cs typeface="Arial"/>
              </a:defRPr>
            </a:lvl2pPr>
            <a:lvl3pPr algn="l">
              <a:defRPr sz="1088" b="0">
                <a:solidFill>
                  <a:srgbClr val="756A60"/>
                </a:solidFill>
                <a:latin typeface="Arial"/>
                <a:ea typeface="Arial"/>
                <a:cs typeface="Arial"/>
              </a:defRPr>
            </a:lvl3pPr>
            <a:lvl4pPr algn="l">
              <a:defRPr sz="1088" b="0">
                <a:solidFill>
                  <a:srgbClr val="756A60"/>
                </a:solidFill>
                <a:latin typeface="Arial"/>
                <a:ea typeface="Arial"/>
                <a:cs typeface="Arial"/>
              </a:defRPr>
            </a:lvl4pPr>
            <a:lvl5pPr algn="l">
              <a:defRPr sz="1088" b="0">
                <a:solidFill>
                  <a:srgbClr val="756A60"/>
                </a:solidFill>
                <a:latin typeface="Arial"/>
                <a:ea typeface="Arial"/>
                <a:cs typeface="Arial"/>
              </a:defRPr>
            </a:lvl5pPr>
            <a:lvl6pPr algn="l">
              <a:defRPr sz="1088" b="0">
                <a:solidFill>
                  <a:srgbClr val="756A60"/>
                </a:solidFill>
                <a:latin typeface="Arial"/>
                <a:ea typeface="Arial"/>
                <a:cs typeface="Arial"/>
              </a:defRPr>
            </a:lvl6pPr>
            <a:lvl7pPr algn="l">
              <a:defRPr sz="1088" b="0">
                <a:solidFill>
                  <a:srgbClr val="756A60"/>
                </a:solidFill>
                <a:latin typeface="Arial"/>
                <a:ea typeface="Arial"/>
                <a:cs typeface="Arial"/>
              </a:defRPr>
            </a:lvl7pPr>
            <a:lvl8pPr algn="l">
              <a:defRPr sz="1088" b="0">
                <a:solidFill>
                  <a:srgbClr val="756A60"/>
                </a:solidFill>
                <a:latin typeface="Arial"/>
                <a:ea typeface="Arial"/>
                <a:cs typeface="Arial"/>
              </a:defRPr>
            </a:lvl8pPr>
            <a:lvl9pPr algn="l">
              <a:defRPr sz="1088" b="0">
                <a:solidFill>
                  <a:srgbClr val="756A60"/>
                </a:solidFill>
                <a:latin typeface="Arial"/>
                <a:ea typeface="Arial"/>
                <a:cs typeface="Arial"/>
              </a:defRPr>
            </a:lvl9pPr>
          </a:lstStyle>
          <a:p>
            <a:pPr algn="l">
              <a:lnSpc>
                <a:spcPct val="108000"/>
              </a:lnSpc>
              <a:buNone/>
              <a:defRPr sz="1088" b="0">
                <a:solidFill>
                  <a:srgbClr val="756A60"/>
                </a:solidFill>
                <a:latin typeface="Arial"/>
                <a:ea typeface="Arial"/>
                <a:cs typeface="Arial"/>
              </a:defRPr>
            </a:pPr>
            <a:r>
              <a:rPr sz="1088" b="0" u="none" dirty="0">
                <a:solidFill>
                  <a:srgbClr val="756A60"/>
                </a:solidFill>
                <a:latin typeface="Arial"/>
                <a:ea typeface="Arial"/>
                <a:cs typeface="Arial"/>
              </a:rPr>
              <a:t>CDC. Preventing Food Poisoning. https://www.cdc.gov/food-safety/prevention/index.html</a:t>
            </a:r>
          </a:p>
        </p:txBody>
      </p:sp>
      <p:sp>
        <p:nvSpPr>
          <p:cNvPr id="921" name="safety_reference_S">
            <a:extLst>
              <a:ext uri="{FF2B5EF4-FFF2-40B4-BE49-F238E27FC236}">
                <a16:creationId xmlns:a16="http://schemas.microsoft.com/office/drawing/2014/main" id="{BC346FFF-9C5F-41A8-9808-CFA362F17010}"/>
              </a:ext>
            </a:extLst>
          </p:cNvPr>
          <p:cNvSpPr>
            <a:spLocks noGrp="1"/>
          </p:cNvSpPr>
          <p:nvPr/>
        </p:nvSpPr>
        <p:spPr>
          <a:xfrm>
            <a:off x="666750" y="6319520"/>
            <a:ext cx="10858500" cy="209550"/>
          </a:xfrm>
          <a:prstGeom prst="rect">
            <a:avLst/>
          </a:prstGeom>
          <a:noFill/>
          <a:ln w="0">
            <a:noFill/>
          </a:ln>
        </p:spPr>
        <p:txBody>
          <a:bodyPr wrap="square" lIns="0" tIns="0" rIns="0" bIns="0" anchor="t">
            <a:noAutofit/>
          </a:bodyPr>
          <a:lstStyle>
            <a:defPPr algn="l">
              <a:defRPr sz="1088" b="0">
                <a:solidFill>
                  <a:srgbClr val="756A60"/>
                </a:solidFill>
                <a:latin typeface="Arial"/>
                <a:ea typeface="Arial"/>
                <a:cs typeface="Arial"/>
              </a:defRPr>
            </a:defPPr>
            <a:lvl1pPr algn="l">
              <a:defRPr sz="1088" b="0">
                <a:solidFill>
                  <a:srgbClr val="756A60"/>
                </a:solidFill>
                <a:latin typeface="Arial"/>
                <a:ea typeface="Arial"/>
                <a:cs typeface="Arial"/>
              </a:defRPr>
            </a:lvl1pPr>
            <a:lvl2pPr algn="l">
              <a:defRPr sz="1088" b="0">
                <a:solidFill>
                  <a:srgbClr val="756A60"/>
                </a:solidFill>
                <a:latin typeface="Arial"/>
                <a:ea typeface="Arial"/>
                <a:cs typeface="Arial"/>
              </a:defRPr>
            </a:lvl2pPr>
            <a:lvl3pPr algn="l">
              <a:defRPr sz="1088" b="0">
                <a:solidFill>
                  <a:srgbClr val="756A60"/>
                </a:solidFill>
                <a:latin typeface="Arial"/>
                <a:ea typeface="Arial"/>
                <a:cs typeface="Arial"/>
              </a:defRPr>
            </a:lvl3pPr>
            <a:lvl4pPr algn="l">
              <a:defRPr sz="1088" b="0">
                <a:solidFill>
                  <a:srgbClr val="756A60"/>
                </a:solidFill>
                <a:latin typeface="Arial"/>
                <a:ea typeface="Arial"/>
                <a:cs typeface="Arial"/>
              </a:defRPr>
            </a:lvl4pPr>
            <a:lvl5pPr algn="l">
              <a:defRPr sz="1088" b="0">
                <a:solidFill>
                  <a:srgbClr val="756A60"/>
                </a:solidFill>
                <a:latin typeface="Arial"/>
                <a:ea typeface="Arial"/>
                <a:cs typeface="Arial"/>
              </a:defRPr>
            </a:lvl5pPr>
            <a:lvl6pPr algn="l">
              <a:defRPr sz="1088" b="0">
                <a:solidFill>
                  <a:srgbClr val="756A60"/>
                </a:solidFill>
                <a:latin typeface="Arial"/>
                <a:ea typeface="Arial"/>
                <a:cs typeface="Arial"/>
              </a:defRPr>
            </a:lvl6pPr>
            <a:lvl7pPr algn="l">
              <a:defRPr sz="1088" b="0">
                <a:solidFill>
                  <a:srgbClr val="756A60"/>
                </a:solidFill>
                <a:latin typeface="Arial"/>
                <a:ea typeface="Arial"/>
                <a:cs typeface="Arial"/>
              </a:defRPr>
            </a:lvl7pPr>
            <a:lvl8pPr algn="l">
              <a:defRPr sz="1088" b="0">
                <a:solidFill>
                  <a:srgbClr val="756A60"/>
                </a:solidFill>
                <a:latin typeface="Arial"/>
                <a:ea typeface="Arial"/>
                <a:cs typeface="Arial"/>
              </a:defRPr>
            </a:lvl8pPr>
            <a:lvl9pPr algn="l">
              <a:defRPr sz="1088" b="0">
                <a:solidFill>
                  <a:srgbClr val="756A60"/>
                </a:solidFill>
                <a:latin typeface="Arial"/>
                <a:ea typeface="Arial"/>
                <a:cs typeface="Arial"/>
              </a:defRPr>
            </a:lvl9pPr>
          </a:lstStyle>
          <a:p>
            <a:pPr algn="l">
              <a:lnSpc>
                <a:spcPct val="108000"/>
              </a:lnSpc>
              <a:buNone/>
              <a:defRPr sz="1088" b="0">
                <a:solidFill>
                  <a:srgbClr val="756A60"/>
                </a:solidFill>
                <a:latin typeface="Arial"/>
                <a:ea typeface="Arial"/>
                <a:cs typeface="Arial"/>
              </a:defRPr>
            </a:pPr>
            <a:r>
              <a:rPr sz="1088" b="0" u="none" dirty="0">
                <a:solidFill>
                  <a:srgbClr val="756A60"/>
                </a:solidFill>
                <a:latin typeface="Arial"/>
                <a:ea typeface="Arial"/>
                <a:cs typeface="Arial"/>
              </a:rPr>
              <a:t>CDC. About Staph Food Poisoning. https://www.cdc.gov/staph-food-poisoning/about/</a:t>
            </a: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5" name="picture_15" descr="picture_15"/>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安全处理</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15</a:t>
            </a:fld>
            <a:endParaRPr lang="zh-CN" altLang="en-US" dirty="0">
              <a:solidFill>
                <a:srgbClr val="3C5D74"/>
              </a:solidFill>
              <a:latin typeface="仓耳玄三M W05" panose="02020400000000000000" charset="-122"/>
              <a:ea typeface="仓耳玄三M W05" panose="02020400000000000000" charset="-122"/>
            </a:endParaRPr>
          </a:p>
        </p:txBody>
      </p:sp>
      <p:sp>
        <p:nvSpPr>
          <p:cNvPr id="796" name="slot_796"/>
          <p:cNvSpPr/>
          <p:nvPr/>
        </p:nvSpPr>
        <p:spPr>
          <a:xfrm>
            <a:off x="1000125" y="1830387"/>
            <a:ext cx="1562100" cy="1562100"/>
          </a:xfrm>
          <a:prstGeom prst="ellipse">
            <a:avLst/>
          </a:prstGeom>
          <a:solidFill>
            <a:srgbClr val="F1D5A4"/>
          </a:solidFill>
          <a:ln w="12700">
            <a:miter lim="400000"/>
          </a:ln>
          <a:effectLst>
            <a:outerShdw blurRad="228600" dist="114300" dir="16200000" rotWithShape="0">
              <a:prstClr val="black">
                <a:alpha val="12000"/>
              </a:prstClr>
            </a:outerShdw>
          </a:effectLst>
        </p:spPr>
        <p:txBody>
          <a:bodyPr lIns="45719" rIns="45719" anchor="ctr"/>
          <a:lstStyle/>
          <a:p>
            <a:pPr algn="ctr">
              <a:defRPr>
                <a:solidFill>
                  <a:srgbClr val="FFFFFF"/>
                </a:solidFill>
              </a:defRPr>
            </a:pPr>
            <a:endParaRPr/>
          </a:p>
        </p:txBody>
      </p:sp>
      <p:sp>
        <p:nvSpPr>
          <p:cNvPr id="797" name="slot_797"/>
          <p:cNvSpPr/>
          <p:nvPr/>
        </p:nvSpPr>
        <p:spPr>
          <a:xfrm>
            <a:off x="3876675" y="1830387"/>
            <a:ext cx="1562100" cy="1562100"/>
          </a:xfrm>
          <a:prstGeom prst="ellipse">
            <a:avLst/>
          </a:prstGeom>
          <a:solidFill>
            <a:schemeClr val="accent2">
              <a:lumMod val="60000"/>
              <a:lumOff val="40000"/>
            </a:schemeClr>
          </a:solidFill>
          <a:ln w="12700">
            <a:miter lim="400000"/>
          </a:ln>
          <a:effectLst>
            <a:outerShdw blurRad="228600" dist="114300" dir="16200000" rotWithShape="0">
              <a:prstClr val="black">
                <a:alpha val="12000"/>
              </a:prstClr>
            </a:outerShdw>
          </a:effectLst>
        </p:spPr>
        <p:txBody>
          <a:bodyPr lIns="45719" rIns="45719" anchor="ctr">
            <a:noAutofit/>
          </a:bodyPr>
          <a:lstStyle/>
          <a:p>
            <a:pPr lvl="0" algn="ctr">
              <a:buClrTx/>
              <a:buSzTx/>
              <a:buFontTx/>
              <a:defRPr>
                <a:solidFill>
                  <a:srgbClr val="FFFFFF"/>
                </a:solidFill>
              </a:defRPr>
            </a:pPr>
            <a:endParaRPr>
              <a:sym typeface="+mn-ea"/>
            </a:endParaRPr>
          </a:p>
        </p:txBody>
      </p:sp>
      <p:sp>
        <p:nvSpPr>
          <p:cNvPr id="798" name="slot_798"/>
          <p:cNvSpPr/>
          <p:nvPr/>
        </p:nvSpPr>
        <p:spPr>
          <a:xfrm>
            <a:off x="6753225" y="1830387"/>
            <a:ext cx="1562100" cy="1562100"/>
          </a:xfrm>
          <a:prstGeom prst="ellipse">
            <a:avLst/>
          </a:prstGeom>
          <a:solidFill>
            <a:srgbClr val="C59270"/>
          </a:solidFill>
          <a:ln w="12700">
            <a:miter lim="400000"/>
          </a:ln>
          <a:effectLst>
            <a:outerShdw blurRad="228600" dist="114300" dir="16200000" rotWithShape="0">
              <a:prstClr val="black">
                <a:alpha val="12000"/>
              </a:prstClr>
            </a:outerShdw>
          </a:effectLst>
        </p:spPr>
        <p:txBody>
          <a:bodyPr lIns="45719" rIns="45719" anchor="ctr">
            <a:noAutofit/>
          </a:bodyPr>
          <a:lstStyle/>
          <a:p>
            <a:pPr lvl="0" algn="ctr">
              <a:buClrTx/>
              <a:buSzTx/>
              <a:buFontTx/>
              <a:defRPr>
                <a:solidFill>
                  <a:srgbClr val="FFFFFF"/>
                </a:solidFill>
              </a:defRPr>
            </a:pPr>
            <a:endParaRPr>
              <a:sym typeface="+mn-ea"/>
            </a:endParaRPr>
          </a:p>
        </p:txBody>
      </p:sp>
      <p:sp>
        <p:nvSpPr>
          <p:cNvPr id="799" name="slot_799"/>
          <p:cNvSpPr/>
          <p:nvPr/>
        </p:nvSpPr>
        <p:spPr>
          <a:xfrm>
            <a:off x="9629775" y="1830387"/>
            <a:ext cx="1562100" cy="1562100"/>
          </a:xfrm>
          <a:prstGeom prst="ellipse">
            <a:avLst/>
          </a:prstGeom>
          <a:solidFill>
            <a:srgbClr val="A23838"/>
          </a:solidFill>
          <a:ln w="12700">
            <a:miter lim="400000"/>
          </a:ln>
          <a:effectLst>
            <a:outerShdw blurRad="228600" dist="114300" dir="16200000" rotWithShape="0">
              <a:prstClr val="black">
                <a:alpha val="12000"/>
              </a:prstClr>
            </a:outerShdw>
          </a:effectLst>
        </p:spPr>
        <p:txBody>
          <a:bodyPr lIns="45719" rIns="45719" anchor="ctr">
            <a:noAutofit/>
          </a:bodyPr>
          <a:lstStyle/>
          <a:p>
            <a:pPr lvl="0" algn="ctr">
              <a:buClrTx/>
              <a:buSzTx/>
              <a:buFontTx/>
              <a:defRPr>
                <a:solidFill>
                  <a:srgbClr val="FFFFFF"/>
                </a:solidFill>
              </a:defRPr>
            </a:pPr>
            <a:endParaRPr>
              <a:sym typeface="+mn-ea"/>
            </a:endParaRPr>
          </a:p>
        </p:txBody>
      </p:sp>
      <p:sp>
        <p:nvSpPr>
          <p:cNvPr id="800" name="slot_800"/>
          <p:cNvSpPr txBox="1"/>
          <p:nvPr/>
        </p:nvSpPr>
        <p:spPr>
          <a:xfrm>
            <a:off x="1066800" y="2106612"/>
            <a:ext cx="1428750" cy="542925"/>
          </a:xfrm>
          <a:prstGeom prst="rect">
            <a:avLst/>
          </a:prstGeom>
          <a:ln w="12700">
            <a:miter lim="400000"/>
          </a:ln>
        </p:spPr>
        <p:txBody>
          <a:bodyPr wrap="none" lIns="0" tIns="0" rIns="0" bIns="0" anchor="ctr">
            <a:spAutoFit/>
          </a:bodyPr>
          <a:lstStyle/>
          <a:p>
            <a:pPr algn="ctr">
              <a:defRPr sz="3000" b="1" spc="0">
                <a:solidFill>
                  <a:srgbClr val="FFFFFF"/>
                </a:solidFill>
              </a:defRPr>
            </a:pPr>
            <a:r>
              <a:rPr sz="3000" spc="0">
                <a:solidFill>
                  <a:srgbClr val="63372B"/>
                </a:solidFill>
                <a:latin typeface="方正姚体" panose="02010601030101010101" charset="-122"/>
                <a:ea typeface="方正姚体" panose="02010601030101010101" charset="-122"/>
                <a:cs typeface="方正姚体" panose="02010601030101010101" charset="-122"/>
                <a:sym typeface="方正姚体" panose="02010601030101010101" charset="-122"/>
              </a:rPr>
              <a:t>分装</a:t>
            </a:r>
          </a:p>
        </p:txBody>
      </p:sp>
      <p:sp>
        <p:nvSpPr>
          <p:cNvPr id="801" name="slot_801"/>
          <p:cNvSpPr txBox="1"/>
          <p:nvPr/>
        </p:nvSpPr>
        <p:spPr>
          <a:xfrm>
            <a:off x="3943350" y="2106612"/>
            <a:ext cx="1428750" cy="542925"/>
          </a:xfrm>
          <a:prstGeom prst="rect">
            <a:avLst/>
          </a:prstGeom>
          <a:ln w="12700">
            <a:miter lim="400000"/>
          </a:ln>
        </p:spPr>
        <p:txBody>
          <a:bodyPr wrap="none" lIns="0" tIns="0" rIns="0" bIns="0" anchor="ctr">
            <a:spAutoFit/>
          </a:bodyPr>
          <a:lstStyle/>
          <a:p>
            <a:pPr algn="ctr">
              <a:defRPr sz="3000" b="1" spc="0">
                <a:solidFill>
                  <a:srgbClr val="FFFFFF"/>
                </a:solidFill>
              </a:defRPr>
            </a:pPr>
            <a:r>
              <a:rPr sz="3000" spc="0">
                <a:solidFill>
                  <a:srgbClr val="63372B"/>
                </a:solidFill>
                <a:latin typeface="方正姚体" panose="02010601030101010101" charset="-122"/>
                <a:ea typeface="方正姚体" panose="02010601030101010101" charset="-122"/>
                <a:cs typeface="方正姚体" panose="02010601030101010101" charset="-122"/>
                <a:sym typeface="方正姚体" panose="02010601030101010101" charset="-122"/>
              </a:rPr>
              <a:t>冷藏</a:t>
            </a:r>
          </a:p>
        </p:txBody>
      </p:sp>
      <p:sp>
        <p:nvSpPr>
          <p:cNvPr id="802" name="slot_802"/>
          <p:cNvSpPr txBox="1"/>
          <p:nvPr/>
        </p:nvSpPr>
        <p:spPr>
          <a:xfrm>
            <a:off x="6819900" y="2106612"/>
            <a:ext cx="1428750" cy="542925"/>
          </a:xfrm>
          <a:prstGeom prst="rect">
            <a:avLst/>
          </a:prstGeom>
          <a:ln w="12700">
            <a:miter lim="400000"/>
          </a:ln>
        </p:spPr>
        <p:txBody>
          <a:bodyPr wrap="none" lIns="0" tIns="0" rIns="0" bIns="0" anchor="ctr">
            <a:spAutoFit/>
          </a:bodyPr>
          <a:lstStyle/>
          <a:p>
            <a:pPr algn="ctr">
              <a:defRPr sz="3000" b="1" spc="0">
                <a:solidFill>
                  <a:srgbClr val="FFFFFF"/>
                </a:solidFill>
              </a:defRPr>
            </a:pPr>
            <a:r>
              <a:rPr sz="3000" spc="0">
                <a:solidFill>
                  <a:srgbClr val="FEFEFE"/>
                </a:solidFill>
                <a:latin typeface="方正姚体" panose="02010601030101010101" charset="-122"/>
                <a:ea typeface="方正姚体" panose="02010601030101010101" charset="-122"/>
                <a:cs typeface="方正姚体" panose="02010601030101010101" charset="-122"/>
                <a:sym typeface="方正姚体" panose="02010601030101010101" charset="-122"/>
              </a:rPr>
              <a:t>回顾</a:t>
            </a:r>
          </a:p>
        </p:txBody>
      </p:sp>
      <p:sp>
        <p:nvSpPr>
          <p:cNvPr id="803" name="slot_803"/>
          <p:cNvSpPr txBox="1"/>
          <p:nvPr/>
        </p:nvSpPr>
        <p:spPr>
          <a:xfrm>
            <a:off x="9696450" y="2106612"/>
            <a:ext cx="1428750" cy="542925"/>
          </a:xfrm>
          <a:prstGeom prst="rect">
            <a:avLst/>
          </a:prstGeom>
          <a:ln w="12700">
            <a:miter lim="400000"/>
          </a:ln>
        </p:spPr>
        <p:txBody>
          <a:bodyPr wrap="none" lIns="0" tIns="0" rIns="0" bIns="0" anchor="ctr">
            <a:spAutoFit/>
          </a:bodyPr>
          <a:lstStyle/>
          <a:p>
            <a:pPr algn="ctr">
              <a:defRPr sz="3000" b="1" spc="0">
                <a:solidFill>
                  <a:srgbClr val="FFFFFF"/>
                </a:solidFill>
              </a:defRPr>
            </a:pPr>
            <a:r>
              <a:rPr sz="3000" spc="0">
                <a:solidFill>
                  <a:srgbClr val="FEFEFE"/>
                </a:solidFill>
                <a:latin typeface="方正姚体" panose="02010601030101010101" charset="-122"/>
                <a:ea typeface="方正姚体" panose="02010601030101010101" charset="-122"/>
                <a:cs typeface="方正姚体" panose="02010601030101010101" charset="-122"/>
                <a:sym typeface="方正姚体" panose="02010601030101010101" charset="-122"/>
              </a:rPr>
              <a:t>复热</a:t>
            </a:r>
          </a:p>
        </p:txBody>
      </p:sp>
      <p:sp>
        <p:nvSpPr>
          <p:cNvPr id="804" name="slot_804"/>
          <p:cNvSpPr txBox="1"/>
          <p:nvPr/>
        </p:nvSpPr>
        <p:spPr>
          <a:xfrm>
            <a:off x="1066800" y="2744787"/>
            <a:ext cx="1428750" cy="381000"/>
          </a:xfrm>
          <a:prstGeom prst="rect">
            <a:avLst/>
          </a:prstGeom>
          <a:ln w="12700">
            <a:miter lim="400000"/>
          </a:ln>
        </p:spPr>
        <p:txBody>
          <a:bodyPr wrap="none" lIns="0" tIns="0" rIns="0" bIns="0" anchor="ctr">
            <a:spAutoFit/>
          </a:bodyPr>
          <a:lstStyle>
            <a:lvl1pPr>
              <a:defRPr sz="1650" b="1" spc="0">
                <a:solidFill>
                  <a:srgbClr val="FEFEFE"/>
                </a:solidFill>
                <a:latin typeface="方正姚体" panose="02010601030101010101" charset="-122"/>
                <a:ea typeface="方正姚体" panose="02010601030101010101" charset="-122"/>
                <a:cs typeface="方正姚体" panose="02010601030101010101" charset="-122"/>
                <a:sym typeface="方正姚体" panose="02010601030101010101" charset="-122"/>
              </a:defRPr>
            </a:lvl1pPr>
          </a:lstStyle>
          <a:p>
            <a:pPr algn="ctr"/>
            <a:r>
              <a:rPr lang="zh-CN" sz="1650" b="0" spc="0">
                <a:solidFill>
                  <a:srgbClr val="63372B"/>
                </a:solidFill>
                <a:latin typeface="仓耳玄三M W05" panose="02020400000000000000" charset="-122"/>
                <a:ea typeface="仓耳玄三M W05" panose="02020400000000000000" charset="-122"/>
              </a:rPr>
              <a:t>小份浅容器</a:t>
            </a:r>
          </a:p>
        </p:txBody>
      </p:sp>
      <p:sp>
        <p:nvSpPr>
          <p:cNvPr id="4" name="slot_4"/>
          <p:cNvSpPr txBox="1"/>
          <p:nvPr/>
        </p:nvSpPr>
        <p:spPr>
          <a:xfrm>
            <a:off x="3943350" y="2744787"/>
            <a:ext cx="1428750" cy="381000"/>
          </a:xfrm>
          <a:prstGeom prst="rect">
            <a:avLst/>
          </a:prstGeom>
          <a:ln w="12700">
            <a:miter lim="400000"/>
          </a:ln>
        </p:spPr>
        <p:txBody>
          <a:bodyPr wrap="none" lIns="0" tIns="0" rIns="0" bIns="0" anchor="ctr">
            <a:spAutoFit/>
          </a:bodyPr>
          <a:lstStyle>
            <a:lvl1pPr>
              <a:defRPr sz="1650" b="1" spc="0">
                <a:solidFill>
                  <a:srgbClr val="FEFEFE"/>
                </a:solidFill>
                <a:latin typeface="方正姚体" panose="02010601030101010101" charset="-122"/>
                <a:ea typeface="方正姚体" panose="02010601030101010101" charset="-122"/>
                <a:cs typeface="方正姚体" panose="02010601030101010101" charset="-122"/>
                <a:sym typeface="方正姚体" panose="02010601030101010101" charset="-122"/>
              </a:defRPr>
            </a:lvl1pPr>
          </a:lstStyle>
          <a:p>
            <a:pPr algn="ctr"/>
            <a:r>
              <a:rPr lang="zh-CN" sz="1650" b="0" spc="0">
                <a:solidFill>
                  <a:srgbClr val="63372B"/>
                </a:solidFill>
                <a:latin typeface="仓耳玄三M W05" panose="02020400000000000000" charset="-122"/>
                <a:ea typeface="仓耳玄三M W05" panose="02020400000000000000" charset="-122"/>
              </a:rPr>
              <a:t>及时收存</a:t>
            </a:r>
          </a:p>
        </p:txBody>
      </p:sp>
      <p:sp>
        <p:nvSpPr>
          <p:cNvPr id="6" name="slot_6"/>
          <p:cNvSpPr txBox="1"/>
          <p:nvPr/>
        </p:nvSpPr>
        <p:spPr>
          <a:xfrm>
            <a:off x="6819900" y="2744787"/>
            <a:ext cx="1428750" cy="381000"/>
          </a:xfrm>
          <a:prstGeom prst="rect">
            <a:avLst/>
          </a:prstGeom>
          <a:ln w="12700">
            <a:miter lim="400000"/>
          </a:ln>
        </p:spPr>
        <p:txBody>
          <a:bodyPr wrap="none" lIns="0" tIns="0" rIns="0" bIns="0" anchor="ctr">
            <a:spAutoFit/>
          </a:bodyPr>
          <a:lstStyle>
            <a:lvl1pPr>
              <a:defRPr sz="1650" b="1" spc="0">
                <a:solidFill>
                  <a:srgbClr val="FEFEFE"/>
                </a:solidFill>
                <a:latin typeface="方正姚体" panose="02010601030101010101" charset="-122"/>
                <a:ea typeface="方正姚体" panose="02010601030101010101" charset="-122"/>
                <a:cs typeface="方正姚体" panose="02010601030101010101" charset="-122"/>
                <a:sym typeface="方正姚体" panose="02010601030101010101" charset="-122"/>
              </a:defRPr>
            </a:lvl1pPr>
          </a:lstStyle>
          <a:p>
            <a:pPr algn="ctr"/>
            <a:r>
              <a:rPr lang="zh-CN" sz="1650" b="0" spc="0">
                <a:latin typeface="仓耳玄三M W05" panose="02020400000000000000" charset="-122"/>
                <a:ea typeface="仓耳玄三M W05" panose="02020400000000000000" charset="-122"/>
              </a:rPr>
              <a:t>保存过程</a:t>
            </a:r>
          </a:p>
        </p:txBody>
      </p:sp>
      <p:sp>
        <p:nvSpPr>
          <p:cNvPr id="17" name="slot_17"/>
          <p:cNvSpPr txBox="1"/>
          <p:nvPr/>
        </p:nvSpPr>
        <p:spPr>
          <a:xfrm>
            <a:off x="9696450" y="2744787"/>
            <a:ext cx="1428750" cy="381000"/>
          </a:xfrm>
          <a:prstGeom prst="rect">
            <a:avLst/>
          </a:prstGeom>
          <a:ln w="12700">
            <a:miter lim="400000"/>
          </a:ln>
        </p:spPr>
        <p:txBody>
          <a:bodyPr wrap="none" lIns="0" tIns="0" rIns="0" bIns="0" anchor="ctr">
            <a:spAutoFit/>
          </a:bodyPr>
          <a:lstStyle>
            <a:lvl1pPr>
              <a:defRPr sz="1650" b="1" spc="0">
                <a:solidFill>
                  <a:srgbClr val="FEFEFE"/>
                </a:solidFill>
                <a:latin typeface="方正姚体" panose="02010601030101010101" charset="-122"/>
                <a:ea typeface="方正姚体" panose="02010601030101010101" charset="-122"/>
                <a:cs typeface="方正姚体" panose="02010601030101010101" charset="-122"/>
                <a:sym typeface="方正姚体" panose="02010601030101010101" charset="-122"/>
              </a:defRPr>
            </a:lvl1pPr>
          </a:lstStyle>
          <a:p>
            <a:pPr algn="ctr"/>
            <a:r>
              <a:rPr lang="zh-CN" sz="1650" b="0" spc="0">
                <a:latin typeface="仓耳玄三M W05" panose="02020400000000000000" charset="-122"/>
                <a:ea typeface="仓耳玄三M W05" panose="02020400000000000000" charset="-122"/>
              </a:rPr>
              <a:t>必要时丢弃</a:t>
            </a:r>
          </a:p>
        </p:txBody>
      </p:sp>
      <p:sp>
        <p:nvSpPr>
          <p:cNvPr id="905" name="safety_intro">
            <a:extLst>
              <a:ext uri="{FF2B5EF4-FFF2-40B4-BE49-F238E27FC236}">
                <a16:creationId xmlns:a16="http://schemas.microsoft.com/office/drawing/2014/main" id="{921ED872-DB64-48BB-8C3D-4ED8D0051EDD}"/>
              </a:ext>
            </a:extLst>
          </p:cNvPr>
          <p:cNvSpPr>
            <a:spLocks noGrp="1"/>
          </p:cNvSpPr>
          <p:nvPr/>
        </p:nvSpPr>
        <p:spPr>
          <a:xfrm>
            <a:off x="666750" y="1274445"/>
            <a:ext cx="10858500" cy="342900"/>
          </a:xfrm>
          <a:prstGeom prst="rect">
            <a:avLst/>
          </a:prstGeom>
          <a:noFill/>
          <a:ln w="0">
            <a:noFill/>
          </a:ln>
        </p:spPr>
        <p:txBody>
          <a:bodyPr wrap="square" lIns="0" tIns="0" rIns="0" bIns="0" anchor="t">
            <a:noAutofit/>
          </a:bodyPr>
          <a:lstStyle>
            <a:defPPr algn="l">
              <a:defRPr sz="1875" b="1">
                <a:solidFill>
                  <a:srgbClr val="63372B"/>
                </a:solidFill>
                <a:latin typeface="微软雅黑"/>
                <a:ea typeface="微软雅黑"/>
                <a:cs typeface="微软雅黑"/>
              </a:defRPr>
            </a:defPPr>
            <a:lvl1pPr algn="l">
              <a:defRPr sz="1875" b="1">
                <a:solidFill>
                  <a:srgbClr val="63372B"/>
                </a:solidFill>
                <a:latin typeface="微软雅黑"/>
                <a:ea typeface="微软雅黑"/>
                <a:cs typeface="微软雅黑"/>
              </a:defRPr>
            </a:lvl1pPr>
            <a:lvl2pPr algn="l">
              <a:defRPr sz="1875" b="1">
                <a:solidFill>
                  <a:srgbClr val="63372B"/>
                </a:solidFill>
                <a:latin typeface="微软雅黑"/>
                <a:ea typeface="微软雅黑"/>
                <a:cs typeface="微软雅黑"/>
              </a:defRPr>
            </a:lvl2pPr>
            <a:lvl3pPr algn="l">
              <a:defRPr sz="1875" b="1">
                <a:solidFill>
                  <a:srgbClr val="63372B"/>
                </a:solidFill>
                <a:latin typeface="微软雅黑"/>
                <a:ea typeface="微软雅黑"/>
                <a:cs typeface="微软雅黑"/>
              </a:defRPr>
            </a:lvl3pPr>
            <a:lvl4pPr algn="l">
              <a:defRPr sz="1875" b="1">
                <a:solidFill>
                  <a:srgbClr val="63372B"/>
                </a:solidFill>
                <a:latin typeface="微软雅黑"/>
                <a:ea typeface="微软雅黑"/>
                <a:cs typeface="微软雅黑"/>
              </a:defRPr>
            </a:lvl4pPr>
            <a:lvl5pPr algn="l">
              <a:defRPr sz="1875" b="1">
                <a:solidFill>
                  <a:srgbClr val="63372B"/>
                </a:solidFill>
                <a:latin typeface="微软雅黑"/>
                <a:ea typeface="微软雅黑"/>
                <a:cs typeface="微软雅黑"/>
              </a:defRPr>
            </a:lvl5pPr>
            <a:lvl6pPr algn="l">
              <a:defRPr sz="1875" b="1">
                <a:solidFill>
                  <a:srgbClr val="63372B"/>
                </a:solidFill>
                <a:latin typeface="微软雅黑"/>
                <a:ea typeface="微软雅黑"/>
                <a:cs typeface="微软雅黑"/>
              </a:defRPr>
            </a:lvl6pPr>
            <a:lvl7pPr algn="l">
              <a:defRPr sz="1875" b="1">
                <a:solidFill>
                  <a:srgbClr val="63372B"/>
                </a:solidFill>
                <a:latin typeface="微软雅黑"/>
                <a:ea typeface="微软雅黑"/>
                <a:cs typeface="微软雅黑"/>
              </a:defRPr>
            </a:lvl7pPr>
            <a:lvl8pPr algn="l">
              <a:defRPr sz="1875" b="1">
                <a:solidFill>
                  <a:srgbClr val="63372B"/>
                </a:solidFill>
                <a:latin typeface="微软雅黑"/>
                <a:ea typeface="微软雅黑"/>
                <a:cs typeface="微软雅黑"/>
              </a:defRPr>
            </a:lvl8pPr>
            <a:lvl9pPr algn="l">
              <a:defRPr sz="1875" b="1">
                <a:solidFill>
                  <a:srgbClr val="63372B"/>
                </a:solidFill>
                <a:latin typeface="微软雅黑"/>
                <a:ea typeface="微软雅黑"/>
                <a:cs typeface="微软雅黑"/>
              </a:defRPr>
            </a:lvl9pPr>
          </a:lstStyle>
          <a:p>
            <a:pPr algn="l">
              <a:lnSpc>
                <a:spcPct val="108000"/>
              </a:lnSpc>
              <a:buNone/>
              <a:defRPr sz="1875" b="1">
                <a:solidFill>
                  <a:srgbClr val="63372B"/>
                </a:solidFill>
                <a:latin typeface="微软雅黑"/>
                <a:ea typeface="微软雅黑"/>
                <a:cs typeface="微软雅黑"/>
              </a:defRPr>
            </a:pPr>
            <a:r>
              <a:rPr sz="1875" b="1" dirty="0" err="1">
                <a:solidFill>
                  <a:srgbClr val="63372B"/>
                </a:solidFill>
                <a:latin typeface="微软雅黑"/>
                <a:ea typeface="微软雅黑"/>
                <a:cs typeface="微软雅黑"/>
              </a:rPr>
              <a:t>先做好储存，再根据保存经历决定复热或丢弃</a:t>
            </a:r>
            <a:endParaRPr sz="1875" b="1" dirty="0">
              <a:solidFill>
                <a:srgbClr val="63372B"/>
              </a:solidFill>
              <a:latin typeface="微软雅黑"/>
              <a:ea typeface="微软雅黑"/>
              <a:cs typeface="微软雅黑"/>
            </a:endParaRPr>
          </a:p>
        </p:txBody>
      </p:sp>
      <p:sp>
        <p:nvSpPr>
          <p:cNvPr id="906" name="safety_core_0">
            <a:extLst>
              <a:ext uri="{FF2B5EF4-FFF2-40B4-BE49-F238E27FC236}">
                <a16:creationId xmlns:a16="http://schemas.microsoft.com/office/drawing/2014/main" id="{3179ED7B-6FCD-4BC6-9A1B-FE96D85DFFED}"/>
              </a:ext>
            </a:extLst>
          </p:cNvPr>
          <p:cNvSpPr>
            <a:spLocks noGrp="1"/>
          </p:cNvSpPr>
          <p:nvPr/>
        </p:nvSpPr>
        <p:spPr>
          <a:xfrm>
            <a:off x="571500" y="3573462"/>
            <a:ext cx="2419350" cy="1200150"/>
          </a:xfrm>
          <a:prstGeom prst="rect">
            <a:avLst/>
          </a:prstGeom>
          <a:noFill/>
          <a:ln w="0">
            <a:noFill/>
          </a:ln>
        </p:spPr>
        <p:txBody>
          <a:bodyPr wrap="square" lIns="0" tIns="0" rIns="0" bIns="0" anchor="t">
            <a:noAutofit/>
          </a:bodyPr>
          <a:lstStyle>
            <a:defPPr algn="l">
              <a:defRPr sz="1650" b="1">
                <a:solidFill>
                  <a:srgbClr val="404040"/>
                </a:solidFill>
                <a:latin typeface="微软雅黑"/>
                <a:ea typeface="微软雅黑"/>
                <a:cs typeface="微软雅黑"/>
              </a:defRPr>
            </a:defPPr>
            <a:lvl1pPr algn="l">
              <a:defRPr sz="1650" b="1">
                <a:solidFill>
                  <a:srgbClr val="404040"/>
                </a:solidFill>
                <a:latin typeface="微软雅黑"/>
                <a:ea typeface="微软雅黑"/>
                <a:cs typeface="微软雅黑"/>
              </a:defRPr>
            </a:lvl1pPr>
            <a:lvl2pPr algn="l">
              <a:defRPr sz="1650" b="1">
                <a:solidFill>
                  <a:srgbClr val="404040"/>
                </a:solidFill>
                <a:latin typeface="微软雅黑"/>
                <a:ea typeface="微软雅黑"/>
                <a:cs typeface="微软雅黑"/>
              </a:defRPr>
            </a:lvl2pPr>
            <a:lvl3pPr algn="l">
              <a:defRPr sz="1650" b="1">
                <a:solidFill>
                  <a:srgbClr val="404040"/>
                </a:solidFill>
                <a:latin typeface="微软雅黑"/>
                <a:ea typeface="微软雅黑"/>
                <a:cs typeface="微软雅黑"/>
              </a:defRPr>
            </a:lvl3pPr>
            <a:lvl4pPr algn="l">
              <a:defRPr sz="1650" b="1">
                <a:solidFill>
                  <a:srgbClr val="404040"/>
                </a:solidFill>
                <a:latin typeface="微软雅黑"/>
                <a:ea typeface="微软雅黑"/>
                <a:cs typeface="微软雅黑"/>
              </a:defRPr>
            </a:lvl4pPr>
            <a:lvl5pPr algn="l">
              <a:defRPr sz="1650" b="1">
                <a:solidFill>
                  <a:srgbClr val="404040"/>
                </a:solidFill>
                <a:latin typeface="微软雅黑"/>
                <a:ea typeface="微软雅黑"/>
                <a:cs typeface="微软雅黑"/>
              </a:defRPr>
            </a:lvl5pPr>
            <a:lvl6pPr algn="l">
              <a:defRPr sz="1650" b="1">
                <a:solidFill>
                  <a:srgbClr val="404040"/>
                </a:solidFill>
                <a:latin typeface="微软雅黑"/>
                <a:ea typeface="微软雅黑"/>
                <a:cs typeface="微软雅黑"/>
              </a:defRPr>
            </a:lvl6pPr>
            <a:lvl7pPr algn="l">
              <a:defRPr sz="1650" b="1">
                <a:solidFill>
                  <a:srgbClr val="404040"/>
                </a:solidFill>
                <a:latin typeface="微软雅黑"/>
                <a:ea typeface="微软雅黑"/>
                <a:cs typeface="微软雅黑"/>
              </a:defRPr>
            </a:lvl7pPr>
            <a:lvl8pPr algn="l">
              <a:defRPr sz="1650" b="1">
                <a:solidFill>
                  <a:srgbClr val="404040"/>
                </a:solidFill>
                <a:latin typeface="微软雅黑"/>
                <a:ea typeface="微软雅黑"/>
                <a:cs typeface="微软雅黑"/>
              </a:defRPr>
            </a:lvl8pPr>
            <a:lvl9pPr algn="l">
              <a:defRPr sz="1650" b="1">
                <a:solidFill>
                  <a:srgbClr val="404040"/>
                </a:solidFill>
                <a:latin typeface="微软雅黑"/>
                <a:ea typeface="微软雅黑"/>
                <a:cs typeface="微软雅黑"/>
              </a:defRPr>
            </a:lvl9pPr>
          </a:lstStyle>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剩余熟食分成小份</a:t>
            </a:r>
            <a:r>
              <a:rPr sz="1650" b="1" dirty="0">
                <a:solidFill>
                  <a:srgbClr val="404040"/>
                </a:solidFill>
                <a:latin typeface="微软雅黑"/>
                <a:ea typeface="微软雅黑"/>
                <a:cs typeface="微软雅黑"/>
              </a:rPr>
              <a:t>，</a:t>
            </a:r>
          </a:p>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放入干净浅容器</a:t>
            </a:r>
            <a:r>
              <a:rPr sz="1650" b="1" dirty="0">
                <a:solidFill>
                  <a:srgbClr val="404040"/>
                </a:solidFill>
                <a:latin typeface="微软雅黑"/>
                <a:ea typeface="微软雅黑"/>
                <a:cs typeface="微软雅黑"/>
              </a:rPr>
              <a:t>，</a:t>
            </a:r>
          </a:p>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再及时冷藏</a:t>
            </a:r>
            <a:r>
              <a:rPr sz="1650" b="1" dirty="0">
                <a:solidFill>
                  <a:srgbClr val="404040"/>
                </a:solidFill>
                <a:latin typeface="微软雅黑"/>
                <a:ea typeface="微软雅黑"/>
                <a:cs typeface="微软雅黑"/>
              </a:rPr>
              <a:t>，</a:t>
            </a:r>
          </a:p>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帮助更快降温</a:t>
            </a:r>
            <a:endParaRPr sz="1650" b="1" dirty="0">
              <a:solidFill>
                <a:srgbClr val="404040"/>
              </a:solidFill>
              <a:latin typeface="微软雅黑"/>
              <a:ea typeface="微软雅黑"/>
              <a:cs typeface="微软雅黑"/>
            </a:endParaRPr>
          </a:p>
        </p:txBody>
      </p:sp>
      <p:sp>
        <p:nvSpPr>
          <p:cNvPr id="907" name="safety_explain_0">
            <a:extLst>
              <a:ext uri="{FF2B5EF4-FFF2-40B4-BE49-F238E27FC236}">
                <a16:creationId xmlns:a16="http://schemas.microsoft.com/office/drawing/2014/main" id="{68A6D059-8D4A-4E57-9D0A-6D710CF28961}"/>
              </a:ext>
            </a:extLst>
          </p:cNvPr>
          <p:cNvSpPr>
            <a:spLocks noGrp="1"/>
          </p:cNvSpPr>
          <p:nvPr/>
        </p:nvSpPr>
        <p:spPr>
          <a:xfrm>
            <a:off x="571500" y="4821237"/>
            <a:ext cx="2419350" cy="571500"/>
          </a:xfrm>
          <a:prstGeom prst="rect">
            <a:avLst/>
          </a:prstGeom>
          <a:noFill/>
          <a:ln w="0">
            <a:noFill/>
          </a:ln>
        </p:spPr>
        <p:txBody>
          <a:bodyPr wrap="square" lIns="0" tIns="0" rIns="0" bIns="0" anchor="t">
            <a:noAutofit/>
          </a:bodyPr>
          <a:lstStyle>
            <a:defPPr algn="l">
              <a:defRPr sz="1463" b="0">
                <a:solidFill>
                  <a:srgbClr val="555555"/>
                </a:solidFill>
                <a:latin typeface="微软雅黑"/>
                <a:ea typeface="微软雅黑"/>
                <a:cs typeface="微软雅黑"/>
              </a:defRPr>
            </a:defPPr>
            <a:lvl1pPr algn="l">
              <a:defRPr sz="1463" b="0">
                <a:solidFill>
                  <a:srgbClr val="555555"/>
                </a:solidFill>
                <a:latin typeface="微软雅黑"/>
                <a:ea typeface="微软雅黑"/>
                <a:cs typeface="微软雅黑"/>
              </a:defRPr>
            </a:lvl1pPr>
            <a:lvl2pPr algn="l">
              <a:defRPr sz="1463" b="0">
                <a:solidFill>
                  <a:srgbClr val="555555"/>
                </a:solidFill>
                <a:latin typeface="微软雅黑"/>
                <a:ea typeface="微软雅黑"/>
                <a:cs typeface="微软雅黑"/>
              </a:defRPr>
            </a:lvl2pPr>
            <a:lvl3pPr algn="l">
              <a:defRPr sz="1463" b="0">
                <a:solidFill>
                  <a:srgbClr val="555555"/>
                </a:solidFill>
                <a:latin typeface="微软雅黑"/>
                <a:ea typeface="微软雅黑"/>
                <a:cs typeface="微软雅黑"/>
              </a:defRPr>
            </a:lvl3pPr>
            <a:lvl4pPr algn="l">
              <a:defRPr sz="1463" b="0">
                <a:solidFill>
                  <a:srgbClr val="555555"/>
                </a:solidFill>
                <a:latin typeface="微软雅黑"/>
                <a:ea typeface="微软雅黑"/>
                <a:cs typeface="微软雅黑"/>
              </a:defRPr>
            </a:lvl4pPr>
            <a:lvl5pPr algn="l">
              <a:defRPr sz="1463" b="0">
                <a:solidFill>
                  <a:srgbClr val="555555"/>
                </a:solidFill>
                <a:latin typeface="微软雅黑"/>
                <a:ea typeface="微软雅黑"/>
                <a:cs typeface="微软雅黑"/>
              </a:defRPr>
            </a:lvl5pPr>
            <a:lvl6pPr algn="l">
              <a:defRPr sz="1463" b="0">
                <a:solidFill>
                  <a:srgbClr val="555555"/>
                </a:solidFill>
                <a:latin typeface="微软雅黑"/>
                <a:ea typeface="微软雅黑"/>
                <a:cs typeface="微软雅黑"/>
              </a:defRPr>
            </a:lvl6pPr>
            <a:lvl7pPr algn="l">
              <a:defRPr sz="1463" b="0">
                <a:solidFill>
                  <a:srgbClr val="555555"/>
                </a:solidFill>
                <a:latin typeface="微软雅黑"/>
                <a:ea typeface="微软雅黑"/>
                <a:cs typeface="微软雅黑"/>
              </a:defRPr>
            </a:lvl7pPr>
            <a:lvl8pPr algn="l">
              <a:defRPr sz="1463" b="0">
                <a:solidFill>
                  <a:srgbClr val="555555"/>
                </a:solidFill>
                <a:latin typeface="微软雅黑"/>
                <a:ea typeface="微软雅黑"/>
                <a:cs typeface="微软雅黑"/>
              </a:defRPr>
            </a:lvl8pPr>
            <a:lvl9pPr algn="l">
              <a:defRPr sz="1463" b="0">
                <a:solidFill>
                  <a:srgbClr val="555555"/>
                </a:solidFill>
                <a:latin typeface="微软雅黑"/>
                <a:ea typeface="微软雅黑"/>
                <a:cs typeface="微软雅黑"/>
              </a:defRPr>
            </a:lvl9pPr>
          </a:lstStyle>
          <a:p>
            <a:pPr algn="l">
              <a:lnSpc>
                <a:spcPct val="108000"/>
              </a:lnSpc>
              <a:buNone/>
              <a:defRPr sz="1463" b="0">
                <a:solidFill>
                  <a:srgbClr val="555555"/>
                </a:solidFill>
                <a:latin typeface="微软雅黑"/>
                <a:ea typeface="微软雅黑"/>
                <a:cs typeface="微软雅黑"/>
              </a:defRPr>
            </a:pPr>
            <a:r>
              <a:rPr sz="1463" b="0" dirty="0" err="1">
                <a:solidFill>
                  <a:srgbClr val="555555"/>
                </a:solidFill>
                <a:latin typeface="微软雅黑"/>
                <a:ea typeface="微软雅黑"/>
                <a:cs typeface="微软雅黑"/>
              </a:rPr>
              <a:t>小份热食可直接冷藏</a:t>
            </a:r>
            <a:r>
              <a:rPr sz="1463" b="0" dirty="0">
                <a:solidFill>
                  <a:srgbClr val="555555"/>
                </a:solidFill>
                <a:latin typeface="微软雅黑"/>
                <a:ea typeface="微软雅黑"/>
                <a:cs typeface="微软雅黑"/>
              </a:rPr>
              <a:t>，</a:t>
            </a:r>
          </a:p>
          <a:p>
            <a:pPr algn="l">
              <a:lnSpc>
                <a:spcPct val="108000"/>
              </a:lnSpc>
              <a:buNone/>
              <a:defRPr sz="1463" b="0">
                <a:solidFill>
                  <a:srgbClr val="555555"/>
                </a:solidFill>
                <a:latin typeface="微软雅黑"/>
                <a:ea typeface="微软雅黑"/>
                <a:cs typeface="微软雅黑"/>
              </a:defRPr>
            </a:pPr>
            <a:r>
              <a:rPr sz="1463" b="0" dirty="0" err="1">
                <a:solidFill>
                  <a:srgbClr val="555555"/>
                </a:solidFill>
                <a:latin typeface="微软雅黑"/>
                <a:ea typeface="微软雅黑"/>
                <a:cs typeface="微软雅黑"/>
              </a:rPr>
              <a:t>不必整锅久放等凉</a:t>
            </a:r>
            <a:endParaRPr sz="1463" b="0" dirty="0">
              <a:solidFill>
                <a:srgbClr val="555555"/>
              </a:solidFill>
              <a:latin typeface="微软雅黑"/>
              <a:ea typeface="微软雅黑"/>
              <a:cs typeface="微软雅黑"/>
            </a:endParaRPr>
          </a:p>
        </p:txBody>
      </p:sp>
      <p:sp>
        <p:nvSpPr>
          <p:cNvPr id="909" name="safety_core_1">
            <a:extLst>
              <a:ext uri="{FF2B5EF4-FFF2-40B4-BE49-F238E27FC236}">
                <a16:creationId xmlns:a16="http://schemas.microsoft.com/office/drawing/2014/main" id="{6606C31A-2023-4172-87B5-471B1792BE1D}"/>
              </a:ext>
            </a:extLst>
          </p:cNvPr>
          <p:cNvSpPr>
            <a:spLocks noGrp="1"/>
          </p:cNvSpPr>
          <p:nvPr/>
        </p:nvSpPr>
        <p:spPr>
          <a:xfrm>
            <a:off x="3448050" y="3573462"/>
            <a:ext cx="2419350" cy="1200150"/>
          </a:xfrm>
          <a:prstGeom prst="rect">
            <a:avLst/>
          </a:prstGeom>
          <a:noFill/>
          <a:ln w="0">
            <a:noFill/>
          </a:ln>
        </p:spPr>
        <p:txBody>
          <a:bodyPr wrap="square" lIns="0" tIns="0" rIns="0" bIns="0" anchor="t">
            <a:noAutofit/>
          </a:bodyPr>
          <a:lstStyle>
            <a:defPPr algn="l">
              <a:defRPr sz="1650" b="1">
                <a:solidFill>
                  <a:srgbClr val="404040"/>
                </a:solidFill>
                <a:latin typeface="微软雅黑"/>
                <a:ea typeface="微软雅黑"/>
                <a:cs typeface="微软雅黑"/>
              </a:defRPr>
            </a:defPPr>
            <a:lvl1pPr algn="l">
              <a:defRPr sz="1650" b="1">
                <a:solidFill>
                  <a:srgbClr val="404040"/>
                </a:solidFill>
                <a:latin typeface="微软雅黑"/>
                <a:ea typeface="微软雅黑"/>
                <a:cs typeface="微软雅黑"/>
              </a:defRPr>
            </a:lvl1pPr>
            <a:lvl2pPr algn="l">
              <a:defRPr sz="1650" b="1">
                <a:solidFill>
                  <a:srgbClr val="404040"/>
                </a:solidFill>
                <a:latin typeface="微软雅黑"/>
                <a:ea typeface="微软雅黑"/>
                <a:cs typeface="微软雅黑"/>
              </a:defRPr>
            </a:lvl2pPr>
            <a:lvl3pPr algn="l">
              <a:defRPr sz="1650" b="1">
                <a:solidFill>
                  <a:srgbClr val="404040"/>
                </a:solidFill>
                <a:latin typeface="微软雅黑"/>
                <a:ea typeface="微软雅黑"/>
                <a:cs typeface="微软雅黑"/>
              </a:defRPr>
            </a:lvl3pPr>
            <a:lvl4pPr algn="l">
              <a:defRPr sz="1650" b="1">
                <a:solidFill>
                  <a:srgbClr val="404040"/>
                </a:solidFill>
                <a:latin typeface="微软雅黑"/>
                <a:ea typeface="微软雅黑"/>
                <a:cs typeface="微软雅黑"/>
              </a:defRPr>
            </a:lvl4pPr>
            <a:lvl5pPr algn="l">
              <a:defRPr sz="1650" b="1">
                <a:solidFill>
                  <a:srgbClr val="404040"/>
                </a:solidFill>
                <a:latin typeface="微软雅黑"/>
                <a:ea typeface="微软雅黑"/>
                <a:cs typeface="微软雅黑"/>
              </a:defRPr>
            </a:lvl5pPr>
            <a:lvl6pPr algn="l">
              <a:defRPr sz="1650" b="1">
                <a:solidFill>
                  <a:srgbClr val="404040"/>
                </a:solidFill>
                <a:latin typeface="微软雅黑"/>
                <a:ea typeface="微软雅黑"/>
                <a:cs typeface="微软雅黑"/>
              </a:defRPr>
            </a:lvl6pPr>
            <a:lvl7pPr algn="l">
              <a:defRPr sz="1650" b="1">
                <a:solidFill>
                  <a:srgbClr val="404040"/>
                </a:solidFill>
                <a:latin typeface="微软雅黑"/>
                <a:ea typeface="微软雅黑"/>
                <a:cs typeface="微软雅黑"/>
              </a:defRPr>
            </a:lvl7pPr>
            <a:lvl8pPr algn="l">
              <a:defRPr sz="1650" b="1">
                <a:solidFill>
                  <a:srgbClr val="404040"/>
                </a:solidFill>
                <a:latin typeface="微软雅黑"/>
                <a:ea typeface="微软雅黑"/>
                <a:cs typeface="微软雅黑"/>
              </a:defRPr>
            </a:lvl8pPr>
            <a:lvl9pPr algn="l">
              <a:defRPr sz="1650" b="1">
                <a:solidFill>
                  <a:srgbClr val="404040"/>
                </a:solidFill>
                <a:latin typeface="微软雅黑"/>
                <a:ea typeface="微软雅黑"/>
                <a:cs typeface="微软雅黑"/>
              </a:defRPr>
            </a:lvl9pPr>
          </a:lstStyle>
          <a:p>
            <a:pPr algn="l">
              <a:lnSpc>
                <a:spcPct val="108000"/>
              </a:lnSpc>
              <a:buNone/>
              <a:defRPr sz="1650" b="1">
                <a:solidFill>
                  <a:srgbClr val="404040"/>
                </a:solidFill>
                <a:latin typeface="微软雅黑"/>
                <a:ea typeface="微软雅黑"/>
                <a:cs typeface="微软雅黑"/>
              </a:defRPr>
            </a:pPr>
            <a:r>
              <a:rPr sz="1650" b="1" dirty="0">
                <a:solidFill>
                  <a:srgbClr val="404040"/>
                </a:solidFill>
                <a:latin typeface="微软雅黑"/>
                <a:ea typeface="微软雅黑"/>
                <a:cs typeface="微软雅黑"/>
              </a:rPr>
              <a:t>室温≤2小时。</a:t>
            </a:r>
          </a:p>
          <a:p>
            <a:pPr algn="l">
              <a:lnSpc>
                <a:spcPct val="108000"/>
              </a:lnSpc>
              <a:buNone/>
              <a:defRPr sz="1650" b="1">
                <a:solidFill>
                  <a:srgbClr val="404040"/>
                </a:solidFill>
                <a:latin typeface="微软雅黑"/>
                <a:ea typeface="微软雅黑"/>
                <a:cs typeface="微软雅黑"/>
              </a:defRPr>
            </a:pPr>
            <a:r>
              <a:rPr sz="1650" b="1" dirty="0">
                <a:solidFill>
                  <a:srgbClr val="404040"/>
                </a:solidFill>
                <a:latin typeface="微软雅黑"/>
                <a:ea typeface="微软雅黑"/>
                <a:cs typeface="微软雅黑"/>
              </a:rPr>
              <a:t>环境高于32℃，</a:t>
            </a:r>
          </a:p>
          <a:p>
            <a:pPr algn="l">
              <a:lnSpc>
                <a:spcPct val="108000"/>
              </a:lnSpc>
              <a:buNone/>
              <a:defRPr sz="1650" b="1">
                <a:solidFill>
                  <a:srgbClr val="404040"/>
                </a:solidFill>
                <a:latin typeface="微软雅黑"/>
                <a:ea typeface="微软雅黑"/>
                <a:cs typeface="微软雅黑"/>
              </a:defRPr>
            </a:pPr>
            <a:r>
              <a:rPr sz="1650" b="1" dirty="0">
                <a:solidFill>
                  <a:srgbClr val="404040"/>
                </a:solidFill>
                <a:latin typeface="微软雅黑"/>
                <a:ea typeface="微软雅黑"/>
                <a:cs typeface="微软雅黑"/>
              </a:rPr>
              <a:t>应在1小时内冷藏。</a:t>
            </a:r>
          </a:p>
          <a:p>
            <a:pPr algn="l">
              <a:lnSpc>
                <a:spcPct val="108000"/>
              </a:lnSpc>
              <a:buNone/>
              <a:defRPr sz="1650" b="1">
                <a:solidFill>
                  <a:srgbClr val="404040"/>
                </a:solidFill>
                <a:latin typeface="微软雅黑"/>
                <a:ea typeface="微软雅黑"/>
                <a:cs typeface="微软雅黑"/>
              </a:defRPr>
            </a:pPr>
            <a:r>
              <a:rPr sz="1650" b="1" dirty="0">
                <a:solidFill>
                  <a:srgbClr val="404040"/>
                </a:solidFill>
                <a:latin typeface="微软雅黑"/>
                <a:ea typeface="微软雅黑"/>
                <a:cs typeface="微软雅黑"/>
              </a:rPr>
              <a:t>冰箱设定≤4℃</a:t>
            </a:r>
          </a:p>
        </p:txBody>
      </p:sp>
      <p:sp>
        <p:nvSpPr>
          <p:cNvPr id="910" name="safety_explain_1">
            <a:extLst>
              <a:ext uri="{FF2B5EF4-FFF2-40B4-BE49-F238E27FC236}">
                <a16:creationId xmlns:a16="http://schemas.microsoft.com/office/drawing/2014/main" id="{A21837D6-7F84-44FD-8200-703B025C29B2}"/>
              </a:ext>
            </a:extLst>
          </p:cNvPr>
          <p:cNvSpPr>
            <a:spLocks noGrp="1"/>
          </p:cNvSpPr>
          <p:nvPr/>
        </p:nvSpPr>
        <p:spPr>
          <a:xfrm>
            <a:off x="3448050" y="4907994"/>
            <a:ext cx="2419350" cy="295275"/>
          </a:xfrm>
          <a:prstGeom prst="rect">
            <a:avLst/>
          </a:prstGeom>
          <a:noFill/>
          <a:ln w="0">
            <a:noFill/>
          </a:ln>
        </p:spPr>
        <p:txBody>
          <a:bodyPr wrap="square" lIns="0" tIns="0" rIns="0" bIns="0" anchor="t">
            <a:noAutofit/>
          </a:bodyPr>
          <a:lstStyle>
            <a:defPPr algn="l">
              <a:defRPr sz="1463" b="0">
                <a:solidFill>
                  <a:srgbClr val="555555"/>
                </a:solidFill>
                <a:latin typeface="微软雅黑"/>
                <a:ea typeface="微软雅黑"/>
                <a:cs typeface="微软雅黑"/>
              </a:defRPr>
            </a:defPPr>
            <a:lvl1pPr algn="l">
              <a:defRPr sz="1463" b="0">
                <a:solidFill>
                  <a:srgbClr val="555555"/>
                </a:solidFill>
                <a:latin typeface="微软雅黑"/>
                <a:ea typeface="微软雅黑"/>
                <a:cs typeface="微软雅黑"/>
              </a:defRPr>
            </a:lvl1pPr>
            <a:lvl2pPr algn="l">
              <a:defRPr sz="1463" b="0">
                <a:solidFill>
                  <a:srgbClr val="555555"/>
                </a:solidFill>
                <a:latin typeface="微软雅黑"/>
                <a:ea typeface="微软雅黑"/>
                <a:cs typeface="微软雅黑"/>
              </a:defRPr>
            </a:lvl2pPr>
            <a:lvl3pPr algn="l">
              <a:defRPr sz="1463" b="0">
                <a:solidFill>
                  <a:srgbClr val="555555"/>
                </a:solidFill>
                <a:latin typeface="微软雅黑"/>
                <a:ea typeface="微软雅黑"/>
                <a:cs typeface="微软雅黑"/>
              </a:defRPr>
            </a:lvl3pPr>
            <a:lvl4pPr algn="l">
              <a:defRPr sz="1463" b="0">
                <a:solidFill>
                  <a:srgbClr val="555555"/>
                </a:solidFill>
                <a:latin typeface="微软雅黑"/>
                <a:ea typeface="微软雅黑"/>
                <a:cs typeface="微软雅黑"/>
              </a:defRPr>
            </a:lvl4pPr>
            <a:lvl5pPr algn="l">
              <a:defRPr sz="1463" b="0">
                <a:solidFill>
                  <a:srgbClr val="555555"/>
                </a:solidFill>
                <a:latin typeface="微软雅黑"/>
                <a:ea typeface="微软雅黑"/>
                <a:cs typeface="微软雅黑"/>
              </a:defRPr>
            </a:lvl5pPr>
            <a:lvl6pPr algn="l">
              <a:defRPr sz="1463" b="0">
                <a:solidFill>
                  <a:srgbClr val="555555"/>
                </a:solidFill>
                <a:latin typeface="微软雅黑"/>
                <a:ea typeface="微软雅黑"/>
                <a:cs typeface="微软雅黑"/>
              </a:defRPr>
            </a:lvl6pPr>
            <a:lvl7pPr algn="l">
              <a:defRPr sz="1463" b="0">
                <a:solidFill>
                  <a:srgbClr val="555555"/>
                </a:solidFill>
                <a:latin typeface="微软雅黑"/>
                <a:ea typeface="微软雅黑"/>
                <a:cs typeface="微软雅黑"/>
              </a:defRPr>
            </a:lvl7pPr>
            <a:lvl8pPr algn="l">
              <a:defRPr sz="1463" b="0">
                <a:solidFill>
                  <a:srgbClr val="555555"/>
                </a:solidFill>
                <a:latin typeface="微软雅黑"/>
                <a:ea typeface="微软雅黑"/>
                <a:cs typeface="微软雅黑"/>
              </a:defRPr>
            </a:lvl8pPr>
            <a:lvl9pPr algn="l">
              <a:defRPr sz="1463" b="0">
                <a:solidFill>
                  <a:srgbClr val="555555"/>
                </a:solidFill>
                <a:latin typeface="微软雅黑"/>
                <a:ea typeface="微软雅黑"/>
                <a:cs typeface="微软雅黑"/>
              </a:defRPr>
            </a:lvl9pPr>
          </a:lstStyle>
          <a:p>
            <a:pPr algn="l">
              <a:lnSpc>
                <a:spcPct val="108000"/>
              </a:lnSpc>
              <a:buNone/>
              <a:defRPr sz="1463" b="0">
                <a:solidFill>
                  <a:srgbClr val="555555"/>
                </a:solidFill>
                <a:latin typeface="微软雅黑"/>
                <a:ea typeface="微软雅黑"/>
                <a:cs typeface="微软雅黑"/>
              </a:defRPr>
            </a:pPr>
            <a:r>
              <a:rPr lang="zh-CN" altLang="en-US" sz="1463" b="0" dirty="0">
                <a:solidFill>
                  <a:srgbClr val="555555"/>
                </a:solidFill>
                <a:latin typeface="微软雅黑"/>
                <a:ea typeface="微软雅黑"/>
                <a:cs typeface="微软雅黑"/>
              </a:rPr>
              <a:t>保证在</a:t>
            </a:r>
            <a:r>
              <a:rPr lang="en-US" altLang="zh-CN" sz="1463" b="0" dirty="0">
                <a:solidFill>
                  <a:srgbClr val="555555"/>
                </a:solidFill>
                <a:latin typeface="微软雅黑"/>
                <a:ea typeface="微软雅黑"/>
                <a:cs typeface="微软雅黑"/>
              </a:rPr>
              <a:t>5</a:t>
            </a:r>
            <a:r>
              <a:rPr lang="zh-CN" altLang="en-US" sz="1463" b="0" dirty="0">
                <a:solidFill>
                  <a:srgbClr val="555555"/>
                </a:solidFill>
                <a:latin typeface="微软雅黑"/>
                <a:ea typeface="微软雅黑"/>
                <a:cs typeface="微软雅黑"/>
              </a:rPr>
              <a:t>℃以下</a:t>
            </a:r>
            <a:endParaRPr sz="1463" b="0" dirty="0">
              <a:solidFill>
                <a:srgbClr val="555555"/>
              </a:solidFill>
              <a:latin typeface="微软雅黑"/>
              <a:ea typeface="微软雅黑"/>
              <a:cs typeface="微软雅黑"/>
            </a:endParaRPr>
          </a:p>
        </p:txBody>
      </p:sp>
      <p:sp>
        <p:nvSpPr>
          <p:cNvPr id="912" name="safety_core_2">
            <a:extLst>
              <a:ext uri="{FF2B5EF4-FFF2-40B4-BE49-F238E27FC236}">
                <a16:creationId xmlns:a16="http://schemas.microsoft.com/office/drawing/2014/main" id="{CE6A095E-CD8B-4E9C-94EA-3C129A70EDEF}"/>
              </a:ext>
            </a:extLst>
          </p:cNvPr>
          <p:cNvSpPr>
            <a:spLocks noGrp="1"/>
          </p:cNvSpPr>
          <p:nvPr/>
        </p:nvSpPr>
        <p:spPr>
          <a:xfrm>
            <a:off x="6324600" y="3573462"/>
            <a:ext cx="2419350" cy="1200150"/>
          </a:xfrm>
          <a:prstGeom prst="rect">
            <a:avLst/>
          </a:prstGeom>
          <a:noFill/>
          <a:ln w="0">
            <a:noFill/>
          </a:ln>
        </p:spPr>
        <p:txBody>
          <a:bodyPr wrap="square" lIns="0" tIns="0" rIns="0" bIns="0" anchor="t">
            <a:noAutofit/>
          </a:bodyPr>
          <a:lstStyle>
            <a:defPPr algn="l">
              <a:defRPr sz="1650" b="1">
                <a:solidFill>
                  <a:srgbClr val="404040"/>
                </a:solidFill>
                <a:latin typeface="微软雅黑"/>
                <a:ea typeface="微软雅黑"/>
                <a:cs typeface="微软雅黑"/>
              </a:defRPr>
            </a:defPPr>
            <a:lvl1pPr algn="l">
              <a:defRPr sz="1650" b="1">
                <a:solidFill>
                  <a:srgbClr val="404040"/>
                </a:solidFill>
                <a:latin typeface="微软雅黑"/>
                <a:ea typeface="微软雅黑"/>
                <a:cs typeface="微软雅黑"/>
              </a:defRPr>
            </a:lvl1pPr>
            <a:lvl2pPr algn="l">
              <a:defRPr sz="1650" b="1">
                <a:solidFill>
                  <a:srgbClr val="404040"/>
                </a:solidFill>
                <a:latin typeface="微软雅黑"/>
                <a:ea typeface="微软雅黑"/>
                <a:cs typeface="微软雅黑"/>
              </a:defRPr>
            </a:lvl2pPr>
            <a:lvl3pPr algn="l">
              <a:defRPr sz="1650" b="1">
                <a:solidFill>
                  <a:srgbClr val="404040"/>
                </a:solidFill>
                <a:latin typeface="微软雅黑"/>
                <a:ea typeface="微软雅黑"/>
                <a:cs typeface="微软雅黑"/>
              </a:defRPr>
            </a:lvl3pPr>
            <a:lvl4pPr algn="l">
              <a:defRPr sz="1650" b="1">
                <a:solidFill>
                  <a:srgbClr val="404040"/>
                </a:solidFill>
                <a:latin typeface="微软雅黑"/>
                <a:ea typeface="微软雅黑"/>
                <a:cs typeface="微软雅黑"/>
              </a:defRPr>
            </a:lvl4pPr>
            <a:lvl5pPr algn="l">
              <a:defRPr sz="1650" b="1">
                <a:solidFill>
                  <a:srgbClr val="404040"/>
                </a:solidFill>
                <a:latin typeface="微软雅黑"/>
                <a:ea typeface="微软雅黑"/>
                <a:cs typeface="微软雅黑"/>
              </a:defRPr>
            </a:lvl5pPr>
            <a:lvl6pPr algn="l">
              <a:defRPr sz="1650" b="1">
                <a:solidFill>
                  <a:srgbClr val="404040"/>
                </a:solidFill>
                <a:latin typeface="微软雅黑"/>
                <a:ea typeface="微软雅黑"/>
                <a:cs typeface="微软雅黑"/>
              </a:defRPr>
            </a:lvl6pPr>
            <a:lvl7pPr algn="l">
              <a:defRPr sz="1650" b="1">
                <a:solidFill>
                  <a:srgbClr val="404040"/>
                </a:solidFill>
                <a:latin typeface="微软雅黑"/>
                <a:ea typeface="微软雅黑"/>
                <a:cs typeface="微软雅黑"/>
              </a:defRPr>
            </a:lvl7pPr>
            <a:lvl8pPr algn="l">
              <a:defRPr sz="1650" b="1">
                <a:solidFill>
                  <a:srgbClr val="404040"/>
                </a:solidFill>
                <a:latin typeface="微软雅黑"/>
                <a:ea typeface="微软雅黑"/>
                <a:cs typeface="微软雅黑"/>
              </a:defRPr>
            </a:lvl8pPr>
            <a:lvl9pPr algn="l">
              <a:defRPr sz="1650" b="1">
                <a:solidFill>
                  <a:srgbClr val="404040"/>
                </a:solidFill>
                <a:latin typeface="微软雅黑"/>
                <a:ea typeface="微软雅黑"/>
                <a:cs typeface="微软雅黑"/>
              </a:defRPr>
            </a:lvl9pPr>
          </a:lstStyle>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回顾时间、温度</a:t>
            </a:r>
            <a:endParaRPr sz="1650" b="1" dirty="0">
              <a:solidFill>
                <a:srgbClr val="404040"/>
              </a:solidFill>
              <a:latin typeface="微软雅黑"/>
              <a:ea typeface="微软雅黑"/>
              <a:cs typeface="微软雅黑"/>
            </a:endParaRPr>
          </a:p>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及处理经历</a:t>
            </a:r>
            <a:r>
              <a:rPr sz="1650" b="1" dirty="0">
                <a:solidFill>
                  <a:srgbClr val="404040"/>
                </a:solidFill>
                <a:latin typeface="微软雅黑"/>
                <a:ea typeface="微软雅黑"/>
                <a:cs typeface="微软雅黑"/>
              </a:rPr>
              <a:t>。</a:t>
            </a:r>
          </a:p>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气味与外观正常</a:t>
            </a:r>
            <a:r>
              <a:rPr sz="1650" b="1" dirty="0">
                <a:solidFill>
                  <a:srgbClr val="404040"/>
                </a:solidFill>
                <a:latin typeface="微软雅黑"/>
                <a:ea typeface="微软雅黑"/>
                <a:cs typeface="微软雅黑"/>
              </a:rPr>
              <a:t>，</a:t>
            </a:r>
          </a:p>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不代表一定安全</a:t>
            </a:r>
            <a:endParaRPr sz="1650" b="1" dirty="0">
              <a:solidFill>
                <a:srgbClr val="404040"/>
              </a:solidFill>
              <a:latin typeface="微软雅黑"/>
              <a:ea typeface="微软雅黑"/>
              <a:cs typeface="微软雅黑"/>
            </a:endParaRPr>
          </a:p>
        </p:txBody>
      </p:sp>
      <p:sp>
        <p:nvSpPr>
          <p:cNvPr id="913" name="safety_explain_2">
            <a:extLst>
              <a:ext uri="{FF2B5EF4-FFF2-40B4-BE49-F238E27FC236}">
                <a16:creationId xmlns:a16="http://schemas.microsoft.com/office/drawing/2014/main" id="{EADA919A-590E-4CE8-A59C-61C1532B684E}"/>
              </a:ext>
            </a:extLst>
          </p:cNvPr>
          <p:cNvSpPr>
            <a:spLocks noGrp="1"/>
          </p:cNvSpPr>
          <p:nvPr/>
        </p:nvSpPr>
        <p:spPr>
          <a:xfrm>
            <a:off x="6324600" y="4821237"/>
            <a:ext cx="2419350" cy="571500"/>
          </a:xfrm>
          <a:prstGeom prst="rect">
            <a:avLst/>
          </a:prstGeom>
          <a:noFill/>
          <a:ln w="0">
            <a:noFill/>
          </a:ln>
        </p:spPr>
        <p:txBody>
          <a:bodyPr wrap="square" lIns="0" tIns="0" rIns="0" bIns="0" anchor="t">
            <a:noAutofit/>
          </a:bodyPr>
          <a:lstStyle>
            <a:defPPr algn="l">
              <a:defRPr sz="1463" b="0">
                <a:solidFill>
                  <a:srgbClr val="555555"/>
                </a:solidFill>
                <a:latin typeface="微软雅黑"/>
                <a:ea typeface="微软雅黑"/>
                <a:cs typeface="微软雅黑"/>
              </a:defRPr>
            </a:defPPr>
            <a:lvl1pPr algn="l">
              <a:defRPr sz="1463" b="0">
                <a:solidFill>
                  <a:srgbClr val="555555"/>
                </a:solidFill>
                <a:latin typeface="微软雅黑"/>
                <a:ea typeface="微软雅黑"/>
                <a:cs typeface="微软雅黑"/>
              </a:defRPr>
            </a:lvl1pPr>
            <a:lvl2pPr algn="l">
              <a:defRPr sz="1463" b="0">
                <a:solidFill>
                  <a:srgbClr val="555555"/>
                </a:solidFill>
                <a:latin typeface="微软雅黑"/>
                <a:ea typeface="微软雅黑"/>
                <a:cs typeface="微软雅黑"/>
              </a:defRPr>
            </a:lvl2pPr>
            <a:lvl3pPr algn="l">
              <a:defRPr sz="1463" b="0">
                <a:solidFill>
                  <a:srgbClr val="555555"/>
                </a:solidFill>
                <a:latin typeface="微软雅黑"/>
                <a:ea typeface="微软雅黑"/>
                <a:cs typeface="微软雅黑"/>
              </a:defRPr>
            </a:lvl3pPr>
            <a:lvl4pPr algn="l">
              <a:defRPr sz="1463" b="0">
                <a:solidFill>
                  <a:srgbClr val="555555"/>
                </a:solidFill>
                <a:latin typeface="微软雅黑"/>
                <a:ea typeface="微软雅黑"/>
                <a:cs typeface="微软雅黑"/>
              </a:defRPr>
            </a:lvl4pPr>
            <a:lvl5pPr algn="l">
              <a:defRPr sz="1463" b="0">
                <a:solidFill>
                  <a:srgbClr val="555555"/>
                </a:solidFill>
                <a:latin typeface="微软雅黑"/>
                <a:ea typeface="微软雅黑"/>
                <a:cs typeface="微软雅黑"/>
              </a:defRPr>
            </a:lvl5pPr>
            <a:lvl6pPr algn="l">
              <a:defRPr sz="1463" b="0">
                <a:solidFill>
                  <a:srgbClr val="555555"/>
                </a:solidFill>
                <a:latin typeface="微软雅黑"/>
                <a:ea typeface="微软雅黑"/>
                <a:cs typeface="微软雅黑"/>
              </a:defRPr>
            </a:lvl6pPr>
            <a:lvl7pPr algn="l">
              <a:defRPr sz="1463" b="0">
                <a:solidFill>
                  <a:srgbClr val="555555"/>
                </a:solidFill>
                <a:latin typeface="微软雅黑"/>
                <a:ea typeface="微软雅黑"/>
                <a:cs typeface="微软雅黑"/>
              </a:defRPr>
            </a:lvl7pPr>
            <a:lvl8pPr algn="l">
              <a:defRPr sz="1463" b="0">
                <a:solidFill>
                  <a:srgbClr val="555555"/>
                </a:solidFill>
                <a:latin typeface="微软雅黑"/>
                <a:ea typeface="微软雅黑"/>
                <a:cs typeface="微软雅黑"/>
              </a:defRPr>
            </a:lvl8pPr>
            <a:lvl9pPr algn="l">
              <a:defRPr sz="1463" b="0">
                <a:solidFill>
                  <a:srgbClr val="555555"/>
                </a:solidFill>
                <a:latin typeface="微软雅黑"/>
                <a:ea typeface="微软雅黑"/>
                <a:cs typeface="微软雅黑"/>
              </a:defRPr>
            </a:lvl9pPr>
          </a:lstStyle>
          <a:p>
            <a:pPr algn="l">
              <a:lnSpc>
                <a:spcPct val="108000"/>
              </a:lnSpc>
              <a:buNone/>
              <a:defRPr sz="1463" b="0">
                <a:solidFill>
                  <a:srgbClr val="555555"/>
                </a:solidFill>
                <a:latin typeface="微软雅黑"/>
                <a:ea typeface="微软雅黑"/>
                <a:cs typeface="微软雅黑"/>
              </a:defRPr>
            </a:pPr>
            <a:r>
              <a:rPr sz="1463" b="0" dirty="0" err="1">
                <a:solidFill>
                  <a:srgbClr val="555555"/>
                </a:solidFill>
                <a:latin typeface="微软雅黑"/>
                <a:ea typeface="微软雅黑"/>
                <a:cs typeface="微软雅黑"/>
              </a:rPr>
              <a:t>条件不明或明显超限</a:t>
            </a:r>
            <a:r>
              <a:rPr sz="1463" b="0" dirty="0">
                <a:solidFill>
                  <a:srgbClr val="555555"/>
                </a:solidFill>
                <a:latin typeface="微软雅黑"/>
                <a:ea typeface="微软雅黑"/>
                <a:cs typeface="微软雅黑"/>
              </a:rPr>
              <a:t>，</a:t>
            </a:r>
          </a:p>
          <a:p>
            <a:pPr algn="l">
              <a:lnSpc>
                <a:spcPct val="108000"/>
              </a:lnSpc>
              <a:buNone/>
              <a:defRPr sz="1463" b="0">
                <a:solidFill>
                  <a:srgbClr val="555555"/>
                </a:solidFill>
                <a:latin typeface="微软雅黑"/>
                <a:ea typeface="微软雅黑"/>
                <a:cs typeface="微软雅黑"/>
              </a:defRPr>
            </a:pPr>
            <a:r>
              <a:rPr sz="1463" b="0" dirty="0" err="1">
                <a:solidFill>
                  <a:srgbClr val="555555"/>
                </a:solidFill>
                <a:latin typeface="微软雅黑"/>
                <a:ea typeface="微软雅黑"/>
                <a:cs typeface="微软雅黑"/>
              </a:rPr>
              <a:t>不要冒险食用</a:t>
            </a:r>
            <a:endParaRPr sz="1463" b="0" dirty="0">
              <a:solidFill>
                <a:srgbClr val="555555"/>
              </a:solidFill>
              <a:latin typeface="微软雅黑"/>
              <a:ea typeface="微软雅黑"/>
              <a:cs typeface="微软雅黑"/>
            </a:endParaRPr>
          </a:p>
        </p:txBody>
      </p:sp>
      <p:sp>
        <p:nvSpPr>
          <p:cNvPr id="915" name="safety_core_3">
            <a:extLst>
              <a:ext uri="{FF2B5EF4-FFF2-40B4-BE49-F238E27FC236}">
                <a16:creationId xmlns:a16="http://schemas.microsoft.com/office/drawing/2014/main" id="{3737E1DE-208A-44A0-9EC1-E2C366EB57C3}"/>
              </a:ext>
            </a:extLst>
          </p:cNvPr>
          <p:cNvSpPr>
            <a:spLocks noGrp="1"/>
          </p:cNvSpPr>
          <p:nvPr/>
        </p:nvSpPr>
        <p:spPr>
          <a:xfrm>
            <a:off x="9201150" y="3679983"/>
            <a:ext cx="2176096" cy="884238"/>
          </a:xfrm>
          <a:prstGeom prst="rect">
            <a:avLst/>
          </a:prstGeom>
          <a:noFill/>
          <a:ln w="0">
            <a:noFill/>
          </a:ln>
        </p:spPr>
        <p:txBody>
          <a:bodyPr wrap="square" lIns="0" tIns="0" rIns="0" bIns="0" anchor="t">
            <a:noAutofit/>
          </a:bodyPr>
          <a:lstStyle>
            <a:defPPr algn="l">
              <a:defRPr sz="1650" b="1">
                <a:solidFill>
                  <a:srgbClr val="404040"/>
                </a:solidFill>
                <a:latin typeface="微软雅黑"/>
                <a:ea typeface="微软雅黑"/>
                <a:cs typeface="微软雅黑"/>
              </a:defRPr>
            </a:defPPr>
            <a:lvl1pPr algn="l">
              <a:defRPr sz="1650" b="1">
                <a:solidFill>
                  <a:srgbClr val="404040"/>
                </a:solidFill>
                <a:latin typeface="微软雅黑"/>
                <a:ea typeface="微软雅黑"/>
                <a:cs typeface="微软雅黑"/>
              </a:defRPr>
            </a:lvl1pPr>
            <a:lvl2pPr algn="l">
              <a:defRPr sz="1650" b="1">
                <a:solidFill>
                  <a:srgbClr val="404040"/>
                </a:solidFill>
                <a:latin typeface="微软雅黑"/>
                <a:ea typeface="微软雅黑"/>
                <a:cs typeface="微软雅黑"/>
              </a:defRPr>
            </a:lvl2pPr>
            <a:lvl3pPr algn="l">
              <a:defRPr sz="1650" b="1">
                <a:solidFill>
                  <a:srgbClr val="404040"/>
                </a:solidFill>
                <a:latin typeface="微软雅黑"/>
                <a:ea typeface="微软雅黑"/>
                <a:cs typeface="微软雅黑"/>
              </a:defRPr>
            </a:lvl3pPr>
            <a:lvl4pPr algn="l">
              <a:defRPr sz="1650" b="1">
                <a:solidFill>
                  <a:srgbClr val="404040"/>
                </a:solidFill>
                <a:latin typeface="微软雅黑"/>
                <a:ea typeface="微软雅黑"/>
                <a:cs typeface="微软雅黑"/>
              </a:defRPr>
            </a:lvl4pPr>
            <a:lvl5pPr algn="l">
              <a:defRPr sz="1650" b="1">
                <a:solidFill>
                  <a:srgbClr val="404040"/>
                </a:solidFill>
                <a:latin typeface="微软雅黑"/>
                <a:ea typeface="微软雅黑"/>
                <a:cs typeface="微软雅黑"/>
              </a:defRPr>
            </a:lvl5pPr>
            <a:lvl6pPr algn="l">
              <a:defRPr sz="1650" b="1">
                <a:solidFill>
                  <a:srgbClr val="404040"/>
                </a:solidFill>
                <a:latin typeface="微软雅黑"/>
                <a:ea typeface="微软雅黑"/>
                <a:cs typeface="微软雅黑"/>
              </a:defRPr>
            </a:lvl6pPr>
            <a:lvl7pPr algn="l">
              <a:defRPr sz="1650" b="1">
                <a:solidFill>
                  <a:srgbClr val="404040"/>
                </a:solidFill>
                <a:latin typeface="微软雅黑"/>
                <a:ea typeface="微软雅黑"/>
                <a:cs typeface="微软雅黑"/>
              </a:defRPr>
            </a:lvl7pPr>
            <a:lvl8pPr algn="l">
              <a:defRPr sz="1650" b="1">
                <a:solidFill>
                  <a:srgbClr val="404040"/>
                </a:solidFill>
                <a:latin typeface="微软雅黑"/>
                <a:ea typeface="微软雅黑"/>
                <a:cs typeface="微软雅黑"/>
              </a:defRPr>
            </a:lvl8pPr>
            <a:lvl9pPr algn="l">
              <a:defRPr sz="1650" b="1">
                <a:solidFill>
                  <a:srgbClr val="404040"/>
                </a:solidFill>
                <a:latin typeface="微软雅黑"/>
                <a:ea typeface="微软雅黑"/>
                <a:cs typeface="微软雅黑"/>
              </a:defRPr>
            </a:lvl9pPr>
          </a:lstStyle>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保存妥当的剩菜</a:t>
            </a:r>
            <a:endParaRPr sz="1650" b="1" dirty="0">
              <a:solidFill>
                <a:srgbClr val="404040"/>
              </a:solidFill>
              <a:latin typeface="微软雅黑"/>
              <a:ea typeface="微软雅黑"/>
              <a:cs typeface="微软雅黑"/>
            </a:endParaRPr>
          </a:p>
          <a:p>
            <a:pPr algn="l">
              <a:lnSpc>
                <a:spcPct val="108000"/>
              </a:lnSpc>
              <a:buNone/>
              <a:defRPr sz="1650" b="1">
                <a:solidFill>
                  <a:srgbClr val="404040"/>
                </a:solidFill>
                <a:latin typeface="微软雅黑"/>
                <a:ea typeface="微软雅黑"/>
                <a:cs typeface="微软雅黑"/>
              </a:defRPr>
            </a:pPr>
            <a:r>
              <a:rPr sz="1650" b="1" dirty="0" err="1">
                <a:solidFill>
                  <a:srgbClr val="404040"/>
                </a:solidFill>
                <a:latin typeface="微软雅黑"/>
                <a:ea typeface="微软雅黑"/>
                <a:cs typeface="微软雅黑"/>
              </a:rPr>
              <a:t>应充分复热，中心达</a:t>
            </a:r>
            <a:endParaRPr sz="1650" b="1" dirty="0">
              <a:solidFill>
                <a:srgbClr val="404040"/>
              </a:solidFill>
              <a:latin typeface="微软雅黑"/>
              <a:ea typeface="微软雅黑"/>
              <a:cs typeface="微软雅黑"/>
            </a:endParaRPr>
          </a:p>
          <a:p>
            <a:pPr algn="l">
              <a:lnSpc>
                <a:spcPct val="108000"/>
              </a:lnSpc>
              <a:buNone/>
              <a:defRPr sz="1650" b="1">
                <a:solidFill>
                  <a:srgbClr val="404040"/>
                </a:solidFill>
                <a:latin typeface="微软雅黑"/>
                <a:ea typeface="微软雅黑"/>
                <a:cs typeface="微软雅黑"/>
              </a:defRPr>
            </a:pPr>
            <a:r>
              <a:rPr sz="1650" b="1" dirty="0">
                <a:solidFill>
                  <a:srgbClr val="404040"/>
                </a:solidFill>
                <a:latin typeface="微软雅黑"/>
                <a:ea typeface="微软雅黑"/>
                <a:cs typeface="微软雅黑"/>
              </a:rPr>
              <a:t>74℃（165℉）</a:t>
            </a:r>
          </a:p>
        </p:txBody>
      </p:sp>
      <p:sp>
        <p:nvSpPr>
          <p:cNvPr id="916" name="safety_explain_3">
            <a:extLst>
              <a:ext uri="{FF2B5EF4-FFF2-40B4-BE49-F238E27FC236}">
                <a16:creationId xmlns:a16="http://schemas.microsoft.com/office/drawing/2014/main" id="{51E8AEF4-C70B-45D3-82B2-97C801772BAD}"/>
              </a:ext>
            </a:extLst>
          </p:cNvPr>
          <p:cNvSpPr>
            <a:spLocks noGrp="1"/>
          </p:cNvSpPr>
          <p:nvPr/>
        </p:nvSpPr>
        <p:spPr>
          <a:xfrm>
            <a:off x="9201150" y="4821237"/>
            <a:ext cx="2419350" cy="571500"/>
          </a:xfrm>
          <a:prstGeom prst="rect">
            <a:avLst/>
          </a:prstGeom>
          <a:noFill/>
          <a:ln w="0">
            <a:noFill/>
          </a:ln>
        </p:spPr>
        <p:txBody>
          <a:bodyPr wrap="square" lIns="0" tIns="0" rIns="0" bIns="0" anchor="t">
            <a:noAutofit/>
          </a:bodyPr>
          <a:lstStyle>
            <a:defPPr algn="l">
              <a:defRPr sz="1463" b="0">
                <a:solidFill>
                  <a:srgbClr val="555555"/>
                </a:solidFill>
                <a:latin typeface="微软雅黑"/>
                <a:ea typeface="微软雅黑"/>
                <a:cs typeface="微软雅黑"/>
              </a:defRPr>
            </a:defPPr>
            <a:lvl1pPr algn="l">
              <a:defRPr sz="1463" b="0">
                <a:solidFill>
                  <a:srgbClr val="555555"/>
                </a:solidFill>
                <a:latin typeface="微软雅黑"/>
                <a:ea typeface="微软雅黑"/>
                <a:cs typeface="微软雅黑"/>
              </a:defRPr>
            </a:lvl1pPr>
            <a:lvl2pPr algn="l">
              <a:defRPr sz="1463" b="0">
                <a:solidFill>
                  <a:srgbClr val="555555"/>
                </a:solidFill>
                <a:latin typeface="微软雅黑"/>
                <a:ea typeface="微软雅黑"/>
                <a:cs typeface="微软雅黑"/>
              </a:defRPr>
            </a:lvl2pPr>
            <a:lvl3pPr algn="l">
              <a:defRPr sz="1463" b="0">
                <a:solidFill>
                  <a:srgbClr val="555555"/>
                </a:solidFill>
                <a:latin typeface="微软雅黑"/>
                <a:ea typeface="微软雅黑"/>
                <a:cs typeface="微软雅黑"/>
              </a:defRPr>
            </a:lvl3pPr>
            <a:lvl4pPr algn="l">
              <a:defRPr sz="1463" b="0">
                <a:solidFill>
                  <a:srgbClr val="555555"/>
                </a:solidFill>
                <a:latin typeface="微软雅黑"/>
                <a:ea typeface="微软雅黑"/>
                <a:cs typeface="微软雅黑"/>
              </a:defRPr>
            </a:lvl4pPr>
            <a:lvl5pPr algn="l">
              <a:defRPr sz="1463" b="0">
                <a:solidFill>
                  <a:srgbClr val="555555"/>
                </a:solidFill>
                <a:latin typeface="微软雅黑"/>
                <a:ea typeface="微软雅黑"/>
                <a:cs typeface="微软雅黑"/>
              </a:defRPr>
            </a:lvl5pPr>
            <a:lvl6pPr algn="l">
              <a:defRPr sz="1463" b="0">
                <a:solidFill>
                  <a:srgbClr val="555555"/>
                </a:solidFill>
                <a:latin typeface="微软雅黑"/>
                <a:ea typeface="微软雅黑"/>
                <a:cs typeface="微软雅黑"/>
              </a:defRPr>
            </a:lvl6pPr>
            <a:lvl7pPr algn="l">
              <a:defRPr sz="1463" b="0">
                <a:solidFill>
                  <a:srgbClr val="555555"/>
                </a:solidFill>
                <a:latin typeface="微软雅黑"/>
                <a:ea typeface="微软雅黑"/>
                <a:cs typeface="微软雅黑"/>
              </a:defRPr>
            </a:lvl7pPr>
            <a:lvl8pPr algn="l">
              <a:defRPr sz="1463" b="0">
                <a:solidFill>
                  <a:srgbClr val="555555"/>
                </a:solidFill>
                <a:latin typeface="微软雅黑"/>
                <a:ea typeface="微软雅黑"/>
                <a:cs typeface="微软雅黑"/>
              </a:defRPr>
            </a:lvl8pPr>
            <a:lvl9pPr algn="l">
              <a:defRPr sz="1463" b="0">
                <a:solidFill>
                  <a:srgbClr val="555555"/>
                </a:solidFill>
                <a:latin typeface="微软雅黑"/>
                <a:ea typeface="微软雅黑"/>
                <a:cs typeface="微软雅黑"/>
              </a:defRPr>
            </a:lvl9pPr>
          </a:lstStyle>
          <a:p>
            <a:pPr algn="l">
              <a:lnSpc>
                <a:spcPct val="108000"/>
              </a:lnSpc>
              <a:buNone/>
              <a:defRPr sz="1463" b="0">
                <a:solidFill>
                  <a:srgbClr val="555555"/>
                </a:solidFill>
                <a:latin typeface="微软雅黑"/>
                <a:ea typeface="微软雅黑"/>
                <a:cs typeface="微软雅黑"/>
              </a:defRPr>
            </a:pPr>
            <a:r>
              <a:rPr sz="1463" b="0" dirty="0" err="1">
                <a:solidFill>
                  <a:srgbClr val="555555"/>
                </a:solidFill>
                <a:latin typeface="微软雅黑"/>
                <a:ea typeface="微软雅黑"/>
                <a:cs typeface="微软雅黑"/>
              </a:rPr>
              <a:t>某些已形成的耐热毒素</a:t>
            </a:r>
            <a:endParaRPr sz="1463" b="0" dirty="0">
              <a:solidFill>
                <a:srgbClr val="555555"/>
              </a:solidFill>
              <a:latin typeface="微软雅黑"/>
              <a:ea typeface="微软雅黑"/>
              <a:cs typeface="微软雅黑"/>
            </a:endParaRPr>
          </a:p>
          <a:p>
            <a:pPr algn="l">
              <a:lnSpc>
                <a:spcPct val="108000"/>
              </a:lnSpc>
              <a:buNone/>
              <a:defRPr sz="1463" b="0">
                <a:solidFill>
                  <a:srgbClr val="555555"/>
                </a:solidFill>
                <a:latin typeface="微软雅黑"/>
                <a:ea typeface="微软雅黑"/>
                <a:cs typeface="微软雅黑"/>
              </a:defRPr>
            </a:pPr>
            <a:r>
              <a:rPr sz="1463" b="0" dirty="0" err="1">
                <a:solidFill>
                  <a:srgbClr val="555555"/>
                </a:solidFill>
                <a:latin typeface="微软雅黑"/>
                <a:ea typeface="微软雅黑"/>
                <a:cs typeface="微软雅黑"/>
              </a:rPr>
              <a:t>仍可能残留，必要时丢弃</a:t>
            </a:r>
            <a:endParaRPr sz="1463" b="0" dirty="0">
              <a:solidFill>
                <a:srgbClr val="555555"/>
              </a:solidFill>
              <a:latin typeface="微软雅黑"/>
              <a:ea typeface="微软雅黑"/>
              <a:cs typeface="微软雅黑"/>
            </a:endParaRPr>
          </a:p>
        </p:txBody>
      </p:sp>
      <p:sp>
        <p:nvSpPr>
          <p:cNvPr id="918" name="safety_closing">
            <a:extLst>
              <a:ext uri="{FF2B5EF4-FFF2-40B4-BE49-F238E27FC236}">
                <a16:creationId xmlns:a16="http://schemas.microsoft.com/office/drawing/2014/main" id="{353C5F1A-78F4-453F-9B02-A67DB1361DCD}"/>
              </a:ext>
            </a:extLst>
          </p:cNvPr>
          <p:cNvSpPr>
            <a:spLocks noGrp="1"/>
          </p:cNvSpPr>
          <p:nvPr/>
        </p:nvSpPr>
        <p:spPr>
          <a:xfrm>
            <a:off x="666750" y="5547042"/>
            <a:ext cx="10858500" cy="295275"/>
          </a:xfrm>
          <a:prstGeom prst="rect">
            <a:avLst/>
          </a:prstGeom>
          <a:noFill/>
          <a:ln w="0">
            <a:noFill/>
          </a:ln>
        </p:spPr>
        <p:txBody>
          <a:bodyPr wrap="square" lIns="0" tIns="0" rIns="0" bIns="0" anchor="t">
            <a:noAutofit/>
          </a:bodyPr>
          <a:lstStyle>
            <a:defPPr algn="l">
              <a:defRPr sz="1613" b="1">
                <a:solidFill>
                  <a:srgbClr val="A23838"/>
                </a:solidFill>
                <a:latin typeface="微软雅黑"/>
                <a:ea typeface="微软雅黑"/>
                <a:cs typeface="微软雅黑"/>
              </a:defRPr>
            </a:defPPr>
            <a:lvl1pPr algn="l">
              <a:defRPr sz="1613" b="1">
                <a:solidFill>
                  <a:srgbClr val="A23838"/>
                </a:solidFill>
                <a:latin typeface="微软雅黑"/>
                <a:ea typeface="微软雅黑"/>
                <a:cs typeface="微软雅黑"/>
              </a:defRPr>
            </a:lvl1pPr>
            <a:lvl2pPr algn="l">
              <a:defRPr sz="1613" b="1">
                <a:solidFill>
                  <a:srgbClr val="A23838"/>
                </a:solidFill>
                <a:latin typeface="微软雅黑"/>
                <a:ea typeface="微软雅黑"/>
                <a:cs typeface="微软雅黑"/>
              </a:defRPr>
            </a:lvl2pPr>
            <a:lvl3pPr algn="l">
              <a:defRPr sz="1613" b="1">
                <a:solidFill>
                  <a:srgbClr val="A23838"/>
                </a:solidFill>
                <a:latin typeface="微软雅黑"/>
                <a:ea typeface="微软雅黑"/>
                <a:cs typeface="微软雅黑"/>
              </a:defRPr>
            </a:lvl3pPr>
            <a:lvl4pPr algn="l">
              <a:defRPr sz="1613" b="1">
                <a:solidFill>
                  <a:srgbClr val="A23838"/>
                </a:solidFill>
                <a:latin typeface="微软雅黑"/>
                <a:ea typeface="微软雅黑"/>
                <a:cs typeface="微软雅黑"/>
              </a:defRPr>
            </a:lvl4pPr>
            <a:lvl5pPr algn="l">
              <a:defRPr sz="1613" b="1">
                <a:solidFill>
                  <a:srgbClr val="A23838"/>
                </a:solidFill>
                <a:latin typeface="微软雅黑"/>
                <a:ea typeface="微软雅黑"/>
                <a:cs typeface="微软雅黑"/>
              </a:defRPr>
            </a:lvl5pPr>
            <a:lvl6pPr algn="l">
              <a:defRPr sz="1613" b="1">
                <a:solidFill>
                  <a:srgbClr val="A23838"/>
                </a:solidFill>
                <a:latin typeface="微软雅黑"/>
                <a:ea typeface="微软雅黑"/>
                <a:cs typeface="微软雅黑"/>
              </a:defRPr>
            </a:lvl6pPr>
            <a:lvl7pPr algn="l">
              <a:defRPr sz="1613" b="1">
                <a:solidFill>
                  <a:srgbClr val="A23838"/>
                </a:solidFill>
                <a:latin typeface="微软雅黑"/>
                <a:ea typeface="微软雅黑"/>
                <a:cs typeface="微软雅黑"/>
              </a:defRPr>
            </a:lvl7pPr>
            <a:lvl8pPr algn="l">
              <a:defRPr sz="1613" b="1">
                <a:solidFill>
                  <a:srgbClr val="A23838"/>
                </a:solidFill>
                <a:latin typeface="微软雅黑"/>
                <a:ea typeface="微软雅黑"/>
                <a:cs typeface="微软雅黑"/>
              </a:defRPr>
            </a:lvl8pPr>
            <a:lvl9pPr algn="l">
              <a:defRPr sz="1613" b="1">
                <a:solidFill>
                  <a:srgbClr val="A23838"/>
                </a:solidFill>
                <a:latin typeface="微软雅黑"/>
                <a:ea typeface="微软雅黑"/>
                <a:cs typeface="微软雅黑"/>
              </a:defRPr>
            </a:lvl9pPr>
          </a:lstStyle>
          <a:p>
            <a:pPr algn="l">
              <a:lnSpc>
                <a:spcPct val="108000"/>
              </a:lnSpc>
              <a:buNone/>
              <a:defRPr sz="1613" b="1">
                <a:solidFill>
                  <a:srgbClr val="A23838"/>
                </a:solidFill>
                <a:latin typeface="微软雅黑"/>
                <a:ea typeface="微软雅黑"/>
                <a:cs typeface="微软雅黑"/>
              </a:defRPr>
            </a:pPr>
            <a:r>
              <a:rPr sz="1613" b="1" dirty="0" err="1">
                <a:solidFill>
                  <a:srgbClr val="A23838"/>
                </a:solidFill>
                <a:latin typeface="微软雅黑"/>
                <a:ea typeface="微软雅黑"/>
                <a:cs typeface="微软雅黑"/>
              </a:rPr>
              <a:t>科学保存、及时冷藏、合理复热；保存不当，不能只靠再加热补救</a:t>
            </a:r>
            <a:endParaRPr sz="1613" b="1" dirty="0">
              <a:solidFill>
                <a:srgbClr val="A23838"/>
              </a:solidFill>
              <a:latin typeface="微软雅黑"/>
              <a:ea typeface="微软雅黑"/>
              <a:cs typeface="微软雅黑"/>
            </a:endParaRPr>
          </a:p>
        </p:txBody>
      </p:sp>
      <p:sp>
        <p:nvSpPr>
          <p:cNvPr id="53" name="safety_reference_W">
            <a:extLst>
              <a:ext uri="{FF2B5EF4-FFF2-40B4-BE49-F238E27FC236}">
                <a16:creationId xmlns:a16="http://schemas.microsoft.com/office/drawing/2014/main" id="{E8DC0298-2F6A-4B00-A121-C860B35F0A26}"/>
              </a:ext>
            </a:extLst>
          </p:cNvPr>
          <p:cNvSpPr>
            <a:spLocks noGrp="1"/>
          </p:cNvSpPr>
          <p:nvPr/>
        </p:nvSpPr>
        <p:spPr>
          <a:xfrm>
            <a:off x="666750" y="5919470"/>
            <a:ext cx="10858500" cy="209550"/>
          </a:xfrm>
          <a:prstGeom prst="rect">
            <a:avLst/>
          </a:prstGeom>
          <a:noFill/>
          <a:ln w="0">
            <a:noFill/>
          </a:ln>
        </p:spPr>
        <p:txBody>
          <a:bodyPr wrap="square" lIns="0" tIns="0" rIns="0" bIns="0" anchor="t">
            <a:noAutofit/>
          </a:bodyPr>
          <a:lstStyle>
            <a:defPPr algn="l">
              <a:defRPr sz="1088" b="0">
                <a:solidFill>
                  <a:srgbClr val="756A60"/>
                </a:solidFill>
                <a:latin typeface="Arial"/>
                <a:ea typeface="Arial"/>
                <a:cs typeface="Arial"/>
              </a:defRPr>
            </a:defPPr>
            <a:lvl1pPr algn="l">
              <a:defRPr sz="1088" b="0">
                <a:solidFill>
                  <a:srgbClr val="756A60"/>
                </a:solidFill>
                <a:latin typeface="Arial"/>
                <a:ea typeface="Arial"/>
                <a:cs typeface="Arial"/>
              </a:defRPr>
            </a:lvl1pPr>
            <a:lvl2pPr algn="l">
              <a:defRPr sz="1088" b="0">
                <a:solidFill>
                  <a:srgbClr val="756A60"/>
                </a:solidFill>
                <a:latin typeface="Arial"/>
                <a:ea typeface="Arial"/>
                <a:cs typeface="Arial"/>
              </a:defRPr>
            </a:lvl2pPr>
            <a:lvl3pPr algn="l">
              <a:defRPr sz="1088" b="0">
                <a:solidFill>
                  <a:srgbClr val="756A60"/>
                </a:solidFill>
                <a:latin typeface="Arial"/>
                <a:ea typeface="Arial"/>
                <a:cs typeface="Arial"/>
              </a:defRPr>
            </a:lvl3pPr>
            <a:lvl4pPr algn="l">
              <a:defRPr sz="1088" b="0">
                <a:solidFill>
                  <a:srgbClr val="756A60"/>
                </a:solidFill>
                <a:latin typeface="Arial"/>
                <a:ea typeface="Arial"/>
                <a:cs typeface="Arial"/>
              </a:defRPr>
            </a:lvl4pPr>
            <a:lvl5pPr algn="l">
              <a:defRPr sz="1088" b="0">
                <a:solidFill>
                  <a:srgbClr val="756A60"/>
                </a:solidFill>
                <a:latin typeface="Arial"/>
                <a:ea typeface="Arial"/>
                <a:cs typeface="Arial"/>
              </a:defRPr>
            </a:lvl5pPr>
            <a:lvl6pPr algn="l">
              <a:defRPr sz="1088" b="0">
                <a:solidFill>
                  <a:srgbClr val="756A60"/>
                </a:solidFill>
                <a:latin typeface="Arial"/>
                <a:ea typeface="Arial"/>
                <a:cs typeface="Arial"/>
              </a:defRPr>
            </a:lvl6pPr>
            <a:lvl7pPr algn="l">
              <a:defRPr sz="1088" b="0">
                <a:solidFill>
                  <a:srgbClr val="756A60"/>
                </a:solidFill>
                <a:latin typeface="Arial"/>
                <a:ea typeface="Arial"/>
                <a:cs typeface="Arial"/>
              </a:defRPr>
            </a:lvl7pPr>
            <a:lvl8pPr algn="l">
              <a:defRPr sz="1088" b="0">
                <a:solidFill>
                  <a:srgbClr val="756A60"/>
                </a:solidFill>
                <a:latin typeface="Arial"/>
                <a:ea typeface="Arial"/>
                <a:cs typeface="Arial"/>
              </a:defRPr>
            </a:lvl8pPr>
            <a:lvl9pPr algn="l">
              <a:defRPr sz="1088" b="0">
                <a:solidFill>
                  <a:srgbClr val="756A60"/>
                </a:solidFill>
                <a:latin typeface="Arial"/>
                <a:ea typeface="Arial"/>
                <a:cs typeface="Arial"/>
              </a:defRPr>
            </a:lvl9pPr>
          </a:lstStyle>
          <a:p>
            <a:pPr algn="l">
              <a:lnSpc>
                <a:spcPct val="108000"/>
              </a:lnSpc>
              <a:buNone/>
              <a:defRPr sz="1088" b="0">
                <a:solidFill>
                  <a:srgbClr val="756A60"/>
                </a:solidFill>
                <a:latin typeface="Arial"/>
                <a:ea typeface="Arial"/>
                <a:cs typeface="Arial"/>
              </a:defRPr>
            </a:pPr>
            <a:r>
              <a:rPr sz="1088" b="0" u="none" dirty="0">
                <a:solidFill>
                  <a:srgbClr val="756A60"/>
                </a:solidFill>
                <a:latin typeface="Arial"/>
                <a:ea typeface="Arial"/>
                <a:cs typeface="Arial"/>
              </a:rPr>
              <a:t>WHO. Five keys to safer food manual (2006). https://www.who.int/publications/i/item/9789241594639</a:t>
            </a:r>
          </a:p>
        </p:txBody>
      </p:sp>
      <p:sp>
        <p:nvSpPr>
          <p:cNvPr id="54" name="safety_reference_C">
            <a:extLst>
              <a:ext uri="{FF2B5EF4-FFF2-40B4-BE49-F238E27FC236}">
                <a16:creationId xmlns:a16="http://schemas.microsoft.com/office/drawing/2014/main" id="{7C223A58-B290-4C37-B32E-E558C569BD55}"/>
              </a:ext>
            </a:extLst>
          </p:cNvPr>
          <p:cNvSpPr>
            <a:spLocks noGrp="1"/>
          </p:cNvSpPr>
          <p:nvPr/>
        </p:nvSpPr>
        <p:spPr>
          <a:xfrm>
            <a:off x="666750" y="6119495"/>
            <a:ext cx="10858500" cy="209550"/>
          </a:xfrm>
          <a:prstGeom prst="rect">
            <a:avLst/>
          </a:prstGeom>
          <a:noFill/>
          <a:ln w="0">
            <a:noFill/>
          </a:ln>
        </p:spPr>
        <p:txBody>
          <a:bodyPr wrap="square" lIns="0" tIns="0" rIns="0" bIns="0" anchor="t">
            <a:noAutofit/>
          </a:bodyPr>
          <a:lstStyle>
            <a:defPPr algn="l">
              <a:defRPr sz="1088" b="0">
                <a:solidFill>
                  <a:srgbClr val="756A60"/>
                </a:solidFill>
                <a:latin typeface="Arial"/>
                <a:ea typeface="Arial"/>
                <a:cs typeface="Arial"/>
              </a:defRPr>
            </a:defPPr>
            <a:lvl1pPr algn="l">
              <a:defRPr sz="1088" b="0">
                <a:solidFill>
                  <a:srgbClr val="756A60"/>
                </a:solidFill>
                <a:latin typeface="Arial"/>
                <a:ea typeface="Arial"/>
                <a:cs typeface="Arial"/>
              </a:defRPr>
            </a:lvl1pPr>
            <a:lvl2pPr algn="l">
              <a:defRPr sz="1088" b="0">
                <a:solidFill>
                  <a:srgbClr val="756A60"/>
                </a:solidFill>
                <a:latin typeface="Arial"/>
                <a:ea typeface="Arial"/>
                <a:cs typeface="Arial"/>
              </a:defRPr>
            </a:lvl2pPr>
            <a:lvl3pPr algn="l">
              <a:defRPr sz="1088" b="0">
                <a:solidFill>
                  <a:srgbClr val="756A60"/>
                </a:solidFill>
                <a:latin typeface="Arial"/>
                <a:ea typeface="Arial"/>
                <a:cs typeface="Arial"/>
              </a:defRPr>
            </a:lvl3pPr>
            <a:lvl4pPr algn="l">
              <a:defRPr sz="1088" b="0">
                <a:solidFill>
                  <a:srgbClr val="756A60"/>
                </a:solidFill>
                <a:latin typeface="Arial"/>
                <a:ea typeface="Arial"/>
                <a:cs typeface="Arial"/>
              </a:defRPr>
            </a:lvl4pPr>
            <a:lvl5pPr algn="l">
              <a:defRPr sz="1088" b="0">
                <a:solidFill>
                  <a:srgbClr val="756A60"/>
                </a:solidFill>
                <a:latin typeface="Arial"/>
                <a:ea typeface="Arial"/>
                <a:cs typeface="Arial"/>
              </a:defRPr>
            </a:lvl5pPr>
            <a:lvl6pPr algn="l">
              <a:defRPr sz="1088" b="0">
                <a:solidFill>
                  <a:srgbClr val="756A60"/>
                </a:solidFill>
                <a:latin typeface="Arial"/>
                <a:ea typeface="Arial"/>
                <a:cs typeface="Arial"/>
              </a:defRPr>
            </a:lvl6pPr>
            <a:lvl7pPr algn="l">
              <a:defRPr sz="1088" b="0">
                <a:solidFill>
                  <a:srgbClr val="756A60"/>
                </a:solidFill>
                <a:latin typeface="Arial"/>
                <a:ea typeface="Arial"/>
                <a:cs typeface="Arial"/>
              </a:defRPr>
            </a:lvl7pPr>
            <a:lvl8pPr algn="l">
              <a:defRPr sz="1088" b="0">
                <a:solidFill>
                  <a:srgbClr val="756A60"/>
                </a:solidFill>
                <a:latin typeface="Arial"/>
                <a:ea typeface="Arial"/>
                <a:cs typeface="Arial"/>
              </a:defRPr>
            </a:lvl8pPr>
            <a:lvl9pPr algn="l">
              <a:defRPr sz="1088" b="0">
                <a:solidFill>
                  <a:srgbClr val="756A60"/>
                </a:solidFill>
                <a:latin typeface="Arial"/>
                <a:ea typeface="Arial"/>
                <a:cs typeface="Arial"/>
              </a:defRPr>
            </a:lvl9pPr>
          </a:lstStyle>
          <a:p>
            <a:pPr algn="l">
              <a:lnSpc>
                <a:spcPct val="108000"/>
              </a:lnSpc>
              <a:buNone/>
              <a:defRPr sz="1088" b="0">
                <a:solidFill>
                  <a:srgbClr val="756A60"/>
                </a:solidFill>
                <a:latin typeface="Arial"/>
                <a:ea typeface="Arial"/>
                <a:cs typeface="Arial"/>
              </a:defRPr>
            </a:pPr>
            <a:r>
              <a:rPr sz="1088" b="0" u="none" dirty="0">
                <a:solidFill>
                  <a:srgbClr val="756A60"/>
                </a:solidFill>
                <a:latin typeface="Arial"/>
                <a:ea typeface="Arial"/>
                <a:cs typeface="Arial"/>
              </a:rPr>
              <a:t>CDC. Preventing Food Poisoning. https://www.cdc.gov/food-safety/prevention/index.html</a:t>
            </a:r>
          </a:p>
        </p:txBody>
      </p:sp>
      <p:sp>
        <p:nvSpPr>
          <p:cNvPr id="55" name="safety_reference_S">
            <a:extLst>
              <a:ext uri="{FF2B5EF4-FFF2-40B4-BE49-F238E27FC236}">
                <a16:creationId xmlns:a16="http://schemas.microsoft.com/office/drawing/2014/main" id="{52D760F3-5350-446E-BCAE-685846E89C54}"/>
              </a:ext>
            </a:extLst>
          </p:cNvPr>
          <p:cNvSpPr>
            <a:spLocks noGrp="1"/>
          </p:cNvSpPr>
          <p:nvPr/>
        </p:nvSpPr>
        <p:spPr>
          <a:xfrm>
            <a:off x="666750" y="6319520"/>
            <a:ext cx="10858500" cy="209550"/>
          </a:xfrm>
          <a:prstGeom prst="rect">
            <a:avLst/>
          </a:prstGeom>
          <a:noFill/>
          <a:ln w="0">
            <a:noFill/>
          </a:ln>
        </p:spPr>
        <p:txBody>
          <a:bodyPr wrap="square" lIns="0" tIns="0" rIns="0" bIns="0" anchor="t">
            <a:noAutofit/>
          </a:bodyPr>
          <a:lstStyle>
            <a:defPPr algn="l">
              <a:defRPr sz="1088" b="0">
                <a:solidFill>
                  <a:srgbClr val="756A60"/>
                </a:solidFill>
                <a:latin typeface="Arial"/>
                <a:ea typeface="Arial"/>
                <a:cs typeface="Arial"/>
              </a:defRPr>
            </a:defPPr>
            <a:lvl1pPr algn="l">
              <a:defRPr sz="1088" b="0">
                <a:solidFill>
                  <a:srgbClr val="756A60"/>
                </a:solidFill>
                <a:latin typeface="Arial"/>
                <a:ea typeface="Arial"/>
                <a:cs typeface="Arial"/>
              </a:defRPr>
            </a:lvl1pPr>
            <a:lvl2pPr algn="l">
              <a:defRPr sz="1088" b="0">
                <a:solidFill>
                  <a:srgbClr val="756A60"/>
                </a:solidFill>
                <a:latin typeface="Arial"/>
                <a:ea typeface="Arial"/>
                <a:cs typeface="Arial"/>
              </a:defRPr>
            </a:lvl2pPr>
            <a:lvl3pPr algn="l">
              <a:defRPr sz="1088" b="0">
                <a:solidFill>
                  <a:srgbClr val="756A60"/>
                </a:solidFill>
                <a:latin typeface="Arial"/>
                <a:ea typeface="Arial"/>
                <a:cs typeface="Arial"/>
              </a:defRPr>
            </a:lvl3pPr>
            <a:lvl4pPr algn="l">
              <a:defRPr sz="1088" b="0">
                <a:solidFill>
                  <a:srgbClr val="756A60"/>
                </a:solidFill>
                <a:latin typeface="Arial"/>
                <a:ea typeface="Arial"/>
                <a:cs typeface="Arial"/>
              </a:defRPr>
            </a:lvl4pPr>
            <a:lvl5pPr algn="l">
              <a:defRPr sz="1088" b="0">
                <a:solidFill>
                  <a:srgbClr val="756A60"/>
                </a:solidFill>
                <a:latin typeface="Arial"/>
                <a:ea typeface="Arial"/>
                <a:cs typeface="Arial"/>
              </a:defRPr>
            </a:lvl5pPr>
            <a:lvl6pPr algn="l">
              <a:defRPr sz="1088" b="0">
                <a:solidFill>
                  <a:srgbClr val="756A60"/>
                </a:solidFill>
                <a:latin typeface="Arial"/>
                <a:ea typeface="Arial"/>
                <a:cs typeface="Arial"/>
              </a:defRPr>
            </a:lvl6pPr>
            <a:lvl7pPr algn="l">
              <a:defRPr sz="1088" b="0">
                <a:solidFill>
                  <a:srgbClr val="756A60"/>
                </a:solidFill>
                <a:latin typeface="Arial"/>
                <a:ea typeface="Arial"/>
                <a:cs typeface="Arial"/>
              </a:defRPr>
            </a:lvl7pPr>
            <a:lvl8pPr algn="l">
              <a:defRPr sz="1088" b="0">
                <a:solidFill>
                  <a:srgbClr val="756A60"/>
                </a:solidFill>
                <a:latin typeface="Arial"/>
                <a:ea typeface="Arial"/>
                <a:cs typeface="Arial"/>
              </a:defRPr>
            </a:lvl8pPr>
            <a:lvl9pPr algn="l">
              <a:defRPr sz="1088" b="0">
                <a:solidFill>
                  <a:srgbClr val="756A60"/>
                </a:solidFill>
                <a:latin typeface="Arial"/>
                <a:ea typeface="Arial"/>
                <a:cs typeface="Arial"/>
              </a:defRPr>
            </a:lvl9pPr>
          </a:lstStyle>
          <a:p>
            <a:pPr algn="l">
              <a:lnSpc>
                <a:spcPct val="108000"/>
              </a:lnSpc>
              <a:buNone/>
              <a:defRPr sz="1088" b="0">
                <a:solidFill>
                  <a:srgbClr val="756A60"/>
                </a:solidFill>
                <a:latin typeface="Arial"/>
                <a:ea typeface="Arial"/>
                <a:cs typeface="Arial"/>
              </a:defRPr>
            </a:pPr>
            <a:r>
              <a:rPr sz="1088" b="0" u="none" dirty="0">
                <a:solidFill>
                  <a:srgbClr val="756A60"/>
                </a:solidFill>
                <a:latin typeface="Arial"/>
                <a:ea typeface="Arial"/>
                <a:cs typeface="Arial"/>
              </a:rPr>
              <a:t>CDC. About Staph Food Poisoning. https://www.cdc.gov/staph-food-poisoning/about/</a:t>
            </a: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5" name="slot_15"/>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pic>
        <p:nvPicPr>
          <p:cNvPr id="2" name="picture_2" descr="picture_2"/>
          <p:cNvPicPr>
            <a:picLocks noChangeAspect="1"/>
          </p:cNvPicPr>
          <p:nvPr/>
        </p:nvPicPr>
        <p:blipFill>
          <a:blip r:embed="rId6"/>
          <a:stretch>
            <a:fillRect/>
          </a:stretch>
        </p:blipFill>
        <p:spPr>
          <a:xfrm flipH="1">
            <a:off x="7787005" y="3843020"/>
            <a:ext cx="4404995" cy="3014980"/>
          </a:xfrm>
          <a:prstGeom prst="rect">
            <a:avLst/>
          </a:prstGeom>
        </p:spPr>
      </p:pic>
      <p:sp>
        <p:nvSpPr>
          <p:cNvPr id="4" name="slot_4"/>
          <p:cNvSpPr>
            <a:spLocks noGrp="1"/>
          </p:cNvSpPr>
          <p:nvPr>
            <p:ph type="sldNum" sz="quarter" idx="12"/>
          </p:nvPr>
        </p:nvSpPr>
        <p:spPr/>
        <p:txBody>
          <a:bodyPr/>
          <a:lstStyle/>
          <a:p>
            <a:fld id="{565CE74E-AB26-4998-AD42-012C4C1AD076}" type="slidenum">
              <a:rPr lang="zh-CN" altLang="en-US" smtClean="0"/>
              <a:t>16</a:t>
            </a:fld>
            <a:endParaRPr lang="zh-CN" altLang="en-US"/>
          </a:p>
        </p:txBody>
      </p:sp>
      <p:sp>
        <p:nvSpPr>
          <p:cNvPr id="5" name="slot_5"/>
          <p:cNvSpPr/>
          <p:nvPr/>
        </p:nvSpPr>
        <p:spPr>
          <a:xfrm>
            <a:off x="0" y="3828654"/>
            <a:ext cx="12192000" cy="3029345"/>
          </a:xfrm>
          <a:prstGeom prst="rect">
            <a:avLst/>
          </a:prstGeom>
          <a:gradFill>
            <a:gsLst>
              <a:gs pos="71000">
                <a:srgbClr val="C4B798">
                  <a:alpha val="99000"/>
                </a:srgbClr>
              </a:gs>
              <a:gs pos="50000">
                <a:srgbClr val="A23838"/>
              </a:gs>
              <a:gs pos="100000">
                <a:srgbClr val="F1D5A4">
                  <a:alpha val="7000"/>
                </a:srgbClr>
              </a:gs>
            </a:gsLst>
            <a:lin ang="6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7" name="slot_97"/>
          <p:cNvSpPr txBox="1"/>
          <p:nvPr/>
        </p:nvSpPr>
        <p:spPr>
          <a:xfrm>
            <a:off x="400050" y="132398"/>
            <a:ext cx="8477250" cy="761048"/>
          </a:xfrm>
          <a:prstGeom prst="rect">
            <a:avLst/>
          </a:prstGeom>
        </p:spPr>
        <p:txBody>
          <a:bodyPr anchor="ctr">
            <a:normAutofit fontScale="95000"/>
          </a:bodyPr>
          <a:lstStyle>
            <a:lvl1pPr algn="l" defTabSz="914400" rtl="0" eaLnBrk="1" latinLnBrk="0" hangingPunct="1">
              <a:lnSpc>
                <a:spcPct val="90000"/>
              </a:lnSpc>
              <a:spcBef>
                <a:spcPct val="0"/>
              </a:spcBef>
              <a:buNone/>
              <a:defRPr sz="405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sz="4050"/>
            </a:pPr>
            <a:r>
              <a:rPr kumimoji="0" lang="zh-CN" altLang="en-US" sz="4050" b="1" i="0" u="none" strike="noStrike" cap="none" spc="0" normalizeH="0" baseline="0" dirty="0">
                <a:solidFill>
                  <a:schemeClr val="bg1"/>
                </a:solidFill>
                <a:latin typeface="Times New Roman" panose="02020603050405020304" charset="0"/>
                <a:ea typeface="方正盛世楷书简体_大" panose="02000000000000000000" charset="-122"/>
                <a:cs typeface="+mn-cs"/>
                <a:sym typeface="+mn-lt"/>
              </a:rPr>
              <a:t>传播策略</a:t>
            </a:r>
          </a:p>
        </p:txBody>
      </p:sp>
      <p:grpSp>
        <p:nvGrpSpPr>
          <p:cNvPr id="17" name="组合 16"/>
          <p:cNvGrpSpPr/>
          <p:nvPr/>
        </p:nvGrpSpPr>
        <p:grpSpPr>
          <a:xfrm>
            <a:off x="1705610" y="1526540"/>
            <a:ext cx="8794115" cy="4251325"/>
            <a:chOff x="2686" y="2404"/>
            <a:chExt cx="13849" cy="6695"/>
          </a:xfrm>
        </p:grpSpPr>
        <p:grpSp>
          <p:nvGrpSpPr>
            <p:cNvPr id="6" name="组合 5"/>
            <p:cNvGrpSpPr/>
            <p:nvPr/>
          </p:nvGrpSpPr>
          <p:grpSpPr>
            <a:xfrm>
              <a:off x="2686" y="2404"/>
              <a:ext cx="13849" cy="6695"/>
              <a:chOff x="1706205" y="1526751"/>
              <a:chExt cx="8794446" cy="4251260"/>
            </a:xfrm>
          </p:grpSpPr>
          <p:grpSp>
            <p:nvGrpSpPr>
              <p:cNvPr id="123" name="组 9"/>
              <p:cNvGrpSpPr/>
              <p:nvPr/>
            </p:nvGrpSpPr>
            <p:grpSpPr>
              <a:xfrm>
                <a:off x="4765788" y="1526751"/>
                <a:ext cx="2674924" cy="4251260"/>
                <a:chOff x="4758537" y="1531128"/>
                <a:chExt cx="2674924" cy="4251260"/>
              </a:xfrm>
            </p:grpSpPr>
            <p:sp>
              <p:nvSpPr>
                <p:cNvPr id="138" name="slot_138"/>
                <p:cNvSpPr/>
                <p:nvPr/>
              </p:nvSpPr>
              <p:spPr>
                <a:xfrm>
                  <a:off x="4758537" y="1693467"/>
                  <a:ext cx="2674924" cy="4088921"/>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9" name="slot_139"/>
                <p:cNvSpPr/>
                <p:nvPr/>
              </p:nvSpPr>
              <p:spPr>
                <a:xfrm>
                  <a:off x="4999503" y="4126424"/>
                  <a:ext cx="2192992" cy="129665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“昨晚是不是一直</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放在台子上？”</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不责备节俭习惯，</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引导回顾保存过程</a:t>
                  </a:r>
                </a:p>
              </p:txBody>
            </p:sp>
            <p:sp>
              <p:nvSpPr>
                <p:cNvPr id="140" name="slot_140"/>
                <p:cNvSpPr/>
                <p:nvPr/>
              </p:nvSpPr>
              <p:spPr>
                <a:xfrm>
                  <a:off x="5727870" y="1531128"/>
                  <a:ext cx="736258" cy="616687"/>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rgbClr val="F1D5A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spc="300" dirty="0">
                      <a:gradFill>
                        <a:gsLst>
                          <a:gs pos="49000">
                            <a:srgbClr val="A23838"/>
                          </a:gs>
                          <a:gs pos="100000">
                            <a:schemeClr val="bg1"/>
                          </a:gs>
                        </a:gsLst>
                        <a:lin ang="5400000" scaled="1"/>
                      </a:gradFill>
                      <a:latin typeface="Impact" panose="020B0806030902050204" pitchFamily="34" charset="0"/>
                      <a:sym typeface="+mn-ea"/>
                    </a:rPr>
                    <a:t>2</a:t>
                  </a:r>
                  <a:endParaRPr lang="en-US" altLang="zh-CN" sz="2800" spc="300" dirty="0">
                    <a:gradFill>
                      <a:gsLst>
                        <a:gs pos="49000">
                          <a:srgbClr val="A23838"/>
                        </a:gs>
                        <a:gs pos="100000">
                          <a:schemeClr val="bg1"/>
                        </a:gs>
                      </a:gsLst>
                      <a:lin ang="5400000" scaled="1"/>
                    </a:gradFill>
                    <a:latin typeface="Impact" panose="020B0806030902050204" pitchFamily="34" charset="0"/>
                    <a:ea typeface="微软雅黑" panose="020B0503020204020204" pitchFamily="34" charset="-122"/>
                    <a:sym typeface="+mn-ea"/>
                  </a:endParaRPr>
                </a:p>
              </p:txBody>
            </p:sp>
            <p:sp>
              <p:nvSpPr>
                <p:cNvPr id="141" name="slot_141"/>
                <p:cNvSpPr/>
                <p:nvPr/>
              </p:nvSpPr>
              <p:spPr>
                <a:xfrm>
                  <a:off x="5150803" y="3150396"/>
                  <a:ext cx="1890392" cy="46036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a:solidFill>
                        <a:schemeClr val="tx1">
                          <a:lumMod val="75000"/>
                          <a:lumOff val="25000"/>
                        </a:schemeClr>
                      </a:solidFill>
                      <a:latin typeface="Arial" panose="020B0604020202020204" pitchFamily="34" charset="0"/>
                      <a:ea typeface="微软雅黑" panose="020B0503020204020204" pitchFamily="34" charset="-122"/>
                      <a:cs typeface="Arial" panose="020B0600000000000000" charset="-122"/>
                      <a:sym typeface="Arial" panose="020B0604020202020204" pitchFamily="34" charset="0"/>
                    </a:rPr>
                    <a:t>人物语言</a:t>
                  </a:r>
                </a:p>
              </p:txBody>
            </p:sp>
            <p:sp>
              <p:nvSpPr>
                <p:cNvPr id="142" name="slot_142"/>
                <p:cNvSpPr/>
                <p:nvPr/>
              </p:nvSpPr>
              <p:spPr>
                <a:xfrm rot="16200000">
                  <a:off x="6059999" y="3543370"/>
                  <a:ext cx="72000" cy="653531"/>
                </a:xfrm>
                <a:prstGeom prst="roundRect">
                  <a:avLst>
                    <a:gd name="adj" fmla="val 50000"/>
                  </a:avLst>
                </a:prstGeom>
                <a:solidFill>
                  <a:schemeClr val="bg2">
                    <a:lumMod val="90000"/>
                  </a:schemeClr>
                </a:solidFill>
                <a:ln w="19050" cap="flat">
                  <a:noFill/>
                  <a:prstDash val="solid"/>
                  <a:miter lim="800000"/>
                </a:ln>
                <a:effectLst>
                  <a:outerShdw blurRad="190500" dist="76200" dir="5400000" sx="103000" sy="103000" algn="t" rotWithShape="0">
                    <a:prstClr val="black">
                      <a:alpha val="10000"/>
                    </a:prst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24" name="组 87"/>
              <p:cNvGrpSpPr/>
              <p:nvPr/>
            </p:nvGrpSpPr>
            <p:grpSpPr>
              <a:xfrm>
                <a:off x="1706205" y="1526751"/>
                <a:ext cx="2674924" cy="4251260"/>
                <a:chOff x="4758894" y="1531128"/>
                <a:chExt cx="2674924" cy="4251260"/>
              </a:xfrm>
            </p:grpSpPr>
            <p:sp>
              <p:nvSpPr>
                <p:cNvPr id="132" name="slot_132"/>
                <p:cNvSpPr/>
                <p:nvPr/>
              </p:nvSpPr>
              <p:spPr>
                <a:xfrm>
                  <a:off x="4758894" y="1693467"/>
                  <a:ext cx="2674924" cy="4088921"/>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3" name="slot_133"/>
                <p:cNvSpPr/>
                <p:nvPr/>
              </p:nvSpPr>
              <p:spPr>
                <a:xfrm>
                  <a:off x="5158799" y="4126424"/>
                  <a:ext cx="2192992" cy="126571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保证科学准确</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解释时间、温度与微生物</a:t>
                  </a:r>
                  <a:r>
                    <a:rPr lang="en-US" altLang="zh-CN"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a:t>
                  </a: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化学反应的关系，</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保留判断所需条件</a:t>
                  </a:r>
                </a:p>
              </p:txBody>
            </p:sp>
            <p:sp>
              <p:nvSpPr>
                <p:cNvPr id="134" name="slot_134"/>
                <p:cNvSpPr/>
                <p:nvPr/>
              </p:nvSpPr>
              <p:spPr>
                <a:xfrm>
                  <a:off x="5727870" y="1531128"/>
                  <a:ext cx="736258" cy="616687"/>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spc="300" dirty="0">
                      <a:gradFill>
                        <a:gsLst>
                          <a:gs pos="23000">
                            <a:srgbClr val="F1D5A4"/>
                          </a:gs>
                          <a:gs pos="100000">
                            <a:schemeClr val="bg1"/>
                          </a:gs>
                        </a:gsLst>
                        <a:lin ang="5400000" scaled="1"/>
                      </a:gradFill>
                      <a:latin typeface="Impact" panose="020B0806030902050204" pitchFamily="34" charset="0"/>
                      <a:sym typeface="+mn-ea"/>
                    </a:rPr>
                    <a:t>1</a:t>
                  </a:r>
                  <a:endParaRPr lang="en-US" altLang="zh-CN" sz="2400" spc="300" dirty="0">
                    <a:gradFill>
                      <a:gsLst>
                        <a:gs pos="23000">
                          <a:srgbClr val="F1D5A4"/>
                        </a:gs>
                        <a:gs pos="100000">
                          <a:schemeClr val="bg1"/>
                        </a:gs>
                      </a:gsLst>
                      <a:lin ang="5400000" scaled="1"/>
                    </a:gradFill>
                    <a:latin typeface="Impact" panose="020B0806030902050204" pitchFamily="34" charset="0"/>
                    <a:ea typeface="微软雅黑" panose="020B0503020204020204" pitchFamily="34" charset="-122"/>
                    <a:sym typeface="+mn-ea"/>
                  </a:endParaRPr>
                </a:p>
              </p:txBody>
            </p:sp>
            <p:sp>
              <p:nvSpPr>
                <p:cNvPr id="135" name="slot_135"/>
                <p:cNvSpPr/>
                <p:nvPr/>
              </p:nvSpPr>
              <p:spPr>
                <a:xfrm>
                  <a:off x="5150803" y="3150396"/>
                  <a:ext cx="1890392" cy="46036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a:solidFill>
                        <a:schemeClr val="tx1">
                          <a:lumMod val="75000"/>
                          <a:lumOff val="25000"/>
                        </a:schemeClr>
                      </a:solidFill>
                      <a:latin typeface="Arial" panose="020B0604020202020204" pitchFamily="34" charset="0"/>
                      <a:ea typeface="微软雅黑" panose="020B0503020204020204" pitchFamily="34" charset="-122"/>
                      <a:cs typeface="Arial" panose="020B0600000000000000" charset="-122"/>
                      <a:sym typeface="Arial" panose="020B0604020202020204" pitchFamily="34" charset="0"/>
                    </a:rPr>
                    <a:t>专业依据</a:t>
                  </a:r>
                </a:p>
              </p:txBody>
            </p:sp>
            <p:sp>
              <p:nvSpPr>
                <p:cNvPr id="136" name="slot_136"/>
                <p:cNvSpPr/>
                <p:nvPr/>
              </p:nvSpPr>
              <p:spPr>
                <a:xfrm rot="16200000">
                  <a:off x="6059999" y="3543370"/>
                  <a:ext cx="72000" cy="653531"/>
                </a:xfrm>
                <a:prstGeom prst="roundRect">
                  <a:avLst>
                    <a:gd name="adj" fmla="val 50000"/>
                  </a:avLst>
                </a:prstGeom>
                <a:solidFill>
                  <a:schemeClr val="bg2">
                    <a:lumMod val="90000"/>
                  </a:schemeClr>
                </a:solidFill>
                <a:ln w="19050" cap="flat">
                  <a:noFill/>
                  <a:prstDash val="solid"/>
                  <a:miter lim="800000"/>
                </a:ln>
                <a:effectLst>
                  <a:outerShdw blurRad="190500" dist="76200" dir="5400000" sx="103000" sy="103000" algn="t" rotWithShape="0">
                    <a:prstClr val="black">
                      <a:alpha val="10000"/>
                    </a:prst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25" name="组 95"/>
              <p:cNvGrpSpPr/>
              <p:nvPr/>
            </p:nvGrpSpPr>
            <p:grpSpPr>
              <a:xfrm>
                <a:off x="7825727" y="1526751"/>
                <a:ext cx="2674924" cy="4251260"/>
                <a:chOff x="4758537" y="1531128"/>
                <a:chExt cx="2674924" cy="4251260"/>
              </a:xfrm>
            </p:grpSpPr>
            <p:sp>
              <p:nvSpPr>
                <p:cNvPr id="126" name="slot_126"/>
                <p:cNvSpPr/>
                <p:nvPr/>
              </p:nvSpPr>
              <p:spPr>
                <a:xfrm>
                  <a:off x="4758537" y="1693467"/>
                  <a:ext cx="2674924" cy="4088921"/>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7" name="slot_127"/>
                <p:cNvSpPr/>
                <p:nvPr/>
              </p:nvSpPr>
              <p:spPr>
                <a:xfrm>
                  <a:off x="4999503" y="4126424"/>
                  <a:ext cx="2192992" cy="129665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拟对照常温与冷藏，</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解释肉眼不可见的变化</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明确标注原理示意，</a:t>
                  </a:r>
                </a:p>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充分理解变化过程</a:t>
                  </a:r>
                </a:p>
              </p:txBody>
            </p:sp>
            <p:sp>
              <p:nvSpPr>
                <p:cNvPr id="128" name="slot_128"/>
                <p:cNvSpPr/>
                <p:nvPr/>
              </p:nvSpPr>
              <p:spPr>
                <a:xfrm>
                  <a:off x="5727870" y="1531128"/>
                  <a:ext cx="736258" cy="616687"/>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spc="300" dirty="0">
                      <a:gradFill>
                        <a:gsLst>
                          <a:gs pos="23000">
                            <a:srgbClr val="F1D5A4"/>
                          </a:gs>
                          <a:gs pos="100000">
                            <a:schemeClr val="bg1"/>
                          </a:gs>
                        </a:gsLst>
                        <a:lin ang="5400000" scaled="1"/>
                      </a:gradFill>
                      <a:latin typeface="Impact" panose="020B0806030902050204" pitchFamily="34" charset="0"/>
                      <a:sym typeface="+mn-ea"/>
                    </a:rPr>
                    <a:t>3</a:t>
                  </a:r>
                  <a:endParaRPr lang="zh-CN" altLang="en-US" sz="2800" dirty="0">
                    <a:latin typeface="Arial" panose="020B0604020202020204" pitchFamily="34" charset="0"/>
                    <a:ea typeface="微软雅黑" panose="020B0503020204020204" pitchFamily="34" charset="-122"/>
                    <a:sym typeface="Arial" panose="020B0604020202020204" pitchFamily="34" charset="0"/>
                  </a:endParaRPr>
                </a:p>
              </p:txBody>
            </p:sp>
            <p:sp>
              <p:nvSpPr>
                <p:cNvPr id="129" name="slot_129"/>
                <p:cNvSpPr/>
                <p:nvPr/>
              </p:nvSpPr>
              <p:spPr>
                <a:xfrm>
                  <a:off x="5150803" y="3150396"/>
                  <a:ext cx="1890392" cy="46036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a:solidFill>
                        <a:schemeClr val="tx1">
                          <a:lumMod val="75000"/>
                          <a:lumOff val="25000"/>
                        </a:schemeClr>
                      </a:solidFill>
                      <a:latin typeface="Arial" panose="020B0604020202020204" pitchFamily="34" charset="0"/>
                      <a:ea typeface="微软雅黑" panose="020B0503020204020204" pitchFamily="34" charset="-122"/>
                      <a:cs typeface="Arial" panose="020B0600000000000000" charset="-122"/>
                      <a:sym typeface="Arial" panose="020B0604020202020204" pitchFamily="34" charset="0"/>
                    </a:rPr>
                    <a:t>微观动画</a:t>
                  </a:r>
                </a:p>
              </p:txBody>
            </p:sp>
            <p:sp>
              <p:nvSpPr>
                <p:cNvPr id="130" name="slot_130"/>
                <p:cNvSpPr/>
                <p:nvPr/>
              </p:nvSpPr>
              <p:spPr>
                <a:xfrm rot="16200000">
                  <a:off x="6059999" y="3543370"/>
                  <a:ext cx="72000" cy="653531"/>
                </a:xfrm>
                <a:prstGeom prst="roundRect">
                  <a:avLst>
                    <a:gd name="adj" fmla="val 50000"/>
                  </a:avLst>
                </a:prstGeom>
                <a:solidFill>
                  <a:schemeClr val="bg2">
                    <a:lumMod val="90000"/>
                  </a:schemeClr>
                </a:solidFill>
                <a:ln w="19050" cap="flat">
                  <a:noFill/>
                  <a:prstDash val="solid"/>
                  <a:miter lim="800000"/>
                </a:ln>
                <a:effectLst>
                  <a:outerShdw blurRad="190500" dist="76200" dir="5400000" sx="103000" sy="103000" algn="t" rotWithShape="0">
                    <a:prstClr val="black">
                      <a:alpha val="10000"/>
                    </a:prst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grpSp>
        <p:grpSp>
          <p:nvGrpSpPr>
            <p:cNvPr id="728" name="Group 17"/>
            <p:cNvGrpSpPr/>
            <p:nvPr/>
          </p:nvGrpSpPr>
          <p:grpSpPr>
            <a:xfrm>
              <a:off x="4447" y="3764"/>
              <a:ext cx="668" cy="840"/>
              <a:chOff x="0" y="0"/>
              <a:chExt cx="423862" cy="533400"/>
            </a:xfrm>
          </p:grpSpPr>
          <p:sp>
            <p:nvSpPr>
              <p:cNvPr id="725" name="slot_725"/>
              <p:cNvSpPr/>
              <p:nvPr/>
            </p:nvSpPr>
            <p:spPr>
              <a:xfrm>
                <a:off x="0" y="0"/>
                <a:ext cx="423863" cy="533401"/>
              </a:xfrm>
              <a:custGeom>
                <a:avLst/>
                <a:gdLst/>
                <a:ahLst/>
                <a:cxnLst>
                  <a:cxn ang="0">
                    <a:pos x="wd2" y="hd2"/>
                  </a:cxn>
                  <a:cxn ang="5400000">
                    <a:pos x="wd2" y="hd2"/>
                  </a:cxn>
                  <a:cxn ang="10800000">
                    <a:pos x="wd2" y="hd2"/>
                  </a:cxn>
                  <a:cxn ang="16200000">
                    <a:pos x="wd2" y="hd2"/>
                  </a:cxn>
                </a:cxnLst>
                <a:rect l="0" t="0" r="r" b="b"/>
                <a:pathLst>
                  <a:path w="21600" h="21600" extrusionOk="0">
                    <a:moveTo>
                      <a:pt x="20847" y="5615"/>
                    </a:moveTo>
                    <a:cubicBezTo>
                      <a:pt x="4271" y="5615"/>
                      <a:pt x="4271" y="5615"/>
                      <a:pt x="4271" y="5615"/>
                    </a:cubicBezTo>
                    <a:cubicBezTo>
                      <a:pt x="2748" y="5615"/>
                      <a:pt x="1488" y="4615"/>
                      <a:pt x="1488" y="3392"/>
                    </a:cubicBezTo>
                    <a:cubicBezTo>
                      <a:pt x="1488" y="2182"/>
                      <a:pt x="2731" y="1181"/>
                      <a:pt x="4271" y="1181"/>
                    </a:cubicBezTo>
                    <a:cubicBezTo>
                      <a:pt x="20847" y="1181"/>
                      <a:pt x="20847" y="1181"/>
                      <a:pt x="20847" y="1181"/>
                    </a:cubicBezTo>
                    <a:cubicBezTo>
                      <a:pt x="21267" y="1181"/>
                      <a:pt x="21600" y="917"/>
                      <a:pt x="21600" y="598"/>
                    </a:cubicBezTo>
                    <a:cubicBezTo>
                      <a:pt x="21600" y="264"/>
                      <a:pt x="21250" y="0"/>
                      <a:pt x="20847" y="0"/>
                    </a:cubicBezTo>
                    <a:cubicBezTo>
                      <a:pt x="4271" y="0"/>
                      <a:pt x="4271" y="0"/>
                      <a:pt x="4271" y="0"/>
                    </a:cubicBezTo>
                    <a:cubicBezTo>
                      <a:pt x="1925" y="0"/>
                      <a:pt x="0" y="1529"/>
                      <a:pt x="0" y="3392"/>
                    </a:cubicBezTo>
                    <a:cubicBezTo>
                      <a:pt x="0" y="18195"/>
                      <a:pt x="0" y="18195"/>
                      <a:pt x="0" y="18195"/>
                    </a:cubicBezTo>
                    <a:cubicBezTo>
                      <a:pt x="0" y="20071"/>
                      <a:pt x="1925" y="21600"/>
                      <a:pt x="4271" y="21600"/>
                    </a:cubicBezTo>
                    <a:cubicBezTo>
                      <a:pt x="20847" y="21600"/>
                      <a:pt x="20847" y="21600"/>
                      <a:pt x="20847" y="21600"/>
                    </a:cubicBezTo>
                    <a:cubicBezTo>
                      <a:pt x="21267" y="21600"/>
                      <a:pt x="21600" y="21322"/>
                      <a:pt x="21600" y="21002"/>
                    </a:cubicBezTo>
                    <a:cubicBezTo>
                      <a:pt x="21600" y="6199"/>
                      <a:pt x="21600" y="6199"/>
                      <a:pt x="21600" y="6199"/>
                    </a:cubicBezTo>
                    <a:cubicBezTo>
                      <a:pt x="21582" y="5880"/>
                      <a:pt x="21250" y="5615"/>
                      <a:pt x="20847" y="5615"/>
                    </a:cubicBezTo>
                    <a:close/>
                    <a:moveTo>
                      <a:pt x="20095" y="20405"/>
                    </a:moveTo>
                    <a:cubicBezTo>
                      <a:pt x="4271" y="20405"/>
                      <a:pt x="4271" y="20405"/>
                      <a:pt x="4271" y="20405"/>
                    </a:cubicBezTo>
                    <a:cubicBezTo>
                      <a:pt x="2748" y="20405"/>
                      <a:pt x="1488" y="19418"/>
                      <a:pt x="1488" y="18195"/>
                    </a:cubicBezTo>
                    <a:cubicBezTo>
                      <a:pt x="1488" y="5977"/>
                      <a:pt x="1488" y="5977"/>
                      <a:pt x="1488" y="5977"/>
                    </a:cubicBezTo>
                    <a:cubicBezTo>
                      <a:pt x="2241" y="6491"/>
                      <a:pt x="3221" y="6797"/>
                      <a:pt x="4271" y="6797"/>
                    </a:cubicBezTo>
                    <a:cubicBezTo>
                      <a:pt x="20095" y="6797"/>
                      <a:pt x="20095" y="6797"/>
                      <a:pt x="20095" y="6797"/>
                    </a:cubicBezTo>
                    <a:lnTo>
                      <a:pt x="20095" y="20405"/>
                    </a:lnTo>
                    <a:close/>
                    <a:moveTo>
                      <a:pt x="20095" y="20405"/>
                    </a:moveTo>
                    <a:cubicBezTo>
                      <a:pt x="20095" y="20405"/>
                      <a:pt x="20095" y="20405"/>
                      <a:pt x="20095" y="20405"/>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26" name="slot_726"/>
              <p:cNvSpPr/>
              <p:nvPr/>
            </p:nvSpPr>
            <p:spPr>
              <a:xfrm>
                <a:off x="73025" y="71437"/>
                <a:ext cx="304801" cy="28576"/>
              </a:xfrm>
              <a:custGeom>
                <a:avLst/>
                <a:gdLst/>
                <a:ahLst/>
                <a:cxnLst>
                  <a:cxn ang="0">
                    <a:pos x="wd2" y="hd2"/>
                  </a:cxn>
                  <a:cxn ang="5400000">
                    <a:pos x="wd2" y="hd2"/>
                  </a:cxn>
                  <a:cxn ang="10800000">
                    <a:pos x="wd2" y="hd2"/>
                  </a:cxn>
                  <a:cxn ang="16200000">
                    <a:pos x="wd2" y="hd2"/>
                  </a:cxn>
                </a:cxnLst>
                <a:rect l="0" t="0" r="r" b="b"/>
                <a:pathLst>
                  <a:path w="21600" h="21600" extrusionOk="0">
                    <a:moveTo>
                      <a:pt x="1049" y="0"/>
                    </a:moveTo>
                    <a:cubicBezTo>
                      <a:pt x="464" y="0"/>
                      <a:pt x="0" y="4828"/>
                      <a:pt x="0" y="10673"/>
                    </a:cubicBezTo>
                    <a:cubicBezTo>
                      <a:pt x="0" y="16772"/>
                      <a:pt x="488" y="21600"/>
                      <a:pt x="1049" y="21600"/>
                    </a:cubicBezTo>
                    <a:cubicBezTo>
                      <a:pt x="20551" y="21600"/>
                      <a:pt x="20551" y="21600"/>
                      <a:pt x="20551" y="21600"/>
                    </a:cubicBezTo>
                    <a:cubicBezTo>
                      <a:pt x="21136" y="21600"/>
                      <a:pt x="21600" y="16772"/>
                      <a:pt x="21600" y="10673"/>
                    </a:cubicBezTo>
                    <a:cubicBezTo>
                      <a:pt x="21600" y="4828"/>
                      <a:pt x="21136" y="0"/>
                      <a:pt x="20551" y="0"/>
                    </a:cubicBezTo>
                    <a:lnTo>
                      <a:pt x="1049" y="0"/>
                    </a:lnTo>
                    <a:close/>
                    <a:moveTo>
                      <a:pt x="1049" y="0"/>
                    </a:moveTo>
                    <a:cubicBezTo>
                      <a:pt x="1049" y="0"/>
                      <a:pt x="1049" y="0"/>
                      <a:pt x="1049" y="0"/>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27" name="slot_727"/>
              <p:cNvSpPr/>
              <p:nvPr/>
            </p:nvSpPr>
            <p:spPr>
              <a:xfrm>
                <a:off x="130307" y="225424"/>
                <a:ext cx="163074" cy="215902"/>
              </a:xfrm>
              <a:custGeom>
                <a:avLst/>
                <a:gdLst/>
                <a:ahLst/>
                <a:cxnLst>
                  <a:cxn ang="0">
                    <a:pos x="wd2" y="hd2"/>
                  </a:cxn>
                  <a:cxn ang="5400000">
                    <a:pos x="wd2" y="hd2"/>
                  </a:cxn>
                  <a:cxn ang="10800000">
                    <a:pos x="wd2" y="hd2"/>
                  </a:cxn>
                  <a:cxn ang="16200000">
                    <a:pos x="wd2" y="hd2"/>
                  </a:cxn>
                </a:cxnLst>
                <a:rect l="0" t="0" r="r" b="b"/>
                <a:pathLst>
                  <a:path w="21132" h="21600" extrusionOk="0">
                    <a:moveTo>
                      <a:pt x="1291" y="21497"/>
                    </a:moveTo>
                    <a:cubicBezTo>
                      <a:pt x="1469" y="21566"/>
                      <a:pt x="1692" y="21600"/>
                      <a:pt x="1915" y="21600"/>
                    </a:cubicBezTo>
                    <a:cubicBezTo>
                      <a:pt x="2716" y="21600"/>
                      <a:pt x="3429" y="21223"/>
                      <a:pt x="3696" y="20640"/>
                    </a:cubicBezTo>
                    <a:cubicBezTo>
                      <a:pt x="6012" y="15669"/>
                      <a:pt x="6012" y="15669"/>
                      <a:pt x="6012" y="15669"/>
                    </a:cubicBezTo>
                    <a:cubicBezTo>
                      <a:pt x="14919" y="15669"/>
                      <a:pt x="14919" y="15669"/>
                      <a:pt x="14919" y="15669"/>
                    </a:cubicBezTo>
                    <a:cubicBezTo>
                      <a:pt x="14964" y="15669"/>
                      <a:pt x="15053" y="15669"/>
                      <a:pt x="15142" y="15634"/>
                    </a:cubicBezTo>
                    <a:cubicBezTo>
                      <a:pt x="17458" y="20640"/>
                      <a:pt x="17458" y="20640"/>
                      <a:pt x="17458" y="20640"/>
                    </a:cubicBezTo>
                    <a:cubicBezTo>
                      <a:pt x="17725" y="21223"/>
                      <a:pt x="18438" y="21600"/>
                      <a:pt x="19239" y="21600"/>
                    </a:cubicBezTo>
                    <a:cubicBezTo>
                      <a:pt x="19417" y="21600"/>
                      <a:pt x="19640" y="21566"/>
                      <a:pt x="19863" y="21497"/>
                    </a:cubicBezTo>
                    <a:cubicBezTo>
                      <a:pt x="20843" y="21223"/>
                      <a:pt x="21377" y="20400"/>
                      <a:pt x="21021" y="19646"/>
                    </a:cubicBezTo>
                    <a:cubicBezTo>
                      <a:pt x="12381" y="994"/>
                      <a:pt x="12381" y="994"/>
                      <a:pt x="12381" y="994"/>
                    </a:cubicBezTo>
                    <a:cubicBezTo>
                      <a:pt x="12336" y="960"/>
                      <a:pt x="12336" y="926"/>
                      <a:pt x="12292" y="857"/>
                    </a:cubicBezTo>
                    <a:cubicBezTo>
                      <a:pt x="12247" y="789"/>
                      <a:pt x="12247" y="789"/>
                      <a:pt x="12247" y="789"/>
                    </a:cubicBezTo>
                    <a:cubicBezTo>
                      <a:pt x="12203" y="720"/>
                      <a:pt x="12203" y="720"/>
                      <a:pt x="12203" y="720"/>
                    </a:cubicBezTo>
                    <a:cubicBezTo>
                      <a:pt x="12203" y="720"/>
                      <a:pt x="12158" y="686"/>
                      <a:pt x="12158" y="651"/>
                    </a:cubicBezTo>
                    <a:cubicBezTo>
                      <a:pt x="12158" y="651"/>
                      <a:pt x="12113" y="617"/>
                      <a:pt x="12113" y="617"/>
                    </a:cubicBezTo>
                    <a:cubicBezTo>
                      <a:pt x="12113" y="583"/>
                      <a:pt x="12069" y="583"/>
                      <a:pt x="12024" y="549"/>
                    </a:cubicBezTo>
                    <a:cubicBezTo>
                      <a:pt x="12024" y="549"/>
                      <a:pt x="12024" y="514"/>
                      <a:pt x="11980" y="514"/>
                    </a:cubicBezTo>
                    <a:cubicBezTo>
                      <a:pt x="11980" y="480"/>
                      <a:pt x="11935" y="480"/>
                      <a:pt x="11891" y="446"/>
                    </a:cubicBezTo>
                    <a:cubicBezTo>
                      <a:pt x="11846" y="411"/>
                      <a:pt x="11846" y="411"/>
                      <a:pt x="11846" y="411"/>
                    </a:cubicBezTo>
                    <a:cubicBezTo>
                      <a:pt x="11802" y="377"/>
                      <a:pt x="11802" y="377"/>
                      <a:pt x="11802" y="343"/>
                    </a:cubicBezTo>
                    <a:cubicBezTo>
                      <a:pt x="11757" y="343"/>
                      <a:pt x="11713" y="309"/>
                      <a:pt x="11713" y="309"/>
                    </a:cubicBezTo>
                    <a:cubicBezTo>
                      <a:pt x="11668" y="274"/>
                      <a:pt x="11668" y="274"/>
                      <a:pt x="11624" y="274"/>
                    </a:cubicBezTo>
                    <a:cubicBezTo>
                      <a:pt x="11624" y="240"/>
                      <a:pt x="11579" y="240"/>
                      <a:pt x="11535" y="206"/>
                    </a:cubicBezTo>
                    <a:cubicBezTo>
                      <a:pt x="11445" y="171"/>
                      <a:pt x="11445" y="171"/>
                      <a:pt x="11445" y="171"/>
                    </a:cubicBezTo>
                    <a:cubicBezTo>
                      <a:pt x="11401" y="171"/>
                      <a:pt x="11401" y="171"/>
                      <a:pt x="11401" y="171"/>
                    </a:cubicBezTo>
                    <a:cubicBezTo>
                      <a:pt x="11312" y="137"/>
                      <a:pt x="11267" y="103"/>
                      <a:pt x="11223" y="103"/>
                    </a:cubicBezTo>
                    <a:cubicBezTo>
                      <a:pt x="11178" y="103"/>
                      <a:pt x="11178" y="103"/>
                      <a:pt x="11178" y="103"/>
                    </a:cubicBezTo>
                    <a:cubicBezTo>
                      <a:pt x="11045" y="69"/>
                      <a:pt x="11045" y="69"/>
                      <a:pt x="11045" y="69"/>
                    </a:cubicBezTo>
                    <a:cubicBezTo>
                      <a:pt x="11000" y="69"/>
                      <a:pt x="11000" y="69"/>
                      <a:pt x="10956" y="69"/>
                    </a:cubicBezTo>
                    <a:cubicBezTo>
                      <a:pt x="10911" y="34"/>
                      <a:pt x="10866" y="34"/>
                      <a:pt x="10822" y="34"/>
                    </a:cubicBezTo>
                    <a:cubicBezTo>
                      <a:pt x="10822" y="34"/>
                      <a:pt x="10777" y="34"/>
                      <a:pt x="10733" y="34"/>
                    </a:cubicBezTo>
                    <a:cubicBezTo>
                      <a:pt x="10733" y="34"/>
                      <a:pt x="10688" y="0"/>
                      <a:pt x="10644" y="0"/>
                    </a:cubicBezTo>
                    <a:cubicBezTo>
                      <a:pt x="10466" y="0"/>
                      <a:pt x="10466" y="0"/>
                      <a:pt x="10466" y="0"/>
                    </a:cubicBezTo>
                    <a:cubicBezTo>
                      <a:pt x="10421" y="0"/>
                      <a:pt x="10377" y="0"/>
                      <a:pt x="10377" y="34"/>
                    </a:cubicBezTo>
                    <a:cubicBezTo>
                      <a:pt x="10332" y="34"/>
                      <a:pt x="10332" y="34"/>
                      <a:pt x="10288" y="34"/>
                    </a:cubicBezTo>
                    <a:cubicBezTo>
                      <a:pt x="10243" y="34"/>
                      <a:pt x="10198" y="34"/>
                      <a:pt x="10154" y="69"/>
                    </a:cubicBezTo>
                    <a:cubicBezTo>
                      <a:pt x="10154" y="69"/>
                      <a:pt x="10109" y="69"/>
                      <a:pt x="10109" y="69"/>
                    </a:cubicBezTo>
                    <a:cubicBezTo>
                      <a:pt x="10020" y="69"/>
                      <a:pt x="9976" y="103"/>
                      <a:pt x="9931" y="103"/>
                    </a:cubicBezTo>
                    <a:cubicBezTo>
                      <a:pt x="9931" y="103"/>
                      <a:pt x="9931" y="103"/>
                      <a:pt x="9931" y="103"/>
                    </a:cubicBezTo>
                    <a:cubicBezTo>
                      <a:pt x="9887" y="103"/>
                      <a:pt x="9798" y="137"/>
                      <a:pt x="9753" y="171"/>
                    </a:cubicBezTo>
                    <a:cubicBezTo>
                      <a:pt x="9664" y="171"/>
                      <a:pt x="9664" y="171"/>
                      <a:pt x="9664" y="171"/>
                    </a:cubicBezTo>
                    <a:cubicBezTo>
                      <a:pt x="9575" y="206"/>
                      <a:pt x="9575" y="206"/>
                      <a:pt x="9575" y="206"/>
                    </a:cubicBezTo>
                    <a:cubicBezTo>
                      <a:pt x="9575" y="240"/>
                      <a:pt x="9530" y="240"/>
                      <a:pt x="9486" y="274"/>
                    </a:cubicBezTo>
                    <a:cubicBezTo>
                      <a:pt x="9486" y="274"/>
                      <a:pt x="9441" y="274"/>
                      <a:pt x="9441" y="309"/>
                    </a:cubicBezTo>
                    <a:cubicBezTo>
                      <a:pt x="9397" y="309"/>
                      <a:pt x="9352" y="343"/>
                      <a:pt x="9352" y="343"/>
                    </a:cubicBezTo>
                    <a:cubicBezTo>
                      <a:pt x="9308" y="377"/>
                      <a:pt x="9308" y="377"/>
                      <a:pt x="9308" y="411"/>
                    </a:cubicBezTo>
                    <a:cubicBezTo>
                      <a:pt x="9130" y="514"/>
                      <a:pt x="9130" y="514"/>
                      <a:pt x="9130" y="514"/>
                    </a:cubicBezTo>
                    <a:cubicBezTo>
                      <a:pt x="9130" y="514"/>
                      <a:pt x="9130" y="549"/>
                      <a:pt x="9085" y="549"/>
                    </a:cubicBezTo>
                    <a:cubicBezTo>
                      <a:pt x="9041" y="583"/>
                      <a:pt x="9041" y="583"/>
                      <a:pt x="8996" y="617"/>
                    </a:cubicBezTo>
                    <a:cubicBezTo>
                      <a:pt x="8996" y="617"/>
                      <a:pt x="8996" y="651"/>
                      <a:pt x="8951" y="651"/>
                    </a:cubicBezTo>
                    <a:cubicBezTo>
                      <a:pt x="8951" y="686"/>
                      <a:pt x="8951" y="720"/>
                      <a:pt x="8907" y="720"/>
                    </a:cubicBezTo>
                    <a:cubicBezTo>
                      <a:pt x="8862" y="789"/>
                      <a:pt x="8862" y="789"/>
                      <a:pt x="8862" y="789"/>
                    </a:cubicBezTo>
                    <a:cubicBezTo>
                      <a:pt x="8818" y="857"/>
                      <a:pt x="8818" y="857"/>
                      <a:pt x="8818" y="857"/>
                    </a:cubicBezTo>
                    <a:cubicBezTo>
                      <a:pt x="8818" y="891"/>
                      <a:pt x="8773" y="960"/>
                      <a:pt x="8773" y="994"/>
                    </a:cubicBezTo>
                    <a:cubicBezTo>
                      <a:pt x="89" y="19646"/>
                      <a:pt x="89" y="19646"/>
                      <a:pt x="89" y="19646"/>
                    </a:cubicBezTo>
                    <a:cubicBezTo>
                      <a:pt x="-223" y="20400"/>
                      <a:pt x="311" y="21223"/>
                      <a:pt x="1291" y="21497"/>
                    </a:cubicBezTo>
                    <a:close/>
                    <a:moveTo>
                      <a:pt x="10599" y="5829"/>
                    </a:moveTo>
                    <a:cubicBezTo>
                      <a:pt x="13806" y="12754"/>
                      <a:pt x="13806" y="12754"/>
                      <a:pt x="13806" y="12754"/>
                    </a:cubicBezTo>
                    <a:cubicBezTo>
                      <a:pt x="7348" y="12754"/>
                      <a:pt x="7348" y="12754"/>
                      <a:pt x="7348" y="12754"/>
                    </a:cubicBezTo>
                    <a:lnTo>
                      <a:pt x="10599" y="5829"/>
                    </a:lnTo>
                    <a:close/>
                    <a:moveTo>
                      <a:pt x="10599" y="5829"/>
                    </a:moveTo>
                    <a:cubicBezTo>
                      <a:pt x="10599" y="5829"/>
                      <a:pt x="10599" y="5829"/>
                      <a:pt x="10599" y="5829"/>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grpSp>
        <p:sp>
          <p:nvSpPr>
            <p:cNvPr id="778" name="slot_778"/>
            <p:cNvSpPr/>
            <p:nvPr/>
          </p:nvSpPr>
          <p:spPr>
            <a:xfrm>
              <a:off x="9179" y="3790"/>
              <a:ext cx="833" cy="750"/>
            </a:xfrm>
            <a:custGeom>
              <a:avLst/>
              <a:gdLst/>
              <a:ahLst/>
              <a:cxnLst>
                <a:cxn ang="0">
                  <a:pos x="wd2" y="hd2"/>
                </a:cxn>
                <a:cxn ang="5400000">
                  <a:pos x="wd2" y="hd2"/>
                </a:cxn>
                <a:cxn ang="10800000">
                  <a:pos x="wd2" y="hd2"/>
                </a:cxn>
                <a:cxn ang="16200000">
                  <a:pos x="wd2" y="hd2"/>
                </a:cxn>
              </a:cxnLst>
              <a:rect l="0" t="0" r="r" b="b"/>
              <a:pathLst>
                <a:path w="21600" h="21600" extrusionOk="0">
                  <a:moveTo>
                    <a:pt x="18937" y="0"/>
                  </a:moveTo>
                  <a:cubicBezTo>
                    <a:pt x="2663" y="0"/>
                    <a:pt x="2663" y="0"/>
                    <a:pt x="2663" y="0"/>
                  </a:cubicBezTo>
                  <a:cubicBezTo>
                    <a:pt x="1191" y="0"/>
                    <a:pt x="0" y="1327"/>
                    <a:pt x="0" y="2965"/>
                  </a:cubicBezTo>
                  <a:cubicBezTo>
                    <a:pt x="0" y="14452"/>
                    <a:pt x="0" y="14452"/>
                    <a:pt x="0" y="14452"/>
                  </a:cubicBezTo>
                  <a:cubicBezTo>
                    <a:pt x="0" y="16091"/>
                    <a:pt x="1191" y="17417"/>
                    <a:pt x="2663" y="17417"/>
                  </a:cubicBezTo>
                  <a:cubicBezTo>
                    <a:pt x="10190" y="17417"/>
                    <a:pt x="10190" y="17417"/>
                    <a:pt x="10190" y="17417"/>
                  </a:cubicBezTo>
                  <a:cubicBezTo>
                    <a:pt x="10190" y="20258"/>
                    <a:pt x="10190" y="20258"/>
                    <a:pt x="10190" y="20258"/>
                  </a:cubicBezTo>
                  <a:cubicBezTo>
                    <a:pt x="6448" y="20258"/>
                    <a:pt x="6448" y="20258"/>
                    <a:pt x="6448" y="20258"/>
                  </a:cubicBezTo>
                  <a:cubicBezTo>
                    <a:pt x="6111" y="20258"/>
                    <a:pt x="5831" y="20554"/>
                    <a:pt x="5831" y="20929"/>
                  </a:cubicBezTo>
                  <a:cubicBezTo>
                    <a:pt x="5831" y="21303"/>
                    <a:pt x="6111" y="21600"/>
                    <a:pt x="6448" y="21600"/>
                  </a:cubicBezTo>
                  <a:cubicBezTo>
                    <a:pt x="15166" y="21600"/>
                    <a:pt x="15166" y="21600"/>
                    <a:pt x="15166" y="21600"/>
                  </a:cubicBezTo>
                  <a:cubicBezTo>
                    <a:pt x="15503" y="21600"/>
                    <a:pt x="15769" y="21303"/>
                    <a:pt x="15769" y="20929"/>
                  </a:cubicBezTo>
                  <a:cubicBezTo>
                    <a:pt x="15769" y="20554"/>
                    <a:pt x="15503" y="20258"/>
                    <a:pt x="15166" y="20258"/>
                  </a:cubicBezTo>
                  <a:cubicBezTo>
                    <a:pt x="11410" y="20258"/>
                    <a:pt x="11410" y="20258"/>
                    <a:pt x="11410" y="20258"/>
                  </a:cubicBezTo>
                  <a:cubicBezTo>
                    <a:pt x="11410" y="17417"/>
                    <a:pt x="11410" y="17417"/>
                    <a:pt x="11410" y="17417"/>
                  </a:cubicBezTo>
                  <a:cubicBezTo>
                    <a:pt x="18937" y="17417"/>
                    <a:pt x="18937" y="17417"/>
                    <a:pt x="18937" y="17417"/>
                  </a:cubicBezTo>
                  <a:cubicBezTo>
                    <a:pt x="20409" y="17417"/>
                    <a:pt x="21600" y="16091"/>
                    <a:pt x="21600" y="14452"/>
                  </a:cubicBezTo>
                  <a:cubicBezTo>
                    <a:pt x="21600" y="2965"/>
                    <a:pt x="21600" y="2965"/>
                    <a:pt x="21600" y="2965"/>
                  </a:cubicBezTo>
                  <a:cubicBezTo>
                    <a:pt x="21600" y="1327"/>
                    <a:pt x="20409" y="0"/>
                    <a:pt x="18937" y="0"/>
                  </a:cubicBezTo>
                  <a:close/>
                  <a:moveTo>
                    <a:pt x="2663" y="1342"/>
                  </a:moveTo>
                  <a:cubicBezTo>
                    <a:pt x="18937" y="1342"/>
                    <a:pt x="18937" y="1342"/>
                    <a:pt x="18937" y="1342"/>
                  </a:cubicBezTo>
                  <a:cubicBezTo>
                    <a:pt x="19736" y="1342"/>
                    <a:pt x="20395" y="2076"/>
                    <a:pt x="20395" y="2965"/>
                  </a:cubicBezTo>
                  <a:cubicBezTo>
                    <a:pt x="20395" y="12564"/>
                    <a:pt x="20395" y="12564"/>
                    <a:pt x="20395" y="12564"/>
                  </a:cubicBezTo>
                  <a:cubicBezTo>
                    <a:pt x="1205" y="12564"/>
                    <a:pt x="1205" y="12564"/>
                    <a:pt x="1205" y="12564"/>
                  </a:cubicBezTo>
                  <a:cubicBezTo>
                    <a:pt x="1205" y="2965"/>
                    <a:pt x="1205" y="2965"/>
                    <a:pt x="1205" y="2965"/>
                  </a:cubicBezTo>
                  <a:cubicBezTo>
                    <a:pt x="1205" y="2076"/>
                    <a:pt x="1864" y="1342"/>
                    <a:pt x="2663" y="1342"/>
                  </a:cubicBezTo>
                  <a:close/>
                  <a:moveTo>
                    <a:pt x="18937" y="16075"/>
                  </a:moveTo>
                  <a:cubicBezTo>
                    <a:pt x="2663" y="16075"/>
                    <a:pt x="2663" y="16075"/>
                    <a:pt x="2663" y="16075"/>
                  </a:cubicBezTo>
                  <a:cubicBezTo>
                    <a:pt x="1864" y="16075"/>
                    <a:pt x="1205" y="15357"/>
                    <a:pt x="1205" y="14452"/>
                  </a:cubicBezTo>
                  <a:cubicBezTo>
                    <a:pt x="1205" y="13921"/>
                    <a:pt x="1205" y="13921"/>
                    <a:pt x="1205" y="13921"/>
                  </a:cubicBezTo>
                  <a:cubicBezTo>
                    <a:pt x="20395" y="13921"/>
                    <a:pt x="20395" y="13921"/>
                    <a:pt x="20395" y="13921"/>
                  </a:cubicBezTo>
                  <a:cubicBezTo>
                    <a:pt x="20395" y="14452"/>
                    <a:pt x="20395" y="14452"/>
                    <a:pt x="20395" y="14452"/>
                  </a:cubicBezTo>
                  <a:cubicBezTo>
                    <a:pt x="20395" y="15342"/>
                    <a:pt x="19736" y="16075"/>
                    <a:pt x="18937" y="16075"/>
                  </a:cubicBezTo>
                  <a:close/>
                  <a:moveTo>
                    <a:pt x="18937" y="16075"/>
                  </a:moveTo>
                  <a:cubicBezTo>
                    <a:pt x="18937" y="16075"/>
                    <a:pt x="18937" y="16075"/>
                    <a:pt x="18937" y="16075"/>
                  </a:cubicBezTo>
                </a:path>
              </a:pathLst>
            </a:custGeom>
            <a:solidFill>
              <a:srgbClr val="F9B359"/>
            </a:solidFill>
            <a:ln w="12700">
              <a:miter lim="400000"/>
            </a:ln>
          </p:spPr>
          <p:txBody>
            <a:bodyPr lIns="45719" rIns="45719"/>
            <a:lstStyle/>
            <a:p>
              <a:endParaRPr/>
            </a:p>
          </p:txBody>
        </p:sp>
        <p:grpSp>
          <p:nvGrpSpPr>
            <p:cNvPr id="796" name="Group 161"/>
            <p:cNvGrpSpPr/>
            <p:nvPr/>
          </p:nvGrpSpPr>
          <p:grpSpPr>
            <a:xfrm>
              <a:off x="13976" y="3751"/>
              <a:ext cx="825" cy="825"/>
              <a:chOff x="0" y="0"/>
              <a:chExt cx="523874" cy="523874"/>
            </a:xfrm>
          </p:grpSpPr>
          <p:sp>
            <p:nvSpPr>
              <p:cNvPr id="794" name="slot_794"/>
              <p:cNvSpPr/>
              <p:nvPr/>
            </p:nvSpPr>
            <p:spPr>
              <a:xfrm>
                <a:off x="0" y="55562"/>
                <a:ext cx="468313" cy="468313"/>
              </a:xfrm>
              <a:custGeom>
                <a:avLst/>
                <a:gdLst/>
                <a:ahLst/>
                <a:cxnLst>
                  <a:cxn ang="0">
                    <a:pos x="wd2" y="hd2"/>
                  </a:cxn>
                  <a:cxn ang="5400000">
                    <a:pos x="wd2" y="hd2"/>
                  </a:cxn>
                  <a:cxn ang="10800000">
                    <a:pos x="wd2" y="hd2"/>
                  </a:cxn>
                  <a:cxn ang="16200000">
                    <a:pos x="wd2" y="hd2"/>
                  </a:cxn>
                </a:cxnLst>
                <a:rect l="0" t="0" r="r" b="b"/>
                <a:pathLst>
                  <a:path w="21600" h="21600" extrusionOk="0">
                    <a:moveTo>
                      <a:pt x="20902" y="10117"/>
                    </a:moveTo>
                    <a:cubicBezTo>
                      <a:pt x="11490" y="10117"/>
                      <a:pt x="11490" y="10117"/>
                      <a:pt x="11490" y="10117"/>
                    </a:cubicBezTo>
                    <a:cubicBezTo>
                      <a:pt x="11490" y="683"/>
                      <a:pt x="11490" y="683"/>
                      <a:pt x="11490" y="683"/>
                    </a:cubicBezTo>
                    <a:cubicBezTo>
                      <a:pt x="11490" y="302"/>
                      <a:pt x="11173" y="0"/>
                      <a:pt x="10792" y="0"/>
                    </a:cubicBezTo>
                    <a:cubicBezTo>
                      <a:pt x="4841" y="0"/>
                      <a:pt x="0" y="4844"/>
                      <a:pt x="0" y="10800"/>
                    </a:cubicBezTo>
                    <a:cubicBezTo>
                      <a:pt x="0" y="16756"/>
                      <a:pt x="4841" y="21600"/>
                      <a:pt x="10792" y="21600"/>
                    </a:cubicBezTo>
                    <a:cubicBezTo>
                      <a:pt x="16744" y="21600"/>
                      <a:pt x="21600" y="16756"/>
                      <a:pt x="21600" y="10800"/>
                    </a:cubicBezTo>
                    <a:cubicBezTo>
                      <a:pt x="21600" y="10419"/>
                      <a:pt x="21283" y="10117"/>
                      <a:pt x="20902" y="10117"/>
                    </a:cubicBezTo>
                    <a:close/>
                    <a:moveTo>
                      <a:pt x="10792" y="20234"/>
                    </a:moveTo>
                    <a:cubicBezTo>
                      <a:pt x="5602" y="20234"/>
                      <a:pt x="1365" y="15994"/>
                      <a:pt x="1365" y="10800"/>
                    </a:cubicBezTo>
                    <a:cubicBezTo>
                      <a:pt x="1365" y="5829"/>
                      <a:pt x="5237" y="1747"/>
                      <a:pt x="10110" y="1398"/>
                    </a:cubicBezTo>
                    <a:cubicBezTo>
                      <a:pt x="10110" y="10800"/>
                      <a:pt x="10110" y="10800"/>
                      <a:pt x="10110" y="10800"/>
                    </a:cubicBezTo>
                    <a:cubicBezTo>
                      <a:pt x="10110" y="11181"/>
                      <a:pt x="10411" y="11483"/>
                      <a:pt x="10792" y="11483"/>
                    </a:cubicBezTo>
                    <a:cubicBezTo>
                      <a:pt x="20203" y="11483"/>
                      <a:pt x="20203" y="11483"/>
                      <a:pt x="20203" y="11483"/>
                    </a:cubicBezTo>
                    <a:cubicBezTo>
                      <a:pt x="19854" y="16375"/>
                      <a:pt x="15760" y="20234"/>
                      <a:pt x="10792" y="20234"/>
                    </a:cubicBezTo>
                    <a:close/>
                    <a:moveTo>
                      <a:pt x="10792" y="20234"/>
                    </a:moveTo>
                    <a:cubicBezTo>
                      <a:pt x="10792" y="20234"/>
                      <a:pt x="10792" y="20234"/>
                      <a:pt x="10792" y="20234"/>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95" name="slot_795"/>
              <p:cNvSpPr/>
              <p:nvPr/>
            </p:nvSpPr>
            <p:spPr>
              <a:xfrm>
                <a:off x="274637" y="-1"/>
                <a:ext cx="249239" cy="249239"/>
              </a:xfrm>
              <a:custGeom>
                <a:avLst/>
                <a:gdLst/>
                <a:ahLst/>
                <a:cxnLst>
                  <a:cxn ang="0">
                    <a:pos x="wd2" y="hd2"/>
                  </a:cxn>
                  <a:cxn ang="5400000">
                    <a:pos x="wd2" y="hd2"/>
                  </a:cxn>
                  <a:cxn ang="10800000">
                    <a:pos x="wd2" y="hd2"/>
                  </a:cxn>
                  <a:cxn ang="16200000">
                    <a:pos x="wd2" y="hd2"/>
                  </a:cxn>
                </a:cxnLst>
                <a:rect l="0" t="0" r="r" b="b"/>
                <a:pathLst>
                  <a:path w="21600" h="21600" extrusionOk="0">
                    <a:moveTo>
                      <a:pt x="21600" y="20228"/>
                    </a:moveTo>
                    <a:cubicBezTo>
                      <a:pt x="21570" y="15305"/>
                      <a:pt x="19780" y="10561"/>
                      <a:pt x="16528" y="6862"/>
                    </a:cubicBezTo>
                    <a:cubicBezTo>
                      <a:pt x="12650" y="2506"/>
                      <a:pt x="7130" y="0"/>
                      <a:pt x="1313" y="0"/>
                    </a:cubicBezTo>
                    <a:cubicBezTo>
                      <a:pt x="597" y="0"/>
                      <a:pt x="0" y="567"/>
                      <a:pt x="0" y="1283"/>
                    </a:cubicBezTo>
                    <a:cubicBezTo>
                      <a:pt x="0" y="20317"/>
                      <a:pt x="0" y="20317"/>
                      <a:pt x="0" y="20317"/>
                    </a:cubicBezTo>
                    <a:cubicBezTo>
                      <a:pt x="0" y="21033"/>
                      <a:pt x="597" y="21600"/>
                      <a:pt x="1313" y="21600"/>
                    </a:cubicBezTo>
                    <a:cubicBezTo>
                      <a:pt x="20317" y="21600"/>
                      <a:pt x="20317" y="21600"/>
                      <a:pt x="20317" y="21600"/>
                    </a:cubicBezTo>
                    <a:cubicBezTo>
                      <a:pt x="21033" y="21600"/>
                      <a:pt x="21600" y="21033"/>
                      <a:pt x="21600" y="20317"/>
                    </a:cubicBezTo>
                    <a:lnTo>
                      <a:pt x="21600" y="20228"/>
                    </a:lnTo>
                    <a:close/>
                    <a:moveTo>
                      <a:pt x="2596" y="19034"/>
                    </a:moveTo>
                    <a:cubicBezTo>
                      <a:pt x="2596" y="2655"/>
                      <a:pt x="2596" y="2655"/>
                      <a:pt x="2596" y="2655"/>
                    </a:cubicBezTo>
                    <a:cubicBezTo>
                      <a:pt x="7190" y="2983"/>
                      <a:pt x="11516" y="5102"/>
                      <a:pt x="14589" y="8592"/>
                    </a:cubicBezTo>
                    <a:cubicBezTo>
                      <a:pt x="17155" y="11486"/>
                      <a:pt x="18676" y="15156"/>
                      <a:pt x="18975" y="19034"/>
                    </a:cubicBezTo>
                    <a:lnTo>
                      <a:pt x="2596" y="19034"/>
                    </a:lnTo>
                    <a:close/>
                    <a:moveTo>
                      <a:pt x="2596" y="19034"/>
                    </a:moveTo>
                    <a:cubicBezTo>
                      <a:pt x="2596" y="19034"/>
                      <a:pt x="2596" y="19034"/>
                      <a:pt x="2596" y="19034"/>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grpSp>
      </p:gr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45" name="picture_45" descr="picture_45"/>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050" y="132398"/>
            <a:ext cx="8477250" cy="761048"/>
          </a:xfrm>
          <a:prstGeom prst="rect">
            <a:avLst/>
          </a:prstGeom>
        </p:spPr>
        <p:txBody>
          <a:bodyPr anchor="ctr">
            <a:normAutofit fontScale="95000"/>
          </a:bodyPr>
          <a:lstStyle>
            <a:lvl1pPr algn="l" defTabSz="914400" rtl="0" eaLnBrk="1" latinLnBrk="0" hangingPunct="1">
              <a:lnSpc>
                <a:spcPct val="90000"/>
              </a:lnSpc>
              <a:spcBef>
                <a:spcPct val="0"/>
              </a:spcBef>
              <a:buNone/>
              <a:defRPr sz="435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sz="4350"/>
            </a:pPr>
            <a:r>
              <a:rPr kumimoji="0" lang="zh-CN" altLang="en-US" sz="435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两种传播模式</a:t>
            </a:r>
          </a:p>
        </p:txBody>
      </p:sp>
      <p:sp>
        <p:nvSpPr>
          <p:cNvPr id="645" name="slot_645"/>
          <p:cNvSpPr/>
          <p:nvPr/>
        </p:nvSpPr>
        <p:spPr>
          <a:xfrm flipH="1">
            <a:off x="1019175" y="1962150"/>
            <a:ext cx="4953000" cy="3990975"/>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646" name="slot_646"/>
          <p:cNvSpPr/>
          <p:nvPr/>
        </p:nvSpPr>
        <p:spPr>
          <a:xfrm flipH="1">
            <a:off x="6448425" y="1962150"/>
            <a:ext cx="4953000" cy="3990975"/>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648" name="slot_648"/>
          <p:cNvSpPr/>
          <p:nvPr/>
        </p:nvSpPr>
        <p:spPr>
          <a:xfrm>
            <a:off x="838200" y="1781175"/>
            <a:ext cx="4953000" cy="3990975"/>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649" name="slot_649"/>
          <p:cNvSpPr/>
          <p:nvPr/>
        </p:nvSpPr>
        <p:spPr>
          <a:xfrm>
            <a:off x="1219200" y="1457325"/>
            <a:ext cx="3619500" cy="542925"/>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625">
                <a:solidFill>
                  <a:srgbClr val="FFFFFF"/>
                </a:solidFill>
              </a:defRPr>
            </a:pPr>
            <a:r>
              <a:rPr lang="zh-CN" sz="2625">
                <a:latin typeface="仓耳玄三M W05" panose="02020400000000000000" charset="-122"/>
                <a:ea typeface="仓耳玄三M W05" panose="02020400000000000000" charset="-122"/>
              </a:rPr>
              <a:t>线性传播模式</a:t>
            </a:r>
          </a:p>
        </p:txBody>
      </p:sp>
      <p:sp>
        <p:nvSpPr>
          <p:cNvPr id="650" name="slot_650"/>
          <p:cNvSpPr/>
          <p:nvPr/>
        </p:nvSpPr>
        <p:spPr>
          <a:xfrm>
            <a:off x="6267450" y="1781175"/>
            <a:ext cx="4953000" cy="3990975"/>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651" name="slot_651"/>
          <p:cNvSpPr/>
          <p:nvPr/>
        </p:nvSpPr>
        <p:spPr>
          <a:xfrm>
            <a:off x="6648450" y="1457325"/>
            <a:ext cx="3619500" cy="542925"/>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625">
                <a:solidFill>
                  <a:srgbClr val="FFFFFF"/>
                </a:solidFill>
              </a:defRPr>
            </a:pPr>
            <a:r>
              <a:rPr lang="zh-CN" sz="2625">
                <a:latin typeface="仓耳玄三M W05" panose="02020400000000000000" charset="-122"/>
                <a:ea typeface="仓耳玄三M W05" panose="02020400000000000000" charset="-122"/>
                <a:sym typeface="+mn-ea"/>
              </a:rPr>
              <a:t>控制论传播模式</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17</a:t>
            </a:fld>
            <a:endParaRPr lang="zh-CN" altLang="en-US" dirty="0">
              <a:solidFill>
                <a:srgbClr val="3C5D74"/>
              </a:solidFill>
              <a:latin typeface="仓耳玄三M W05" panose="02020400000000000000" charset="-122"/>
              <a:ea typeface="仓耳玄三M W05" panose="02020400000000000000" charset="-122"/>
            </a:endParaRPr>
          </a:p>
        </p:txBody>
      </p:sp>
      <p:sp>
        <p:nvSpPr>
          <p:cNvPr id="753" name="revision_linear_logic">
            <a:extLst>
              <a:ext uri="{FF2B5EF4-FFF2-40B4-BE49-F238E27FC236}">
                <a16:creationId xmlns:a16="http://schemas.microsoft.com/office/drawing/2014/main" id="{B40C01F6-138C-4B80-B397-C91648744C04}"/>
              </a:ext>
            </a:extLst>
          </p:cNvPr>
          <p:cNvSpPr>
            <a:spLocks noGrp="1"/>
          </p:cNvSpPr>
          <p:nvPr/>
        </p:nvSpPr>
        <p:spPr>
          <a:xfrm>
            <a:off x="1095375" y="2219325"/>
            <a:ext cx="4476750" cy="619125"/>
          </a:xfrm>
          <a:prstGeom prst="rect">
            <a:avLst/>
          </a:prstGeom>
          <a:noFill/>
          <a:ln w="0">
            <a:noFill/>
          </a:ln>
        </p:spPr>
        <p:txBody>
          <a:bodyPr wrap="square" lIns="0" tIns="0" rIns="0" bIns="0" anchor="t">
            <a:noAutofit/>
          </a:bodyPr>
          <a:lstStyle>
            <a:defPPr algn="l">
              <a:defRPr sz="1950" b="1">
                <a:solidFill>
                  <a:srgbClr val="A53836"/>
                </a:solidFill>
                <a:latin typeface="微软雅黑"/>
                <a:ea typeface="微软雅黑"/>
                <a:cs typeface="微软雅黑"/>
              </a:defRPr>
            </a:defPPr>
            <a:lvl1pPr algn="l">
              <a:defRPr sz="1950" b="1">
                <a:solidFill>
                  <a:srgbClr val="A53836"/>
                </a:solidFill>
                <a:latin typeface="微软雅黑"/>
                <a:ea typeface="微软雅黑"/>
                <a:cs typeface="微软雅黑"/>
              </a:defRPr>
            </a:lvl1pPr>
            <a:lvl2pPr algn="l">
              <a:defRPr sz="1950" b="1">
                <a:solidFill>
                  <a:srgbClr val="A53836"/>
                </a:solidFill>
                <a:latin typeface="微软雅黑"/>
                <a:ea typeface="微软雅黑"/>
                <a:cs typeface="微软雅黑"/>
              </a:defRPr>
            </a:lvl2pPr>
            <a:lvl3pPr algn="l">
              <a:defRPr sz="1950" b="1">
                <a:solidFill>
                  <a:srgbClr val="A53836"/>
                </a:solidFill>
                <a:latin typeface="微软雅黑"/>
                <a:ea typeface="微软雅黑"/>
                <a:cs typeface="微软雅黑"/>
              </a:defRPr>
            </a:lvl3pPr>
            <a:lvl4pPr algn="l">
              <a:defRPr sz="1950" b="1">
                <a:solidFill>
                  <a:srgbClr val="A53836"/>
                </a:solidFill>
                <a:latin typeface="微软雅黑"/>
                <a:ea typeface="微软雅黑"/>
                <a:cs typeface="微软雅黑"/>
              </a:defRPr>
            </a:lvl4pPr>
            <a:lvl5pPr algn="l">
              <a:defRPr sz="1950" b="1">
                <a:solidFill>
                  <a:srgbClr val="A53836"/>
                </a:solidFill>
                <a:latin typeface="微软雅黑"/>
                <a:ea typeface="微软雅黑"/>
                <a:cs typeface="微软雅黑"/>
              </a:defRPr>
            </a:lvl5pPr>
            <a:lvl6pPr algn="l">
              <a:defRPr sz="1950" b="1">
                <a:solidFill>
                  <a:srgbClr val="A53836"/>
                </a:solidFill>
                <a:latin typeface="微软雅黑"/>
                <a:ea typeface="微软雅黑"/>
                <a:cs typeface="微软雅黑"/>
              </a:defRPr>
            </a:lvl6pPr>
            <a:lvl7pPr algn="l">
              <a:defRPr sz="1950" b="1">
                <a:solidFill>
                  <a:srgbClr val="A53836"/>
                </a:solidFill>
                <a:latin typeface="微软雅黑"/>
                <a:ea typeface="微软雅黑"/>
                <a:cs typeface="微软雅黑"/>
              </a:defRPr>
            </a:lvl7pPr>
            <a:lvl8pPr algn="l">
              <a:defRPr sz="1950" b="1">
                <a:solidFill>
                  <a:srgbClr val="A53836"/>
                </a:solidFill>
                <a:latin typeface="微软雅黑"/>
                <a:ea typeface="微软雅黑"/>
                <a:cs typeface="微软雅黑"/>
              </a:defRPr>
            </a:lvl8pPr>
            <a:lvl9pPr algn="l">
              <a:defRPr sz="1950" b="1">
                <a:solidFill>
                  <a:srgbClr val="A53836"/>
                </a:solidFill>
                <a:latin typeface="微软雅黑"/>
                <a:ea typeface="微软雅黑"/>
                <a:cs typeface="微软雅黑"/>
              </a:defRPr>
            </a:lvl9pPr>
          </a:lstStyle>
          <a:p>
            <a:pPr algn="l">
              <a:lnSpc>
                <a:spcPct val="120000"/>
              </a:lnSpc>
              <a:buNone/>
              <a:defRPr sz="1950" b="1">
                <a:solidFill>
                  <a:srgbClr val="A53836"/>
                </a:solidFill>
                <a:latin typeface="微软雅黑"/>
                <a:ea typeface="微软雅黑"/>
                <a:cs typeface="微软雅黑"/>
              </a:defRPr>
            </a:pPr>
            <a:r>
              <a:rPr sz="1950" b="1" dirty="0" err="1">
                <a:solidFill>
                  <a:srgbClr val="A53836"/>
                </a:solidFill>
                <a:latin typeface="微软雅黑"/>
                <a:ea typeface="微软雅黑"/>
                <a:cs typeface="微软雅黑"/>
              </a:rPr>
              <a:t>组织信息</a:t>
            </a:r>
            <a:r>
              <a:rPr sz="1950" b="1" dirty="0">
                <a:solidFill>
                  <a:srgbClr val="A53836"/>
                </a:solidFill>
                <a:latin typeface="微软雅黑"/>
                <a:ea typeface="微软雅黑"/>
                <a:cs typeface="微软雅黑"/>
              </a:rPr>
              <a:t> → </a:t>
            </a:r>
            <a:r>
              <a:rPr sz="1950" b="1" dirty="0" err="1">
                <a:solidFill>
                  <a:srgbClr val="A53836"/>
                </a:solidFill>
                <a:latin typeface="微软雅黑"/>
                <a:ea typeface="微软雅黑"/>
                <a:cs typeface="微软雅黑"/>
              </a:rPr>
              <a:t>媒介呈现</a:t>
            </a:r>
            <a:r>
              <a:rPr sz="1950" b="1" dirty="0">
                <a:solidFill>
                  <a:srgbClr val="A53836"/>
                </a:solidFill>
                <a:latin typeface="微软雅黑"/>
                <a:ea typeface="微软雅黑"/>
                <a:cs typeface="微软雅黑"/>
              </a:rPr>
              <a:t> → </a:t>
            </a:r>
            <a:r>
              <a:rPr sz="1950" b="1" dirty="0" err="1">
                <a:solidFill>
                  <a:srgbClr val="A53836"/>
                </a:solidFill>
                <a:latin typeface="微软雅黑"/>
                <a:ea typeface="微软雅黑"/>
                <a:cs typeface="微软雅黑"/>
              </a:rPr>
              <a:t>接收理解</a:t>
            </a:r>
            <a:endParaRPr sz="1950" b="1" dirty="0">
              <a:solidFill>
                <a:srgbClr val="A53836"/>
              </a:solidFill>
              <a:latin typeface="微软雅黑"/>
              <a:ea typeface="微软雅黑"/>
              <a:cs typeface="微软雅黑"/>
            </a:endParaRPr>
          </a:p>
        </p:txBody>
      </p:sp>
      <p:sp>
        <p:nvSpPr>
          <p:cNvPr id="754" name="revision_linear_detail">
            <a:extLst>
              <a:ext uri="{FF2B5EF4-FFF2-40B4-BE49-F238E27FC236}">
                <a16:creationId xmlns:a16="http://schemas.microsoft.com/office/drawing/2014/main" id="{C6A53F02-0B4F-443D-AEF7-5686BAFCF7E4}"/>
              </a:ext>
            </a:extLst>
          </p:cNvPr>
          <p:cNvSpPr>
            <a:spLocks noGrp="1"/>
          </p:cNvSpPr>
          <p:nvPr/>
        </p:nvSpPr>
        <p:spPr>
          <a:xfrm>
            <a:off x="1095375" y="3067050"/>
            <a:ext cx="4476750" cy="2590800"/>
          </a:xfrm>
          <a:prstGeom prst="rect">
            <a:avLst/>
          </a:prstGeom>
          <a:noFill/>
          <a:ln w="0">
            <a:noFill/>
          </a:ln>
        </p:spPr>
        <p:txBody>
          <a:bodyPr wrap="square" lIns="0" tIns="0" rIns="0" bIns="0" anchor="t">
            <a:noAutofit/>
          </a:bodyPr>
          <a:lstStyle>
            <a:defPPr algn="l">
              <a:defRPr sz="1800" b="0">
                <a:solidFill>
                  <a:srgbClr val="404040"/>
                </a:solidFill>
                <a:latin typeface="微软雅黑"/>
                <a:ea typeface="微软雅黑"/>
                <a:cs typeface="微软雅黑"/>
              </a:defRPr>
            </a:defPPr>
            <a:lvl1pPr algn="l">
              <a:defRPr sz="1800" b="0">
                <a:solidFill>
                  <a:srgbClr val="404040"/>
                </a:solidFill>
                <a:latin typeface="微软雅黑"/>
                <a:ea typeface="微软雅黑"/>
                <a:cs typeface="微软雅黑"/>
              </a:defRPr>
            </a:lvl1pPr>
            <a:lvl2pPr algn="l">
              <a:defRPr sz="1800" b="0">
                <a:solidFill>
                  <a:srgbClr val="404040"/>
                </a:solidFill>
                <a:latin typeface="微软雅黑"/>
                <a:ea typeface="微软雅黑"/>
                <a:cs typeface="微软雅黑"/>
              </a:defRPr>
            </a:lvl2pPr>
            <a:lvl3pPr algn="l">
              <a:defRPr sz="1800" b="0">
                <a:solidFill>
                  <a:srgbClr val="404040"/>
                </a:solidFill>
                <a:latin typeface="微软雅黑"/>
                <a:ea typeface="微软雅黑"/>
                <a:cs typeface="微软雅黑"/>
              </a:defRPr>
            </a:lvl3pPr>
            <a:lvl4pPr algn="l">
              <a:defRPr sz="1800" b="0">
                <a:solidFill>
                  <a:srgbClr val="404040"/>
                </a:solidFill>
                <a:latin typeface="微软雅黑"/>
                <a:ea typeface="微软雅黑"/>
                <a:cs typeface="微软雅黑"/>
              </a:defRPr>
            </a:lvl4pPr>
            <a:lvl5pPr algn="l">
              <a:defRPr sz="1800" b="0">
                <a:solidFill>
                  <a:srgbClr val="404040"/>
                </a:solidFill>
                <a:latin typeface="微软雅黑"/>
                <a:ea typeface="微软雅黑"/>
                <a:cs typeface="微软雅黑"/>
              </a:defRPr>
            </a:lvl5pPr>
            <a:lvl6pPr algn="l">
              <a:defRPr sz="1800" b="0">
                <a:solidFill>
                  <a:srgbClr val="404040"/>
                </a:solidFill>
                <a:latin typeface="微软雅黑"/>
                <a:ea typeface="微软雅黑"/>
                <a:cs typeface="微软雅黑"/>
              </a:defRPr>
            </a:lvl6pPr>
            <a:lvl7pPr algn="l">
              <a:defRPr sz="1800" b="0">
                <a:solidFill>
                  <a:srgbClr val="404040"/>
                </a:solidFill>
                <a:latin typeface="微软雅黑"/>
                <a:ea typeface="微软雅黑"/>
                <a:cs typeface="微软雅黑"/>
              </a:defRPr>
            </a:lvl7pPr>
            <a:lvl8pPr algn="l">
              <a:defRPr sz="1800" b="0">
                <a:solidFill>
                  <a:srgbClr val="404040"/>
                </a:solidFill>
                <a:latin typeface="微软雅黑"/>
                <a:ea typeface="微软雅黑"/>
                <a:cs typeface="微软雅黑"/>
              </a:defRPr>
            </a:lvl8pPr>
            <a:lvl9pPr algn="l">
              <a:defRPr sz="1800" b="0">
                <a:solidFill>
                  <a:srgbClr val="404040"/>
                </a:solidFill>
                <a:latin typeface="微软雅黑"/>
                <a:ea typeface="微软雅黑"/>
                <a:cs typeface="微软雅黑"/>
              </a:defRPr>
            </a:lvl9pPr>
          </a:lstStyle>
          <a:p>
            <a:pPr marL="285750" indent="-285750" algn="l">
              <a:lnSpc>
                <a:spcPct val="120000"/>
              </a:lnSpc>
              <a:buFont typeface="Wingdings" panose="05000000000000000000" pitchFamily="2" charset="2"/>
              <a:buChar char="l"/>
              <a:defRPr sz="1800" b="0">
                <a:solidFill>
                  <a:srgbClr val="404040"/>
                </a:solidFill>
                <a:latin typeface="微软雅黑"/>
                <a:ea typeface="微软雅黑"/>
                <a:cs typeface="微软雅黑"/>
              </a:defRPr>
            </a:pPr>
            <a:r>
              <a:rPr lang="zh-CN" altLang="en-US" sz="1800" b="0" dirty="0">
                <a:solidFill>
                  <a:srgbClr val="404040"/>
                </a:solidFill>
                <a:latin typeface="微软雅黑"/>
                <a:ea typeface="微软雅黑"/>
                <a:cs typeface="微软雅黑"/>
              </a:rPr>
              <a:t>传播者对信息进行选择、组织和编码，通过媒介传递给受众</a:t>
            </a:r>
            <a:endParaRPr lang="en-US" altLang="zh-CN" sz="1800" b="0" dirty="0">
              <a:solidFill>
                <a:srgbClr val="404040"/>
              </a:solidFill>
              <a:latin typeface="微软雅黑"/>
              <a:ea typeface="微软雅黑"/>
              <a:cs typeface="微软雅黑"/>
            </a:endParaRPr>
          </a:p>
          <a:p>
            <a:pPr marL="285750" indent="-285750" algn="l">
              <a:lnSpc>
                <a:spcPct val="120000"/>
              </a:lnSpc>
              <a:buFont typeface="Wingdings" panose="05000000000000000000" pitchFamily="2" charset="2"/>
              <a:buChar char="l"/>
              <a:defRPr sz="1800" b="0">
                <a:solidFill>
                  <a:srgbClr val="404040"/>
                </a:solidFill>
                <a:latin typeface="微软雅黑"/>
                <a:ea typeface="微软雅黑"/>
                <a:cs typeface="微软雅黑"/>
              </a:defRPr>
            </a:pPr>
            <a:r>
              <a:rPr lang="zh-CN" altLang="en-US" sz="1800" b="0" dirty="0">
                <a:solidFill>
                  <a:srgbClr val="404040"/>
                </a:solidFill>
                <a:latin typeface="微软雅黑"/>
                <a:ea typeface="微软雅黑"/>
                <a:cs typeface="微软雅黑"/>
              </a:rPr>
              <a:t>传播过程通常按照预先设定的顺序展开，适合在有限时间内集中传递相对完整的信息</a:t>
            </a:r>
          </a:p>
        </p:txBody>
      </p:sp>
      <p:sp>
        <p:nvSpPr>
          <p:cNvPr id="755" name="revision_feedback_logic">
            <a:extLst>
              <a:ext uri="{FF2B5EF4-FFF2-40B4-BE49-F238E27FC236}">
                <a16:creationId xmlns:a16="http://schemas.microsoft.com/office/drawing/2014/main" id="{51C4FA5E-A289-4ED3-9DE7-56BC42094A26}"/>
              </a:ext>
            </a:extLst>
          </p:cNvPr>
          <p:cNvSpPr>
            <a:spLocks noGrp="1"/>
          </p:cNvSpPr>
          <p:nvPr/>
        </p:nvSpPr>
        <p:spPr>
          <a:xfrm>
            <a:off x="6524625" y="2219325"/>
            <a:ext cx="4476750" cy="619125"/>
          </a:xfrm>
          <a:prstGeom prst="rect">
            <a:avLst/>
          </a:prstGeom>
          <a:noFill/>
          <a:ln w="0">
            <a:noFill/>
          </a:ln>
        </p:spPr>
        <p:txBody>
          <a:bodyPr wrap="square" lIns="0" tIns="0" rIns="0" bIns="0" anchor="t">
            <a:noAutofit/>
          </a:bodyPr>
          <a:lstStyle>
            <a:defPPr algn="l">
              <a:defRPr sz="1950" b="1">
                <a:solidFill>
                  <a:srgbClr val="A53836"/>
                </a:solidFill>
                <a:latin typeface="微软雅黑"/>
                <a:ea typeface="微软雅黑"/>
                <a:cs typeface="微软雅黑"/>
              </a:defRPr>
            </a:defPPr>
            <a:lvl1pPr algn="l">
              <a:defRPr sz="1950" b="1">
                <a:solidFill>
                  <a:srgbClr val="A53836"/>
                </a:solidFill>
                <a:latin typeface="微软雅黑"/>
                <a:ea typeface="微软雅黑"/>
                <a:cs typeface="微软雅黑"/>
              </a:defRPr>
            </a:lvl1pPr>
            <a:lvl2pPr algn="l">
              <a:defRPr sz="1950" b="1">
                <a:solidFill>
                  <a:srgbClr val="A53836"/>
                </a:solidFill>
                <a:latin typeface="微软雅黑"/>
                <a:ea typeface="微软雅黑"/>
                <a:cs typeface="微软雅黑"/>
              </a:defRPr>
            </a:lvl2pPr>
            <a:lvl3pPr algn="l">
              <a:defRPr sz="1950" b="1">
                <a:solidFill>
                  <a:srgbClr val="A53836"/>
                </a:solidFill>
                <a:latin typeface="微软雅黑"/>
                <a:ea typeface="微软雅黑"/>
                <a:cs typeface="微软雅黑"/>
              </a:defRPr>
            </a:lvl3pPr>
            <a:lvl4pPr algn="l">
              <a:defRPr sz="1950" b="1">
                <a:solidFill>
                  <a:srgbClr val="A53836"/>
                </a:solidFill>
                <a:latin typeface="微软雅黑"/>
                <a:ea typeface="微软雅黑"/>
                <a:cs typeface="微软雅黑"/>
              </a:defRPr>
            </a:lvl4pPr>
            <a:lvl5pPr algn="l">
              <a:defRPr sz="1950" b="1">
                <a:solidFill>
                  <a:srgbClr val="A53836"/>
                </a:solidFill>
                <a:latin typeface="微软雅黑"/>
                <a:ea typeface="微软雅黑"/>
                <a:cs typeface="微软雅黑"/>
              </a:defRPr>
            </a:lvl5pPr>
            <a:lvl6pPr algn="l">
              <a:defRPr sz="1950" b="1">
                <a:solidFill>
                  <a:srgbClr val="A53836"/>
                </a:solidFill>
                <a:latin typeface="微软雅黑"/>
                <a:ea typeface="微软雅黑"/>
                <a:cs typeface="微软雅黑"/>
              </a:defRPr>
            </a:lvl6pPr>
            <a:lvl7pPr algn="l">
              <a:defRPr sz="1950" b="1">
                <a:solidFill>
                  <a:srgbClr val="A53836"/>
                </a:solidFill>
                <a:latin typeface="微软雅黑"/>
                <a:ea typeface="微软雅黑"/>
                <a:cs typeface="微软雅黑"/>
              </a:defRPr>
            </a:lvl7pPr>
            <a:lvl8pPr algn="l">
              <a:defRPr sz="1950" b="1">
                <a:solidFill>
                  <a:srgbClr val="A53836"/>
                </a:solidFill>
                <a:latin typeface="微软雅黑"/>
                <a:ea typeface="微软雅黑"/>
                <a:cs typeface="微软雅黑"/>
              </a:defRPr>
            </a:lvl8pPr>
            <a:lvl9pPr algn="l">
              <a:defRPr sz="1950" b="1">
                <a:solidFill>
                  <a:srgbClr val="A53836"/>
                </a:solidFill>
                <a:latin typeface="微软雅黑"/>
                <a:ea typeface="微软雅黑"/>
                <a:cs typeface="微软雅黑"/>
              </a:defRPr>
            </a:lvl9pPr>
          </a:lstStyle>
          <a:p>
            <a:pPr algn="l">
              <a:lnSpc>
                <a:spcPct val="120000"/>
              </a:lnSpc>
              <a:buNone/>
              <a:defRPr sz="1950" b="1">
                <a:solidFill>
                  <a:srgbClr val="A53836"/>
                </a:solidFill>
                <a:latin typeface="微软雅黑"/>
                <a:ea typeface="微软雅黑"/>
                <a:cs typeface="微软雅黑"/>
              </a:defRPr>
            </a:pPr>
            <a:r>
              <a:rPr sz="1950" b="1" dirty="0" err="1">
                <a:solidFill>
                  <a:srgbClr val="A53836"/>
                </a:solidFill>
                <a:latin typeface="微软雅黑"/>
                <a:ea typeface="微软雅黑"/>
                <a:cs typeface="微软雅黑"/>
              </a:rPr>
              <a:t>行动选择</a:t>
            </a:r>
            <a:r>
              <a:rPr sz="1950" b="1" dirty="0">
                <a:solidFill>
                  <a:srgbClr val="A53836"/>
                </a:solidFill>
                <a:latin typeface="微软雅黑"/>
                <a:ea typeface="微软雅黑"/>
                <a:cs typeface="微软雅黑"/>
              </a:rPr>
              <a:t> → </a:t>
            </a:r>
            <a:r>
              <a:rPr sz="1950" b="1" dirty="0" err="1">
                <a:solidFill>
                  <a:srgbClr val="A53836"/>
                </a:solidFill>
                <a:latin typeface="微软雅黑"/>
                <a:ea typeface="微软雅黑"/>
                <a:cs typeface="微软雅黑"/>
              </a:rPr>
              <a:t>系统反馈</a:t>
            </a:r>
            <a:r>
              <a:rPr sz="1950" b="1" dirty="0">
                <a:solidFill>
                  <a:srgbClr val="A53836"/>
                </a:solidFill>
                <a:latin typeface="微软雅黑"/>
                <a:ea typeface="微软雅黑"/>
                <a:cs typeface="微软雅黑"/>
              </a:rPr>
              <a:t> → </a:t>
            </a:r>
            <a:r>
              <a:rPr sz="1950" b="1" dirty="0" err="1">
                <a:solidFill>
                  <a:srgbClr val="A53836"/>
                </a:solidFill>
                <a:latin typeface="微软雅黑"/>
                <a:ea typeface="微软雅黑"/>
                <a:cs typeface="微软雅黑"/>
              </a:rPr>
              <a:t>调整行动</a:t>
            </a:r>
            <a:endParaRPr sz="1950" b="1" dirty="0">
              <a:solidFill>
                <a:srgbClr val="A53836"/>
              </a:solidFill>
              <a:latin typeface="微软雅黑"/>
              <a:ea typeface="微软雅黑"/>
              <a:cs typeface="微软雅黑"/>
            </a:endParaRPr>
          </a:p>
        </p:txBody>
      </p:sp>
      <p:sp>
        <p:nvSpPr>
          <p:cNvPr id="756" name="revision_feedback_detail">
            <a:extLst>
              <a:ext uri="{FF2B5EF4-FFF2-40B4-BE49-F238E27FC236}">
                <a16:creationId xmlns:a16="http://schemas.microsoft.com/office/drawing/2014/main" id="{C136DB9E-1553-4320-9169-7C5BA5B9E492}"/>
              </a:ext>
            </a:extLst>
          </p:cNvPr>
          <p:cNvSpPr>
            <a:spLocks noGrp="1"/>
          </p:cNvSpPr>
          <p:nvPr/>
        </p:nvSpPr>
        <p:spPr>
          <a:xfrm>
            <a:off x="6524625" y="3067050"/>
            <a:ext cx="4476750" cy="2428875"/>
          </a:xfrm>
          <a:prstGeom prst="rect">
            <a:avLst/>
          </a:prstGeom>
          <a:noFill/>
          <a:ln w="0">
            <a:noFill/>
          </a:ln>
        </p:spPr>
        <p:txBody>
          <a:bodyPr wrap="square" lIns="0" tIns="0" rIns="0" bIns="0" anchor="t">
            <a:noAutofit/>
          </a:bodyPr>
          <a:lstStyle>
            <a:defPPr algn="l">
              <a:defRPr sz="1800" b="0">
                <a:solidFill>
                  <a:srgbClr val="404040"/>
                </a:solidFill>
                <a:latin typeface="微软雅黑"/>
                <a:ea typeface="微软雅黑"/>
                <a:cs typeface="微软雅黑"/>
              </a:defRPr>
            </a:defPPr>
            <a:lvl1pPr algn="l">
              <a:defRPr sz="1800" b="0">
                <a:solidFill>
                  <a:srgbClr val="404040"/>
                </a:solidFill>
                <a:latin typeface="微软雅黑"/>
                <a:ea typeface="微软雅黑"/>
                <a:cs typeface="微软雅黑"/>
              </a:defRPr>
            </a:lvl1pPr>
            <a:lvl2pPr algn="l">
              <a:defRPr sz="1800" b="0">
                <a:solidFill>
                  <a:srgbClr val="404040"/>
                </a:solidFill>
                <a:latin typeface="微软雅黑"/>
                <a:ea typeface="微软雅黑"/>
                <a:cs typeface="微软雅黑"/>
              </a:defRPr>
            </a:lvl2pPr>
            <a:lvl3pPr algn="l">
              <a:defRPr sz="1800" b="0">
                <a:solidFill>
                  <a:srgbClr val="404040"/>
                </a:solidFill>
                <a:latin typeface="微软雅黑"/>
                <a:ea typeface="微软雅黑"/>
                <a:cs typeface="微软雅黑"/>
              </a:defRPr>
            </a:lvl3pPr>
            <a:lvl4pPr algn="l">
              <a:defRPr sz="1800" b="0">
                <a:solidFill>
                  <a:srgbClr val="404040"/>
                </a:solidFill>
                <a:latin typeface="微软雅黑"/>
                <a:ea typeface="微软雅黑"/>
                <a:cs typeface="微软雅黑"/>
              </a:defRPr>
            </a:lvl4pPr>
            <a:lvl5pPr algn="l">
              <a:defRPr sz="1800" b="0">
                <a:solidFill>
                  <a:srgbClr val="404040"/>
                </a:solidFill>
                <a:latin typeface="微软雅黑"/>
                <a:ea typeface="微软雅黑"/>
                <a:cs typeface="微软雅黑"/>
              </a:defRPr>
            </a:lvl5pPr>
            <a:lvl6pPr algn="l">
              <a:defRPr sz="1800" b="0">
                <a:solidFill>
                  <a:srgbClr val="404040"/>
                </a:solidFill>
                <a:latin typeface="微软雅黑"/>
                <a:ea typeface="微软雅黑"/>
                <a:cs typeface="微软雅黑"/>
              </a:defRPr>
            </a:lvl6pPr>
            <a:lvl7pPr algn="l">
              <a:defRPr sz="1800" b="0">
                <a:solidFill>
                  <a:srgbClr val="404040"/>
                </a:solidFill>
                <a:latin typeface="微软雅黑"/>
                <a:ea typeface="微软雅黑"/>
                <a:cs typeface="微软雅黑"/>
              </a:defRPr>
            </a:lvl7pPr>
            <a:lvl8pPr algn="l">
              <a:defRPr sz="1800" b="0">
                <a:solidFill>
                  <a:srgbClr val="404040"/>
                </a:solidFill>
                <a:latin typeface="微软雅黑"/>
                <a:ea typeface="微软雅黑"/>
                <a:cs typeface="微软雅黑"/>
              </a:defRPr>
            </a:lvl8pPr>
            <a:lvl9pPr algn="l">
              <a:defRPr sz="1800" b="0">
                <a:solidFill>
                  <a:srgbClr val="404040"/>
                </a:solidFill>
                <a:latin typeface="微软雅黑"/>
                <a:ea typeface="微软雅黑"/>
                <a:cs typeface="微软雅黑"/>
              </a:defRPr>
            </a:lvl9pPr>
          </a:lstStyle>
          <a:p>
            <a:pPr marL="285750" indent="-285750" algn="l">
              <a:lnSpc>
                <a:spcPct val="120000"/>
              </a:lnSpc>
              <a:buFont typeface="Wingdings" panose="05000000000000000000" pitchFamily="2" charset="2"/>
              <a:buChar char="l"/>
              <a:defRPr sz="1800" b="0">
                <a:solidFill>
                  <a:srgbClr val="404040"/>
                </a:solidFill>
                <a:latin typeface="微软雅黑"/>
                <a:ea typeface="微软雅黑"/>
                <a:cs typeface="微软雅黑"/>
              </a:defRPr>
            </a:pPr>
            <a:r>
              <a:rPr lang="zh-CN" altLang="en-US" sz="1800" b="0" dirty="0">
                <a:solidFill>
                  <a:srgbClr val="404040"/>
                </a:solidFill>
                <a:latin typeface="微软雅黑"/>
                <a:ea typeface="微软雅黑"/>
                <a:cs typeface="微软雅黑"/>
              </a:rPr>
              <a:t>传播过程不仅包含信息传递，还关注接收者的反馈，以及反馈如何影响后续传播</a:t>
            </a:r>
            <a:endParaRPr lang="en-US" altLang="zh-CN" sz="1800" b="0" dirty="0">
              <a:solidFill>
                <a:srgbClr val="404040"/>
              </a:solidFill>
              <a:latin typeface="微软雅黑"/>
              <a:ea typeface="微软雅黑"/>
              <a:cs typeface="微软雅黑"/>
            </a:endParaRPr>
          </a:p>
          <a:p>
            <a:pPr marL="285750" indent="-285750" algn="l">
              <a:lnSpc>
                <a:spcPct val="120000"/>
              </a:lnSpc>
              <a:buFont typeface="Wingdings" panose="05000000000000000000" pitchFamily="2" charset="2"/>
              <a:buChar char="l"/>
              <a:defRPr sz="1800" b="0">
                <a:solidFill>
                  <a:srgbClr val="404040"/>
                </a:solidFill>
                <a:latin typeface="微软雅黑"/>
                <a:ea typeface="微软雅黑"/>
                <a:cs typeface="微软雅黑"/>
              </a:defRPr>
            </a:pPr>
            <a:r>
              <a:rPr lang="zh-CN" altLang="en-US" sz="1800" b="0" dirty="0">
                <a:solidFill>
                  <a:srgbClr val="404040"/>
                </a:solidFill>
                <a:latin typeface="微软雅黑"/>
                <a:ea typeface="微软雅黑"/>
                <a:cs typeface="微软雅黑"/>
              </a:rPr>
              <a:t>通过反馈，传播者可以了解信息接收情况，并据此调整后续的信息内容或传播策略</a:t>
            </a:r>
          </a:p>
        </p:txBody>
      </p:sp>
      <p:sp>
        <p:nvSpPr>
          <p:cNvPr id="35" name="revision_linear_logic">
            <a:extLst>
              <a:ext uri="{FF2B5EF4-FFF2-40B4-BE49-F238E27FC236}">
                <a16:creationId xmlns:a16="http://schemas.microsoft.com/office/drawing/2014/main" id="{0D59BF10-2F08-4AF4-BA20-DF0CC60DFE1F}"/>
              </a:ext>
            </a:extLst>
          </p:cNvPr>
          <p:cNvSpPr>
            <a:spLocks noGrp="1"/>
          </p:cNvSpPr>
          <p:nvPr/>
        </p:nvSpPr>
        <p:spPr>
          <a:xfrm>
            <a:off x="1095375" y="5029200"/>
            <a:ext cx="4476750" cy="619125"/>
          </a:xfrm>
          <a:prstGeom prst="rect">
            <a:avLst/>
          </a:prstGeom>
          <a:noFill/>
          <a:ln w="0">
            <a:noFill/>
          </a:ln>
        </p:spPr>
        <p:txBody>
          <a:bodyPr wrap="square" lIns="0" tIns="0" rIns="0" bIns="0" anchor="t">
            <a:noAutofit/>
          </a:bodyPr>
          <a:lstStyle>
            <a:defPPr algn="l">
              <a:defRPr sz="1950" b="1">
                <a:solidFill>
                  <a:srgbClr val="A53836"/>
                </a:solidFill>
                <a:latin typeface="微软雅黑"/>
                <a:ea typeface="微软雅黑"/>
                <a:cs typeface="微软雅黑"/>
              </a:defRPr>
            </a:defPPr>
            <a:lvl1pPr algn="l">
              <a:defRPr sz="1950" b="1">
                <a:solidFill>
                  <a:srgbClr val="A53836"/>
                </a:solidFill>
                <a:latin typeface="微软雅黑"/>
                <a:ea typeface="微软雅黑"/>
                <a:cs typeface="微软雅黑"/>
              </a:defRPr>
            </a:lvl1pPr>
            <a:lvl2pPr algn="l">
              <a:defRPr sz="1950" b="1">
                <a:solidFill>
                  <a:srgbClr val="A53836"/>
                </a:solidFill>
                <a:latin typeface="微软雅黑"/>
                <a:ea typeface="微软雅黑"/>
                <a:cs typeface="微软雅黑"/>
              </a:defRPr>
            </a:lvl2pPr>
            <a:lvl3pPr algn="l">
              <a:defRPr sz="1950" b="1">
                <a:solidFill>
                  <a:srgbClr val="A53836"/>
                </a:solidFill>
                <a:latin typeface="微软雅黑"/>
                <a:ea typeface="微软雅黑"/>
                <a:cs typeface="微软雅黑"/>
              </a:defRPr>
            </a:lvl3pPr>
            <a:lvl4pPr algn="l">
              <a:defRPr sz="1950" b="1">
                <a:solidFill>
                  <a:srgbClr val="A53836"/>
                </a:solidFill>
                <a:latin typeface="微软雅黑"/>
                <a:ea typeface="微软雅黑"/>
                <a:cs typeface="微软雅黑"/>
              </a:defRPr>
            </a:lvl4pPr>
            <a:lvl5pPr algn="l">
              <a:defRPr sz="1950" b="1">
                <a:solidFill>
                  <a:srgbClr val="A53836"/>
                </a:solidFill>
                <a:latin typeface="微软雅黑"/>
                <a:ea typeface="微软雅黑"/>
                <a:cs typeface="微软雅黑"/>
              </a:defRPr>
            </a:lvl5pPr>
            <a:lvl6pPr algn="l">
              <a:defRPr sz="1950" b="1">
                <a:solidFill>
                  <a:srgbClr val="A53836"/>
                </a:solidFill>
                <a:latin typeface="微软雅黑"/>
                <a:ea typeface="微软雅黑"/>
                <a:cs typeface="微软雅黑"/>
              </a:defRPr>
            </a:lvl6pPr>
            <a:lvl7pPr algn="l">
              <a:defRPr sz="1950" b="1">
                <a:solidFill>
                  <a:srgbClr val="A53836"/>
                </a:solidFill>
                <a:latin typeface="微软雅黑"/>
                <a:ea typeface="微软雅黑"/>
                <a:cs typeface="微软雅黑"/>
              </a:defRPr>
            </a:lvl7pPr>
            <a:lvl8pPr algn="l">
              <a:defRPr sz="1950" b="1">
                <a:solidFill>
                  <a:srgbClr val="A53836"/>
                </a:solidFill>
                <a:latin typeface="微软雅黑"/>
                <a:ea typeface="微软雅黑"/>
                <a:cs typeface="微软雅黑"/>
              </a:defRPr>
            </a:lvl8pPr>
            <a:lvl9pPr algn="l">
              <a:defRPr sz="1950" b="1">
                <a:solidFill>
                  <a:srgbClr val="A53836"/>
                </a:solidFill>
                <a:latin typeface="微软雅黑"/>
                <a:ea typeface="微软雅黑"/>
                <a:cs typeface="微软雅黑"/>
              </a:defRPr>
            </a:lvl9pPr>
          </a:lstStyle>
          <a:p>
            <a:pPr algn="l">
              <a:lnSpc>
                <a:spcPct val="120000"/>
              </a:lnSpc>
              <a:buNone/>
              <a:defRPr sz="1950" b="1">
                <a:solidFill>
                  <a:srgbClr val="A53836"/>
                </a:solidFill>
                <a:latin typeface="微软雅黑"/>
                <a:ea typeface="微软雅黑"/>
                <a:cs typeface="微软雅黑"/>
              </a:defRPr>
            </a:pPr>
            <a:r>
              <a:rPr lang="zh-CN" altLang="en-US" dirty="0"/>
              <a:t>科普视频</a:t>
            </a:r>
            <a:r>
              <a:rPr lang="en-US" altLang="zh-CN" dirty="0"/>
              <a:t>——《</a:t>
            </a:r>
            <a:r>
              <a:rPr lang="zh-CN" altLang="en-US" dirty="0"/>
              <a:t>隔夜“食”验室</a:t>
            </a:r>
            <a:r>
              <a:rPr lang="en-US" altLang="zh-CN" dirty="0"/>
              <a:t>》</a:t>
            </a:r>
            <a:endParaRPr sz="1950" b="1" dirty="0">
              <a:solidFill>
                <a:srgbClr val="A53836"/>
              </a:solidFill>
              <a:latin typeface="微软雅黑"/>
              <a:ea typeface="微软雅黑"/>
              <a:cs typeface="微软雅黑"/>
            </a:endParaRPr>
          </a:p>
        </p:txBody>
      </p:sp>
      <p:sp>
        <p:nvSpPr>
          <p:cNvPr id="36" name="revision_linear_logic">
            <a:extLst>
              <a:ext uri="{FF2B5EF4-FFF2-40B4-BE49-F238E27FC236}">
                <a16:creationId xmlns:a16="http://schemas.microsoft.com/office/drawing/2014/main" id="{40C689B0-AB40-4E01-9BA0-57781B3E64B4}"/>
              </a:ext>
            </a:extLst>
          </p:cNvPr>
          <p:cNvSpPr>
            <a:spLocks noGrp="1"/>
          </p:cNvSpPr>
          <p:nvPr/>
        </p:nvSpPr>
        <p:spPr>
          <a:xfrm>
            <a:off x="6524625" y="5029200"/>
            <a:ext cx="4476750" cy="619125"/>
          </a:xfrm>
          <a:prstGeom prst="rect">
            <a:avLst/>
          </a:prstGeom>
          <a:noFill/>
          <a:ln w="0">
            <a:noFill/>
          </a:ln>
        </p:spPr>
        <p:txBody>
          <a:bodyPr wrap="square" lIns="0" tIns="0" rIns="0" bIns="0" anchor="t">
            <a:noAutofit/>
          </a:bodyPr>
          <a:lstStyle>
            <a:defPPr algn="l">
              <a:defRPr sz="1950" b="1">
                <a:solidFill>
                  <a:srgbClr val="A53836"/>
                </a:solidFill>
                <a:latin typeface="微软雅黑"/>
                <a:ea typeface="微软雅黑"/>
                <a:cs typeface="微软雅黑"/>
              </a:defRPr>
            </a:defPPr>
            <a:lvl1pPr algn="l">
              <a:defRPr sz="1950" b="1">
                <a:solidFill>
                  <a:srgbClr val="A53836"/>
                </a:solidFill>
                <a:latin typeface="微软雅黑"/>
                <a:ea typeface="微软雅黑"/>
                <a:cs typeface="微软雅黑"/>
              </a:defRPr>
            </a:lvl1pPr>
            <a:lvl2pPr algn="l">
              <a:defRPr sz="1950" b="1">
                <a:solidFill>
                  <a:srgbClr val="A53836"/>
                </a:solidFill>
                <a:latin typeface="微软雅黑"/>
                <a:ea typeface="微软雅黑"/>
                <a:cs typeface="微软雅黑"/>
              </a:defRPr>
            </a:lvl2pPr>
            <a:lvl3pPr algn="l">
              <a:defRPr sz="1950" b="1">
                <a:solidFill>
                  <a:srgbClr val="A53836"/>
                </a:solidFill>
                <a:latin typeface="微软雅黑"/>
                <a:ea typeface="微软雅黑"/>
                <a:cs typeface="微软雅黑"/>
              </a:defRPr>
            </a:lvl3pPr>
            <a:lvl4pPr algn="l">
              <a:defRPr sz="1950" b="1">
                <a:solidFill>
                  <a:srgbClr val="A53836"/>
                </a:solidFill>
                <a:latin typeface="微软雅黑"/>
                <a:ea typeface="微软雅黑"/>
                <a:cs typeface="微软雅黑"/>
              </a:defRPr>
            </a:lvl4pPr>
            <a:lvl5pPr algn="l">
              <a:defRPr sz="1950" b="1">
                <a:solidFill>
                  <a:srgbClr val="A53836"/>
                </a:solidFill>
                <a:latin typeface="微软雅黑"/>
                <a:ea typeface="微软雅黑"/>
                <a:cs typeface="微软雅黑"/>
              </a:defRPr>
            </a:lvl5pPr>
            <a:lvl6pPr algn="l">
              <a:defRPr sz="1950" b="1">
                <a:solidFill>
                  <a:srgbClr val="A53836"/>
                </a:solidFill>
                <a:latin typeface="微软雅黑"/>
                <a:ea typeface="微软雅黑"/>
                <a:cs typeface="微软雅黑"/>
              </a:defRPr>
            </a:lvl6pPr>
            <a:lvl7pPr algn="l">
              <a:defRPr sz="1950" b="1">
                <a:solidFill>
                  <a:srgbClr val="A53836"/>
                </a:solidFill>
                <a:latin typeface="微软雅黑"/>
                <a:ea typeface="微软雅黑"/>
                <a:cs typeface="微软雅黑"/>
              </a:defRPr>
            </a:lvl7pPr>
            <a:lvl8pPr algn="l">
              <a:defRPr sz="1950" b="1">
                <a:solidFill>
                  <a:srgbClr val="A53836"/>
                </a:solidFill>
                <a:latin typeface="微软雅黑"/>
                <a:ea typeface="微软雅黑"/>
                <a:cs typeface="微软雅黑"/>
              </a:defRPr>
            </a:lvl8pPr>
            <a:lvl9pPr algn="l">
              <a:defRPr sz="1950" b="1">
                <a:solidFill>
                  <a:srgbClr val="A53836"/>
                </a:solidFill>
                <a:latin typeface="微软雅黑"/>
                <a:ea typeface="微软雅黑"/>
                <a:cs typeface="微软雅黑"/>
              </a:defRPr>
            </a:lvl9pPr>
          </a:lstStyle>
          <a:p>
            <a:pPr algn="l">
              <a:lnSpc>
                <a:spcPct val="120000"/>
              </a:lnSpc>
              <a:buNone/>
              <a:defRPr sz="1950" b="1">
                <a:solidFill>
                  <a:srgbClr val="A53836"/>
                </a:solidFill>
                <a:latin typeface="微软雅黑"/>
                <a:ea typeface="微软雅黑"/>
                <a:cs typeface="微软雅黑"/>
              </a:defRPr>
            </a:pPr>
            <a:r>
              <a:rPr lang="zh-CN" altLang="en-US" dirty="0"/>
              <a:t>卡牌策略游戏</a:t>
            </a:r>
            <a:r>
              <a:rPr lang="en-US" altLang="zh-CN" dirty="0"/>
              <a:t>——《</a:t>
            </a:r>
            <a:r>
              <a:rPr lang="zh-CN" altLang="en-US" dirty="0"/>
              <a:t>好好吃饭</a:t>
            </a:r>
            <a:r>
              <a:rPr lang="en-US" altLang="zh-CN" dirty="0"/>
              <a:t>》</a:t>
            </a:r>
            <a:endParaRPr sz="1950" b="1" dirty="0">
              <a:solidFill>
                <a:srgbClr val="A53836"/>
              </a:solidFill>
              <a:latin typeface="微软雅黑"/>
              <a:ea typeface="微软雅黑"/>
              <a:cs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5" name="picture_15" descr="picture_15"/>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66" name="picture_66" descr="picture_6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050" y="132398"/>
            <a:ext cx="8477250" cy="761048"/>
          </a:xfrm>
          <a:prstGeom prst="rect">
            <a:avLst/>
          </a:prstGeom>
        </p:spPr>
        <p:txBody>
          <a:bodyPr anchor="ctr">
            <a:normAutofit fontScale="95000"/>
          </a:bodyPr>
          <a:lstStyle>
            <a:lvl1pPr algn="l" defTabSz="914400" rtl="0" eaLnBrk="1" latinLnBrk="0" hangingPunct="1">
              <a:lnSpc>
                <a:spcPct val="90000"/>
              </a:lnSpc>
              <a:spcBef>
                <a:spcPct val="0"/>
              </a:spcBef>
              <a:buNone/>
              <a:defRPr sz="405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sz="4050"/>
            </a:pPr>
            <a:r>
              <a:rPr kumimoji="0" lang="zh-CN" altLang="en-US" sz="405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传播模式与媒介选择</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18</a:t>
            </a:fld>
            <a:endParaRPr lang="zh-CN" altLang="en-US" dirty="0">
              <a:solidFill>
                <a:srgbClr val="3C5D74"/>
              </a:solidFill>
              <a:latin typeface="仓耳玄三M W05" panose="02020400000000000000" charset="-122"/>
              <a:ea typeface="仓耳玄三M W05" panose="02020400000000000000" charset="-122"/>
            </a:endParaRPr>
          </a:p>
        </p:txBody>
      </p:sp>
      <p:sp>
        <p:nvSpPr>
          <p:cNvPr id="929" name="revision_media_summary">
            <a:extLst>
              <a:ext uri="{FF2B5EF4-FFF2-40B4-BE49-F238E27FC236}">
                <a16:creationId xmlns:a16="http://schemas.microsoft.com/office/drawing/2014/main" id="{588CDDC5-734C-4006-A281-6E70803509F9}"/>
              </a:ext>
            </a:extLst>
          </p:cNvPr>
          <p:cNvSpPr>
            <a:spLocks noGrp="1"/>
          </p:cNvSpPr>
          <p:nvPr/>
        </p:nvSpPr>
        <p:spPr>
          <a:xfrm>
            <a:off x="809625" y="5257800"/>
            <a:ext cx="10572750" cy="666750"/>
          </a:xfrm>
          <a:prstGeom prst="rect">
            <a:avLst/>
          </a:prstGeom>
          <a:noFill/>
          <a:ln w="0">
            <a:noFill/>
          </a:ln>
        </p:spPr>
        <p:txBody>
          <a:bodyPr wrap="square" lIns="0" tIns="0" rIns="0" bIns="0" anchor="t">
            <a:noAutofit/>
          </a:bodyPr>
          <a:lstStyle>
            <a:defPPr algn="l">
              <a:defRPr sz="1875" b="1">
                <a:solidFill>
                  <a:srgbClr val="63372B"/>
                </a:solidFill>
                <a:latin typeface="微软雅黑"/>
                <a:ea typeface="微软雅黑"/>
                <a:cs typeface="微软雅黑"/>
              </a:defRPr>
            </a:defPPr>
            <a:lvl1pPr algn="l">
              <a:defRPr sz="1875" b="1">
                <a:solidFill>
                  <a:srgbClr val="63372B"/>
                </a:solidFill>
                <a:latin typeface="微软雅黑"/>
                <a:ea typeface="微软雅黑"/>
                <a:cs typeface="微软雅黑"/>
              </a:defRPr>
            </a:lvl1pPr>
            <a:lvl2pPr algn="l">
              <a:defRPr sz="1875" b="1">
                <a:solidFill>
                  <a:srgbClr val="63372B"/>
                </a:solidFill>
                <a:latin typeface="微软雅黑"/>
                <a:ea typeface="微软雅黑"/>
                <a:cs typeface="微软雅黑"/>
              </a:defRPr>
            </a:lvl2pPr>
            <a:lvl3pPr algn="l">
              <a:defRPr sz="1875" b="1">
                <a:solidFill>
                  <a:srgbClr val="63372B"/>
                </a:solidFill>
                <a:latin typeface="微软雅黑"/>
                <a:ea typeface="微软雅黑"/>
                <a:cs typeface="微软雅黑"/>
              </a:defRPr>
            </a:lvl3pPr>
            <a:lvl4pPr algn="l">
              <a:defRPr sz="1875" b="1">
                <a:solidFill>
                  <a:srgbClr val="63372B"/>
                </a:solidFill>
                <a:latin typeface="微软雅黑"/>
                <a:ea typeface="微软雅黑"/>
                <a:cs typeface="微软雅黑"/>
              </a:defRPr>
            </a:lvl4pPr>
            <a:lvl5pPr algn="l">
              <a:defRPr sz="1875" b="1">
                <a:solidFill>
                  <a:srgbClr val="63372B"/>
                </a:solidFill>
                <a:latin typeface="微软雅黑"/>
                <a:ea typeface="微软雅黑"/>
                <a:cs typeface="微软雅黑"/>
              </a:defRPr>
            </a:lvl5pPr>
            <a:lvl6pPr algn="l">
              <a:defRPr sz="1875" b="1">
                <a:solidFill>
                  <a:srgbClr val="63372B"/>
                </a:solidFill>
                <a:latin typeface="微软雅黑"/>
                <a:ea typeface="微软雅黑"/>
                <a:cs typeface="微软雅黑"/>
              </a:defRPr>
            </a:lvl6pPr>
            <a:lvl7pPr algn="l">
              <a:defRPr sz="1875" b="1">
                <a:solidFill>
                  <a:srgbClr val="63372B"/>
                </a:solidFill>
                <a:latin typeface="微软雅黑"/>
                <a:ea typeface="微软雅黑"/>
                <a:cs typeface="微软雅黑"/>
              </a:defRPr>
            </a:lvl7pPr>
            <a:lvl8pPr algn="l">
              <a:defRPr sz="1875" b="1">
                <a:solidFill>
                  <a:srgbClr val="63372B"/>
                </a:solidFill>
                <a:latin typeface="微软雅黑"/>
                <a:ea typeface="微软雅黑"/>
                <a:cs typeface="微软雅黑"/>
              </a:defRPr>
            </a:lvl8pPr>
            <a:lvl9pPr algn="l">
              <a:defRPr sz="1875" b="1">
                <a:solidFill>
                  <a:srgbClr val="63372B"/>
                </a:solidFill>
                <a:latin typeface="微软雅黑"/>
                <a:ea typeface="微软雅黑"/>
                <a:cs typeface="微软雅黑"/>
              </a:defRPr>
            </a:lvl9pPr>
          </a:lstStyle>
          <a:p>
            <a:pPr algn="l">
              <a:lnSpc>
                <a:spcPct val="120000"/>
              </a:lnSpc>
              <a:buNone/>
              <a:defRPr sz="1875" b="1">
                <a:solidFill>
                  <a:srgbClr val="63372B"/>
                </a:solidFill>
                <a:latin typeface="微软雅黑"/>
                <a:ea typeface="微软雅黑"/>
                <a:cs typeface="微软雅黑"/>
              </a:defRPr>
            </a:pPr>
            <a:r>
              <a:rPr lang="zh-CN" altLang="en-US" sz="1875" b="1" dirty="0">
                <a:solidFill>
                  <a:srgbClr val="63372B"/>
                </a:solidFill>
                <a:latin typeface="微软雅黑"/>
                <a:ea typeface="微软雅黑"/>
                <a:cs typeface="微软雅黑"/>
              </a:rPr>
              <a:t>视频侧重集中解释风险与处理方法；游戏通过情境决策和反馈，提供观察与调整的互动体验</a:t>
            </a:r>
            <a:endParaRPr lang="en-US" altLang="zh-CN" sz="1875" b="1" dirty="0">
              <a:solidFill>
                <a:srgbClr val="63372B"/>
              </a:solidFill>
              <a:latin typeface="微软雅黑"/>
              <a:ea typeface="微软雅黑"/>
              <a:cs typeface="微软雅黑"/>
            </a:endParaRPr>
          </a:p>
          <a:p>
            <a:pPr algn="l">
              <a:lnSpc>
                <a:spcPct val="120000"/>
              </a:lnSpc>
              <a:buNone/>
              <a:defRPr sz="1875" b="1">
                <a:solidFill>
                  <a:srgbClr val="63372B"/>
                </a:solidFill>
                <a:latin typeface="微软雅黑"/>
                <a:ea typeface="微软雅黑"/>
                <a:cs typeface="微软雅黑"/>
              </a:defRPr>
            </a:pPr>
            <a:endParaRPr lang="en-US" altLang="zh-CN" sz="1875" b="1" dirty="0">
              <a:solidFill>
                <a:srgbClr val="63372B"/>
              </a:solidFill>
              <a:latin typeface="微软雅黑"/>
              <a:ea typeface="微软雅黑"/>
              <a:cs typeface="微软雅黑"/>
            </a:endParaRPr>
          </a:p>
          <a:p>
            <a:pPr algn="l">
              <a:lnSpc>
                <a:spcPct val="120000"/>
              </a:lnSpc>
              <a:buNone/>
              <a:defRPr sz="1875" b="1">
                <a:solidFill>
                  <a:srgbClr val="63372B"/>
                </a:solidFill>
                <a:latin typeface="微软雅黑"/>
                <a:ea typeface="微软雅黑"/>
                <a:cs typeface="微软雅黑"/>
              </a:defRPr>
            </a:pPr>
            <a:r>
              <a:rPr lang="zh-CN" altLang="en-US" sz="1875" b="1" dirty="0">
                <a:solidFill>
                  <a:srgbClr val="63372B"/>
                </a:solidFill>
                <a:latin typeface="微软雅黑"/>
                <a:ea typeface="微软雅黑"/>
                <a:cs typeface="微软雅黑"/>
              </a:rPr>
              <a:t>两种媒介相互补充，均可面向全年龄人群，但预期不同年龄人群接收上存在偏好</a:t>
            </a:r>
          </a:p>
        </p:txBody>
      </p:sp>
      <p:graphicFrame>
        <p:nvGraphicFramePr>
          <p:cNvPr id="931" name="revision_media_comparison">
            <a:extLst>
              <a:ext uri="{FF2B5EF4-FFF2-40B4-BE49-F238E27FC236}">
                <a16:creationId xmlns:a16="http://schemas.microsoft.com/office/drawing/2014/main" id="{8FD75736-CA35-438B-9656-A55C5D309CE8}"/>
              </a:ext>
            </a:extLst>
          </p:cNvPr>
          <p:cNvGraphicFramePr/>
          <p:nvPr>
            <p:extLst>
              <p:ext uri="{D42A27DB-BD31-4B8C-83A1-F6EECF244321}">
                <p14:modId xmlns:p14="http://schemas.microsoft.com/office/powerpoint/2010/main" val="1722135961"/>
              </p:ext>
            </p:extLst>
          </p:nvPr>
        </p:nvGraphicFramePr>
        <p:xfrm>
          <a:off x="666750" y="1495425"/>
          <a:ext cx="10858500" cy="3543300"/>
        </p:xfrm>
        <a:graphic>
          <a:graphicData uri="http://schemas.openxmlformats.org/drawingml/2006/table">
            <a:tbl>
              <a:tblPr/>
              <a:tblGrid>
                <a:gridCol w="1219200">
                  <a:extLst>
                    <a:ext uri="{9D8B030D-6E8A-4147-A177-3AD203B41FA5}">
                      <a16:colId xmlns:a16="http://schemas.microsoft.com/office/drawing/2014/main" val="20000"/>
                    </a:ext>
                  </a:extLst>
                </a:gridCol>
                <a:gridCol w="506730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95300">
                <a:tc>
                  <a:txBody>
                    <a:bodyPr/>
                    <a:lstStyle/>
                    <a:p>
                      <a:pPr algn="l">
                        <a:lnSpc>
                          <a:spcPct val="115000"/>
                        </a:lnSpc>
                        <a:buNone/>
                      </a:pPr>
                      <a:r>
                        <a:rPr sz="1800" b="1" dirty="0" err="1">
                          <a:solidFill>
                            <a:srgbClr val="FFFFFF"/>
                          </a:solidFill>
                          <a:latin typeface="Arial" panose="020B0604020202020204" pitchFamily="34" charset="0"/>
                          <a:ea typeface="微软雅黑" panose="020B0503020204020204" pitchFamily="34" charset="-122"/>
                          <a:cs typeface="Arial" panose="020B0604020202020204" pitchFamily="34" charset="0"/>
                        </a:rPr>
                        <a:t>设计维度</a:t>
                      </a:r>
                      <a:endParaRPr sz="1800" b="1" dirty="0">
                        <a:solidFill>
                          <a:srgbClr val="FFFFFF"/>
                        </a:solidFill>
                        <a:latin typeface="Arial" panose="020B0604020202020204" pitchFamily="34" charset="0"/>
                        <a:ea typeface="微软雅黑" panose="020B0503020204020204" pitchFamily="34" charset="-122"/>
                        <a:cs typeface="Arial" panose="020B0604020202020204" pitchFamily="34" charset="0"/>
                      </a:endParaRPr>
                    </a:p>
                  </a:txBody>
                  <a:tcPr anchor="ctr">
                    <a:lnL w="9525">
                      <a:solidFill>
                        <a:srgbClr val="D3C7BB"/>
                      </a:solidFill>
                      <a:prstDash val="solid"/>
                    </a:lnL>
                    <a:lnR w="9525">
                      <a:solidFill>
                        <a:srgbClr val="D3C7BB"/>
                      </a:solidFill>
                      <a:prstDash val="solid"/>
                    </a:lnR>
                    <a:lnT w="9525">
                      <a:solidFill>
                        <a:srgbClr val="D3C7BB"/>
                      </a:solidFill>
                      <a:prstDash val="solid"/>
                    </a:lnT>
                    <a:lnB w="9525" cap="flat" cmpd="sng" algn="ctr">
                      <a:solidFill>
                        <a:srgbClr val="D3C7BB"/>
                      </a:solidFill>
                      <a:prstDash val="solid"/>
                      <a:round/>
                      <a:headEnd type="none" w="med" len="med"/>
                      <a:tailEnd type="none" w="med" len="med"/>
                    </a:lnB>
                    <a:solidFill>
                      <a:srgbClr val="A53836"/>
                    </a:solidFill>
                  </a:tcPr>
                </a:tc>
                <a:tc>
                  <a:txBody>
                    <a:bodyPr/>
                    <a:lstStyle/>
                    <a:p>
                      <a:pPr algn="l">
                        <a:lnSpc>
                          <a:spcPct val="115000"/>
                        </a:lnSpc>
                        <a:buNone/>
                      </a:pPr>
                      <a:r>
                        <a:rPr sz="1800" b="1">
                          <a:solidFill>
                            <a:srgbClr val="FFFFFF"/>
                          </a:solidFill>
                          <a:latin typeface="Arial" panose="020B0604020202020204" pitchFamily="34" charset="0"/>
                          <a:ea typeface="微软雅黑" panose="020B0503020204020204" pitchFamily="34" charset="-122"/>
                          <a:cs typeface="Arial" panose="020B0604020202020204" pitchFamily="34" charset="0"/>
                        </a:rPr>
                        <a:t>剧情科普视频</a:t>
                      </a:r>
                    </a:p>
                  </a:txBody>
                  <a:tcPr anchor="ctr">
                    <a:lnL w="9525" cap="flat" cmpd="sng" algn="ctr">
                      <a:solidFill>
                        <a:srgbClr val="D3C7BB"/>
                      </a:solidFill>
                      <a:prstDash val="solid"/>
                      <a:round/>
                      <a:headEnd type="none" w="med" len="med"/>
                      <a:tailEnd type="none" w="med" len="med"/>
                    </a:lnL>
                    <a:lnR w="9525">
                      <a:solidFill>
                        <a:srgbClr val="D3C7BB"/>
                      </a:solidFill>
                      <a:prstDash val="solid"/>
                    </a:lnR>
                    <a:lnT w="9525">
                      <a:solidFill>
                        <a:srgbClr val="D3C7BB"/>
                      </a:solidFill>
                      <a:prstDash val="solid"/>
                    </a:lnT>
                    <a:lnB w="9525" cap="flat" cmpd="sng" algn="ctr">
                      <a:solidFill>
                        <a:srgbClr val="D3C7BB"/>
                      </a:solidFill>
                      <a:prstDash val="solid"/>
                      <a:round/>
                      <a:headEnd type="none" w="med" len="med"/>
                      <a:tailEnd type="none" w="med" len="med"/>
                    </a:lnB>
                    <a:solidFill>
                      <a:srgbClr val="A53836"/>
                    </a:solidFill>
                  </a:tcPr>
                </a:tc>
                <a:tc>
                  <a:txBody>
                    <a:bodyPr/>
                    <a:lstStyle/>
                    <a:p>
                      <a:pPr algn="l">
                        <a:lnSpc>
                          <a:spcPct val="115000"/>
                        </a:lnSpc>
                        <a:buNone/>
                      </a:pPr>
                      <a:r>
                        <a:rPr sz="1800" b="1">
                          <a:solidFill>
                            <a:srgbClr val="FFFFFF"/>
                          </a:solidFill>
                          <a:latin typeface="Arial" panose="020B0604020202020204" pitchFamily="34" charset="0"/>
                          <a:ea typeface="微软雅黑" panose="020B0503020204020204" pitchFamily="34" charset="-122"/>
                          <a:cs typeface="Arial" panose="020B0604020202020204" pitchFamily="34" charset="0"/>
                        </a:rPr>
                        <a:t>《好好吃饭》互动游戏</a:t>
                      </a:r>
                    </a:p>
                  </a:txBody>
                  <a:tcPr anchor="ctr">
                    <a:lnL w="9525" cap="flat" cmpd="sng" algn="ctr">
                      <a:solidFill>
                        <a:srgbClr val="D3C7BB"/>
                      </a:solidFill>
                      <a:prstDash val="solid"/>
                      <a:round/>
                      <a:headEnd type="none" w="med" len="med"/>
                      <a:tailEnd type="none" w="med" len="med"/>
                    </a:lnL>
                    <a:lnR w="9525">
                      <a:solidFill>
                        <a:srgbClr val="D3C7BB"/>
                      </a:solidFill>
                      <a:prstDash val="solid"/>
                    </a:lnR>
                    <a:lnT w="9525">
                      <a:solidFill>
                        <a:srgbClr val="D3C7BB"/>
                      </a:solidFill>
                      <a:prstDash val="solid"/>
                    </a:lnT>
                    <a:lnB w="9525" cap="flat" cmpd="sng" algn="ctr">
                      <a:solidFill>
                        <a:srgbClr val="D3C7BB"/>
                      </a:solidFill>
                      <a:prstDash val="solid"/>
                      <a:round/>
                      <a:headEnd type="none" w="med" len="med"/>
                      <a:tailEnd type="none" w="med" len="med"/>
                    </a:lnB>
                    <a:solidFill>
                      <a:srgbClr val="A53836"/>
                    </a:solidFill>
                  </a:tcPr>
                </a:tc>
                <a:extLst>
                  <a:ext uri="{0D108BD9-81ED-4DB2-BD59-A6C34878D82A}">
                    <a16:rowId xmlns:a16="http://schemas.microsoft.com/office/drawing/2014/main" val="10000"/>
                  </a:ext>
                </a:extLst>
              </a:tr>
              <a:tr h="609600">
                <a:tc>
                  <a:txBody>
                    <a:bodyPr/>
                    <a:lstStyle/>
                    <a:p>
                      <a:r>
                        <a:rPr lang="zh-CN" altLang="en-US" sz="1600" dirty="0">
                          <a:latin typeface="Arial" panose="020B0604020202020204" pitchFamily="34" charset="0"/>
                          <a:ea typeface="微软雅黑" panose="020B0503020204020204" pitchFamily="34" charset="-122"/>
                          <a:cs typeface="Arial" panose="020B0604020202020204" pitchFamily="34" charset="0"/>
                        </a:rPr>
                        <a:t>设计逻辑</a:t>
                      </a:r>
                    </a:p>
                  </a:txBody>
                  <a:tcPr anchor="ctr">
                    <a:lnL w="9525">
                      <a:solidFill>
                        <a:srgbClr val="D3C7BB"/>
                      </a:solidFill>
                      <a:prstDash val="soli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CF9F2"/>
                    </a:solidFill>
                  </a:tcPr>
                </a:tc>
                <a:tc>
                  <a:txBody>
                    <a:bodyPr/>
                    <a:lstStyle/>
                    <a:p>
                      <a:r>
                        <a:rPr lang="zh-CN" altLang="en-US" sz="1600">
                          <a:latin typeface="Arial" panose="020B0604020202020204" pitchFamily="34" charset="0"/>
                          <a:ea typeface="微软雅黑" panose="020B0503020204020204" pitchFamily="34" charset="-122"/>
                          <a:cs typeface="Arial" panose="020B0604020202020204" pitchFamily="34" charset="0"/>
                        </a:rPr>
                        <a:t>借鉴线性传播模式</a:t>
                      </a:r>
                    </a:p>
                  </a:txBody>
                  <a:tcPr anchor="ctr">
                    <a:lnL w="9525" cap="flat" cmpd="sng" algn="ctr">
                      <a:solidFill>
                        <a:srgbClr val="D3C7BB"/>
                      </a:solidFill>
                      <a:prstDash val="solid"/>
                      <a:round/>
                      <a:headEnd type="none" w="med" len="med"/>
                      <a:tailEnd type="none" w="med" len="me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CF9F2"/>
                    </a:solidFill>
                  </a:tcPr>
                </a:tc>
                <a:tc>
                  <a:txBody>
                    <a:bodyPr/>
                    <a:lstStyle/>
                    <a:p>
                      <a:r>
                        <a:rPr lang="zh-CN" altLang="en-US" sz="1600">
                          <a:latin typeface="Arial" panose="020B0604020202020204" pitchFamily="34" charset="0"/>
                          <a:ea typeface="微软雅黑" panose="020B0503020204020204" pitchFamily="34" charset="-122"/>
                          <a:cs typeface="Arial" panose="020B0604020202020204" pitchFamily="34" charset="0"/>
                        </a:rPr>
                        <a:t>借鉴控制论的反馈调节逻辑</a:t>
                      </a:r>
                    </a:p>
                  </a:txBody>
                  <a:tcPr anchor="ctr">
                    <a:lnL w="9525" cap="flat" cmpd="sng" algn="ctr">
                      <a:solidFill>
                        <a:srgbClr val="D3C7BB"/>
                      </a:solidFill>
                      <a:prstDash val="solid"/>
                      <a:round/>
                      <a:headEnd type="none" w="med" len="med"/>
                      <a:tailEnd type="none" w="med" len="me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CF9F2"/>
                    </a:solidFill>
                  </a:tcPr>
                </a:tc>
                <a:extLst>
                  <a:ext uri="{0D108BD9-81ED-4DB2-BD59-A6C34878D82A}">
                    <a16:rowId xmlns:a16="http://schemas.microsoft.com/office/drawing/2014/main" val="10001"/>
                  </a:ext>
                </a:extLst>
              </a:tr>
              <a:tr h="609600">
                <a:tc>
                  <a:txBody>
                    <a:bodyPr/>
                    <a:lstStyle/>
                    <a:p>
                      <a:r>
                        <a:rPr lang="zh-CN" altLang="en-US" sz="1600">
                          <a:latin typeface="Arial" panose="020B0604020202020204" pitchFamily="34" charset="0"/>
                          <a:ea typeface="微软雅黑" panose="020B0503020204020204" pitchFamily="34" charset="-122"/>
                          <a:cs typeface="Arial" panose="020B0604020202020204" pitchFamily="34" charset="0"/>
                        </a:rPr>
                        <a:t>受众参与</a:t>
                      </a:r>
                    </a:p>
                  </a:txBody>
                  <a:tcPr anchor="ctr">
                    <a:lnL w="9525">
                      <a:solidFill>
                        <a:srgbClr val="D3C7BB"/>
                      </a:solidFill>
                      <a:prstDash val="soli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0E6DA"/>
                    </a:solidFill>
                  </a:tcPr>
                </a:tc>
                <a:tc>
                  <a:txBody>
                    <a:bodyPr/>
                    <a:lstStyle/>
                    <a:p>
                      <a:r>
                        <a:rPr lang="zh-CN" altLang="en-US" sz="1600" dirty="0">
                          <a:latin typeface="Arial" panose="020B0604020202020204" pitchFamily="34" charset="0"/>
                          <a:ea typeface="微软雅黑" panose="020B0503020204020204" pitchFamily="34" charset="-122"/>
                          <a:cs typeface="Arial" panose="020B0604020202020204" pitchFamily="34" charset="0"/>
                        </a:rPr>
                        <a:t>跟随剧情，理解风险与处理方法</a:t>
                      </a:r>
                    </a:p>
                  </a:txBody>
                  <a:tcPr anchor="ctr">
                    <a:lnL w="9525" cap="flat" cmpd="sng" algn="ctr">
                      <a:solidFill>
                        <a:srgbClr val="D3C7BB"/>
                      </a:solidFill>
                      <a:prstDash val="solid"/>
                      <a:round/>
                      <a:headEnd type="none" w="med" len="med"/>
                      <a:tailEnd type="none" w="med" len="me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0E6DA"/>
                    </a:solidFill>
                  </a:tcPr>
                </a:tc>
                <a:tc>
                  <a:txBody>
                    <a:bodyPr/>
                    <a:lstStyle/>
                    <a:p>
                      <a:r>
                        <a:rPr lang="zh-CN" altLang="en-US" sz="1600" dirty="0">
                          <a:latin typeface="Arial" panose="020B0604020202020204" pitchFamily="34" charset="0"/>
                          <a:ea typeface="微软雅黑" panose="020B0503020204020204" pitchFamily="34" charset="-122"/>
                          <a:cs typeface="Arial" panose="020B0604020202020204" pitchFamily="34" charset="0"/>
                        </a:rPr>
                        <a:t>作出选择，观察结果并调整策略</a:t>
                      </a:r>
                    </a:p>
                  </a:txBody>
                  <a:tcPr anchor="ctr">
                    <a:lnL w="9525" cap="flat" cmpd="sng" algn="ctr">
                      <a:solidFill>
                        <a:srgbClr val="D3C7BB"/>
                      </a:solidFill>
                      <a:prstDash val="solid"/>
                      <a:round/>
                      <a:headEnd type="none" w="med" len="med"/>
                      <a:tailEnd type="none" w="med" len="me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0E6DA"/>
                    </a:solidFill>
                  </a:tcPr>
                </a:tc>
                <a:extLst>
                  <a:ext uri="{0D108BD9-81ED-4DB2-BD59-A6C34878D82A}">
                    <a16:rowId xmlns:a16="http://schemas.microsoft.com/office/drawing/2014/main" val="10002"/>
                  </a:ext>
                </a:extLst>
              </a:tr>
              <a:tr h="609600">
                <a:tc>
                  <a:txBody>
                    <a:bodyPr/>
                    <a:lstStyle/>
                    <a:p>
                      <a:r>
                        <a:rPr lang="zh-CN" altLang="en-US" sz="1600">
                          <a:latin typeface="Arial" panose="020B0604020202020204" pitchFamily="34" charset="0"/>
                          <a:ea typeface="微软雅黑" panose="020B0503020204020204" pitchFamily="34" charset="-122"/>
                          <a:cs typeface="Arial" panose="020B0604020202020204" pitchFamily="34" charset="0"/>
                        </a:rPr>
                        <a:t>信息组织</a:t>
                      </a:r>
                    </a:p>
                  </a:txBody>
                  <a:tcPr anchor="ctr">
                    <a:lnL w="9525">
                      <a:solidFill>
                        <a:srgbClr val="D3C7BB"/>
                      </a:solidFill>
                      <a:prstDash val="soli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CF9F2"/>
                    </a:solidFill>
                  </a:tcPr>
                </a:tc>
                <a:tc>
                  <a:txBody>
                    <a:bodyPr/>
                    <a:lstStyle/>
                    <a:p>
                      <a:r>
                        <a:rPr lang="zh-CN" altLang="en-US" sz="1600" dirty="0">
                          <a:latin typeface="Arial" panose="020B0604020202020204" pitchFamily="34" charset="0"/>
                          <a:ea typeface="微软雅黑" panose="020B0503020204020204" pitchFamily="34" charset="-122"/>
                          <a:cs typeface="Arial" panose="020B0604020202020204" pitchFamily="34" charset="0"/>
                        </a:rPr>
                        <a:t>按预设顺序展开：家庭疑问 → 风险解释 → 处理建议</a:t>
                      </a:r>
                    </a:p>
                  </a:txBody>
                  <a:tcPr anchor="ctr">
                    <a:lnL w="9525" cap="flat" cmpd="sng" algn="ctr">
                      <a:solidFill>
                        <a:srgbClr val="D3C7BB"/>
                      </a:solidFill>
                      <a:prstDash val="solid"/>
                      <a:round/>
                      <a:headEnd type="none" w="med" len="med"/>
                      <a:tailEnd type="none" w="med" len="me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CF9F2"/>
                    </a:solidFill>
                  </a:tcPr>
                </a:tc>
                <a:tc>
                  <a:txBody>
                    <a:bodyPr/>
                    <a:lstStyle/>
                    <a:p>
                      <a:r>
                        <a:rPr lang="zh-CN" altLang="en-US" sz="1600">
                          <a:latin typeface="Arial" panose="020B0604020202020204" pitchFamily="34" charset="0"/>
                          <a:ea typeface="微软雅黑" panose="020B0503020204020204" pitchFamily="34" charset="-122"/>
                          <a:cs typeface="Arial" panose="020B0604020202020204" pitchFamily="34" charset="0"/>
                        </a:rPr>
                        <a:t>将健康知识融入生活决策与资源约束</a:t>
                      </a:r>
                    </a:p>
                  </a:txBody>
                  <a:tcPr anchor="ctr">
                    <a:lnL w="9525" cap="flat" cmpd="sng" algn="ctr">
                      <a:solidFill>
                        <a:srgbClr val="D3C7BB"/>
                      </a:solidFill>
                      <a:prstDash val="solid"/>
                      <a:round/>
                      <a:headEnd type="none" w="med" len="med"/>
                      <a:tailEnd type="none" w="med" len="me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CF9F2"/>
                    </a:solidFill>
                  </a:tcPr>
                </a:tc>
                <a:extLst>
                  <a:ext uri="{0D108BD9-81ED-4DB2-BD59-A6C34878D82A}">
                    <a16:rowId xmlns:a16="http://schemas.microsoft.com/office/drawing/2014/main" val="10003"/>
                  </a:ext>
                </a:extLst>
              </a:tr>
              <a:tr h="609600">
                <a:tc>
                  <a:txBody>
                    <a:bodyPr/>
                    <a:lstStyle/>
                    <a:p>
                      <a:r>
                        <a:rPr lang="zh-CN" altLang="en-US" sz="1600">
                          <a:latin typeface="Arial" panose="020B0604020202020204" pitchFamily="34" charset="0"/>
                          <a:ea typeface="微软雅黑" panose="020B0503020204020204" pitchFamily="34" charset="-122"/>
                          <a:cs typeface="Arial" panose="020B0604020202020204" pitchFamily="34" charset="0"/>
                        </a:rPr>
                        <a:t>核心机制</a:t>
                      </a:r>
                    </a:p>
                  </a:txBody>
                  <a:tcPr anchor="ctr">
                    <a:lnL w="9525">
                      <a:solidFill>
                        <a:srgbClr val="D3C7BB"/>
                      </a:solidFill>
                      <a:prstDash val="soli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0E6DA"/>
                    </a:solidFill>
                  </a:tcPr>
                </a:tc>
                <a:tc>
                  <a:txBody>
                    <a:bodyPr/>
                    <a:lstStyle/>
                    <a:p>
                      <a:r>
                        <a:rPr lang="zh-CN" altLang="en-US" sz="1600">
                          <a:latin typeface="Arial" panose="020B0604020202020204" pitchFamily="34" charset="0"/>
                          <a:ea typeface="微软雅黑" panose="020B0503020204020204" pitchFamily="34" charset="-122"/>
                          <a:cs typeface="Arial" panose="020B0604020202020204" pitchFamily="34" charset="0"/>
                        </a:rPr>
                        <a:t>通过剧情演绎、科普动画和操作指导集中传递信息</a:t>
                      </a:r>
                    </a:p>
                  </a:txBody>
                  <a:tcPr anchor="ctr">
                    <a:lnL w="9525" cap="flat" cmpd="sng" algn="ctr">
                      <a:solidFill>
                        <a:srgbClr val="D3C7BB"/>
                      </a:solidFill>
                      <a:prstDash val="solid"/>
                      <a:round/>
                      <a:headEnd type="none" w="med" len="med"/>
                      <a:tailEnd type="none" w="med" len="me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0E6DA"/>
                    </a:solidFill>
                  </a:tcPr>
                </a:tc>
                <a:tc>
                  <a:txBody>
                    <a:bodyPr/>
                    <a:lstStyle/>
                    <a:p>
                      <a:r>
                        <a:rPr lang="zh-CN" altLang="en-US" sz="1600">
                          <a:latin typeface="Arial" panose="020B0604020202020204" pitchFamily="34" charset="0"/>
                          <a:ea typeface="微软雅黑" panose="020B0503020204020204" pitchFamily="34" charset="-122"/>
                          <a:cs typeface="Arial" panose="020B0604020202020204" pitchFamily="34" charset="0"/>
                        </a:rPr>
                        <a:t>通过选择、系统结算和阶段总结形成反馈循环</a:t>
                      </a:r>
                    </a:p>
                  </a:txBody>
                  <a:tcPr anchor="ctr">
                    <a:lnL w="9525" cap="flat" cmpd="sng" algn="ctr">
                      <a:solidFill>
                        <a:srgbClr val="D3C7BB"/>
                      </a:solidFill>
                      <a:prstDash val="solid"/>
                      <a:round/>
                      <a:headEnd type="none" w="med" len="med"/>
                      <a:tailEnd type="none" w="med" len="me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0E6DA"/>
                    </a:solidFill>
                  </a:tcPr>
                </a:tc>
                <a:extLst>
                  <a:ext uri="{0D108BD9-81ED-4DB2-BD59-A6C34878D82A}">
                    <a16:rowId xmlns:a16="http://schemas.microsoft.com/office/drawing/2014/main" val="10004"/>
                  </a:ext>
                </a:extLst>
              </a:tr>
              <a:tr h="609600">
                <a:tc>
                  <a:txBody>
                    <a:bodyPr/>
                    <a:lstStyle/>
                    <a:p>
                      <a:r>
                        <a:rPr lang="zh-CN" altLang="en-US" sz="1600" dirty="0">
                          <a:latin typeface="Arial" panose="020B0604020202020204" pitchFamily="34" charset="0"/>
                          <a:ea typeface="微软雅黑" panose="020B0503020204020204" pitchFamily="34" charset="-122"/>
                          <a:cs typeface="Arial" panose="020B0604020202020204" pitchFamily="34" charset="0"/>
                        </a:rPr>
                        <a:t>设计边界</a:t>
                      </a:r>
                    </a:p>
                  </a:txBody>
                  <a:tcPr anchor="ctr">
                    <a:lnL w="9525">
                      <a:solidFill>
                        <a:srgbClr val="D3C7BB"/>
                      </a:solidFill>
                      <a:prstDash val="soli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CF9F2"/>
                    </a:solidFill>
                  </a:tcPr>
                </a:tc>
                <a:tc>
                  <a:txBody>
                    <a:bodyPr/>
                    <a:lstStyle/>
                    <a:p>
                      <a:r>
                        <a:rPr lang="zh-CN" altLang="en-US" sz="1600">
                          <a:latin typeface="Arial" panose="020B0604020202020204" pitchFamily="34" charset="0"/>
                          <a:ea typeface="微软雅黑" panose="020B0503020204020204" pitchFamily="34" charset="-122"/>
                          <a:cs typeface="Arial" panose="020B0604020202020204" pitchFamily="34" charset="0"/>
                        </a:rPr>
                        <a:t>难以实时根据每位观众的理解调整内容</a:t>
                      </a:r>
                    </a:p>
                  </a:txBody>
                  <a:tcPr anchor="ctr">
                    <a:lnL w="9525" cap="flat" cmpd="sng" algn="ctr">
                      <a:solidFill>
                        <a:srgbClr val="D3C7BB"/>
                      </a:solidFill>
                      <a:prstDash val="solid"/>
                      <a:round/>
                      <a:headEnd type="none" w="med" len="med"/>
                      <a:tailEnd type="none" w="med" len="me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CF9F2"/>
                    </a:solidFill>
                  </a:tcPr>
                </a:tc>
                <a:tc>
                  <a:txBody>
                    <a:bodyPr/>
                    <a:lstStyle/>
                    <a:p>
                      <a:r>
                        <a:rPr lang="zh-CN" altLang="en-US" sz="1600" dirty="0">
                          <a:latin typeface="Arial" panose="020B0604020202020204" pitchFamily="34" charset="0"/>
                          <a:ea typeface="微软雅黑" panose="020B0503020204020204" pitchFamily="34" charset="-122"/>
                          <a:cs typeface="Arial" panose="020B0604020202020204" pitchFamily="34" charset="0"/>
                        </a:rPr>
                        <a:t>操作反馈不等于科普学习效果或现实行为改变</a:t>
                      </a:r>
                    </a:p>
                  </a:txBody>
                  <a:tcPr anchor="ctr">
                    <a:lnL w="9525" cap="flat" cmpd="sng" algn="ctr">
                      <a:solidFill>
                        <a:srgbClr val="D3C7BB"/>
                      </a:solidFill>
                      <a:prstDash val="solid"/>
                      <a:round/>
                      <a:headEnd type="none" w="med" len="med"/>
                      <a:tailEnd type="none" w="med" len="med"/>
                    </a:lnL>
                    <a:lnR w="9525">
                      <a:solidFill>
                        <a:srgbClr val="D3C7BB"/>
                      </a:solidFill>
                      <a:prstDash val="solid"/>
                    </a:lnR>
                    <a:lnT w="9525" cap="flat" cmpd="sng" algn="ctr">
                      <a:solidFill>
                        <a:srgbClr val="D3C7BB"/>
                      </a:solidFill>
                      <a:prstDash val="solid"/>
                      <a:round/>
                      <a:headEnd type="none" w="med" len="med"/>
                      <a:tailEnd type="none" w="med" len="med"/>
                    </a:lnT>
                    <a:lnB w="9525">
                      <a:solidFill>
                        <a:srgbClr val="D3C7BB"/>
                      </a:solidFill>
                      <a:prstDash val="solid"/>
                    </a:lnB>
                    <a:solidFill>
                      <a:srgbClr val="FCF9F2"/>
                    </a:solidFill>
                  </a:tcPr>
                </a:tc>
                <a:extLst>
                  <a:ext uri="{0D108BD9-81ED-4DB2-BD59-A6C34878D82A}">
                    <a16:rowId xmlns:a16="http://schemas.microsoft.com/office/drawing/2014/main" val="10005"/>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ot_11"/>
          <p:cNvSpPr/>
          <p:nvPr/>
        </p:nvSpPr>
        <p:spPr>
          <a:xfrm>
            <a:off x="-33020" y="931545"/>
            <a:ext cx="12225655" cy="5679440"/>
          </a:xfrm>
          <a:prstGeom prst="rect">
            <a:avLst/>
          </a:prstGeom>
          <a:gradFill>
            <a:gsLst>
              <a:gs pos="0">
                <a:srgbClr val="3A5C74">
                  <a:alpha val="14000"/>
                  <a:lumMod val="94000"/>
                  <a:lumOff val="6000"/>
                </a:srgbClr>
              </a:gs>
              <a:gs pos="72000">
                <a:srgbClr val="E1C888">
                  <a:alpha val="13000"/>
                  <a:lumMod val="30000"/>
                  <a:lumOff val="70000"/>
                </a:srgbClr>
              </a:gs>
            </a:gsLst>
            <a:lin ang="8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slot_43"/>
          <p:cNvSpPr/>
          <p:nvPr/>
        </p:nvSpPr>
        <p:spPr>
          <a:xfrm>
            <a:off x="0" y="6548202"/>
            <a:ext cx="12192000" cy="309798"/>
          </a:xfrm>
          <a:prstGeom prst="rect">
            <a:avLst/>
          </a:pr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6" name="组合 95"/>
          <p:cNvGrpSpPr/>
          <p:nvPr/>
        </p:nvGrpSpPr>
        <p:grpSpPr>
          <a:xfrm>
            <a:off x="5045128" y="2083597"/>
            <a:ext cx="2165279" cy="1656080"/>
            <a:chOff x="615726" y="887171"/>
            <a:chExt cx="2165279" cy="1656080"/>
          </a:xfrm>
        </p:grpSpPr>
        <p:sp>
          <p:nvSpPr>
            <p:cNvPr id="97" name="slot_97"/>
            <p:cNvSpPr txBox="1"/>
            <p:nvPr/>
          </p:nvSpPr>
          <p:spPr>
            <a:xfrm>
              <a:off x="615726" y="88717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dirty="0">
                  <a:solidFill>
                    <a:srgbClr val="A23838"/>
                  </a:solidFill>
                  <a:latin typeface="Times New Roman" panose="02020603050405020304" charset="0"/>
                  <a:ea typeface="方正盛世楷书简体_大" panose="02000000000000000000" charset="-122"/>
                  <a:cs typeface="+mn-cs"/>
                  <a:sym typeface="+mn-lt"/>
                </a:rPr>
                <a:t>目  录</a:t>
              </a:r>
              <a:endParaRPr kumimoji="0" lang="zh-CN" altLang="en-US" sz="4800" b="1" i="0" u="none" strike="noStrike" kern="2200" cap="none" spc="0" normalizeH="0" baseline="0" noProof="0" dirty="0">
                <a:ln>
                  <a:noFill/>
                </a:ln>
                <a:solidFill>
                  <a:srgbClr val="A23838"/>
                </a:solidFill>
                <a:effectLst/>
                <a:uLnTx/>
                <a:uFillTx/>
                <a:latin typeface="Times New Roman" panose="02020603050405020304" charset="0"/>
                <a:ea typeface="方正盛世楷书简体_大" panose="02000000000000000000" charset="-122"/>
                <a:cs typeface="+mn-cs"/>
                <a:sym typeface="+mn-lt"/>
              </a:endParaRPr>
            </a:p>
          </p:txBody>
        </p:sp>
        <p:sp>
          <p:nvSpPr>
            <p:cNvPr id="98" name="slot_98"/>
            <p:cNvSpPr txBox="1"/>
            <p:nvPr/>
          </p:nvSpPr>
          <p:spPr>
            <a:xfrm>
              <a:off x="803686" y="1959686"/>
              <a:ext cx="1788795" cy="58356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en-US" b="1" i="0" u="none" strike="noStrike" cap="none" spc="100" normalizeH="0" baseline="0" dirty="0">
                  <a:solidFill>
                    <a:srgbClr val="C59270">
                      <a:alpha val="56000"/>
                    </a:srgbClr>
                  </a:solidFill>
                  <a:latin typeface="Arial" panose="020B0604020202020204" pitchFamily="34" charset="0"/>
                  <a:ea typeface="仓耳玄三M W05" panose="02020400000000000000" charset="-122"/>
                  <a:cs typeface="Arial" panose="020B0604020202020204" pitchFamily="34" charset="0"/>
                  <a:sym typeface="+mn-lt"/>
                </a:rPr>
                <a:t>CONTENTS</a:t>
              </a:r>
              <a:endParaRPr kumimoji="0" lang="en-US" sz="1400" b="0" i="0" u="none" strike="noStrike" cap="none" spc="100" normalizeH="0" baseline="0" dirty="0">
                <a:solidFill>
                  <a:srgbClr val="C59270">
                    <a:alpha val="56000"/>
                  </a:srgbClr>
                </a:solidFill>
                <a:latin typeface="Arial" panose="020B0604020202020204" pitchFamily="34" charset="0"/>
                <a:ea typeface="仓耳玄三M W05" panose="02020400000000000000" charset="-122"/>
                <a:cs typeface="Arial" panose="020B0604020202020204" pitchFamily="34" charset="0"/>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en-US" sz="1400" b="0" i="0" u="none" strike="noStrike" kern="1200" cap="none" spc="100" normalizeH="0" baseline="0" noProof="0" dirty="0">
                <a:ln>
                  <a:noFill/>
                </a:ln>
                <a:solidFill>
                  <a:srgbClr val="C59270">
                    <a:alpha val="56000"/>
                  </a:srgbClr>
                </a:solidFill>
                <a:effectLst/>
                <a:uLnTx/>
                <a:uFillTx/>
                <a:latin typeface="Arial" panose="020B0604020202020204" pitchFamily="34" charset="0"/>
                <a:ea typeface="仓耳玄三M W05" panose="02020400000000000000" charset="-122"/>
                <a:cs typeface="Arial" panose="020B0604020202020204" pitchFamily="34" charset="0"/>
                <a:sym typeface="+mn-lt"/>
              </a:endParaRPr>
            </a:p>
          </p:txBody>
        </p:sp>
      </p:grpSp>
      <p:grpSp>
        <p:nvGrpSpPr>
          <p:cNvPr id="99" name="组合 98"/>
          <p:cNvGrpSpPr/>
          <p:nvPr/>
        </p:nvGrpSpPr>
        <p:grpSpPr>
          <a:xfrm>
            <a:off x="5808980" y="1297940"/>
            <a:ext cx="720000" cy="720000"/>
            <a:chOff x="2105799" y="20055838"/>
            <a:chExt cx="6748090" cy="6732363"/>
          </a:xfrm>
          <a:solidFill>
            <a:srgbClr val="A23838"/>
          </a:solidFill>
        </p:grpSpPr>
        <p:sp>
          <p:nvSpPr>
            <p:cNvPr id="100" name="slot_100"/>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1" name="slot_101"/>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2" name="slot_102"/>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3" name="slot_103"/>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4" name="slot_104"/>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5" name="slot_105"/>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6" name="slot_106"/>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7" name="slot_107"/>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8" name="slot_108"/>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09" name="slot_109"/>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0" name="slot_110"/>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1" name="slot_111"/>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2" name="slot_112"/>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3" name="slot_113"/>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4" name="slot_114"/>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5" name="slot_115"/>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6" name="slot_116"/>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7" name="slot_117"/>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8" name="slot_118"/>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19" name="slot_119"/>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0" name="slot_120"/>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1" name="slot_121"/>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22" name="slot_122"/>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grpSp>
        <p:nvGrpSpPr>
          <p:cNvPr id="15" name="组合 14"/>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7" name="组合 6"/>
              <p:cNvGrpSpPr/>
              <p:nvPr/>
            </p:nvGrpSpPr>
            <p:grpSpPr>
              <a:xfrm>
                <a:off x="5325" y="0"/>
                <a:ext cx="6943" cy="1748"/>
                <a:chOff x="4854" y="200"/>
                <a:chExt cx="6943" cy="1748"/>
              </a:xfrm>
            </p:grpSpPr>
            <p:pic>
              <p:nvPicPr>
                <p:cNvPr id="3" name="picture_3" descr="picture_3"/>
                <p:cNvPicPr>
                  <a:picLocks noChangeAspect="1"/>
                </p:cNvPicPr>
                <p:nvPr/>
              </p:nvPicPr>
              <p:blipFill>
                <a:blip r:embed="rId3">
                  <a:alphaModFix amt="20000"/>
                </a:blip>
                <a:stretch>
                  <a:fillRect/>
                </a:stretch>
              </p:blipFill>
              <p:spPr>
                <a:xfrm>
                  <a:off x="4854" y="200"/>
                  <a:ext cx="1749" cy="1749"/>
                </a:xfrm>
                <a:prstGeom prst="rect">
                  <a:avLst/>
                </a:prstGeom>
              </p:spPr>
            </p:pic>
            <p:pic>
              <p:nvPicPr>
                <p:cNvPr id="4" name="picture_4" descr="picture_4"/>
                <p:cNvPicPr>
                  <a:picLocks noChangeAspect="1"/>
                </p:cNvPicPr>
                <p:nvPr/>
              </p:nvPicPr>
              <p:blipFill>
                <a:blip r:embed="rId3">
                  <a:alphaModFix amt="20000"/>
                </a:blip>
                <a:stretch>
                  <a:fillRect/>
                </a:stretch>
              </p:blipFill>
              <p:spPr>
                <a:xfrm>
                  <a:off x="6552" y="200"/>
                  <a:ext cx="1749" cy="1749"/>
                </a:xfrm>
                <a:prstGeom prst="rect">
                  <a:avLst/>
                </a:prstGeom>
              </p:spPr>
            </p:pic>
            <p:pic>
              <p:nvPicPr>
                <p:cNvPr id="5" name="picture_5" descr="picture_5"/>
                <p:cNvPicPr>
                  <a:picLocks noChangeAspect="1"/>
                </p:cNvPicPr>
                <p:nvPr/>
              </p:nvPicPr>
              <p:blipFill>
                <a:blip r:embed="rId3">
                  <a:alphaModFix amt="20000"/>
                </a:blip>
                <a:stretch>
                  <a:fillRect/>
                </a:stretch>
              </p:blipFill>
              <p:spPr>
                <a:xfrm>
                  <a:off x="8301" y="200"/>
                  <a:ext cx="1749" cy="1749"/>
                </a:xfrm>
                <a:prstGeom prst="rect">
                  <a:avLst/>
                </a:prstGeom>
              </p:spPr>
            </p:pic>
            <p:pic>
              <p:nvPicPr>
                <p:cNvPr id="6" name="picture_6" descr="picture_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3" name="组合 12"/>
              <p:cNvGrpSpPr/>
              <p:nvPr/>
            </p:nvGrpSpPr>
            <p:grpSpPr>
              <a:xfrm>
                <a:off x="12269" y="0"/>
                <a:ext cx="6943" cy="1748"/>
                <a:chOff x="4854" y="200"/>
                <a:chExt cx="6943" cy="1748"/>
              </a:xfrm>
            </p:grpSpPr>
            <p:pic>
              <p:nvPicPr>
                <p:cNvPr id="16" name="picture_16" descr="picture_16"/>
                <p:cNvPicPr>
                  <a:picLocks noChangeAspect="1"/>
                </p:cNvPicPr>
                <p:nvPr/>
              </p:nvPicPr>
              <p:blipFill>
                <a:blip r:embed="rId3">
                  <a:alphaModFix amt="20000"/>
                </a:blip>
                <a:stretch>
                  <a:fillRect/>
                </a:stretch>
              </p:blipFill>
              <p:spPr>
                <a:xfrm>
                  <a:off x="4854" y="200"/>
                  <a:ext cx="1749" cy="1749"/>
                </a:xfrm>
                <a:prstGeom prst="rect">
                  <a:avLst/>
                </a:prstGeom>
              </p:spPr>
            </p:pic>
            <p:pic>
              <p:nvPicPr>
                <p:cNvPr id="19" name="picture_19" descr="picture_19"/>
                <p:cNvPicPr>
                  <a:picLocks noChangeAspect="1"/>
                </p:cNvPicPr>
                <p:nvPr/>
              </p:nvPicPr>
              <p:blipFill>
                <a:blip r:embed="rId3">
                  <a:alphaModFix amt="20000"/>
                </a:blip>
                <a:stretch>
                  <a:fillRect/>
                </a:stretch>
              </p:blipFill>
              <p:spPr>
                <a:xfrm>
                  <a:off x="6552"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8301"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6" name="组合 25"/>
              <p:cNvGrpSpPr/>
              <p:nvPr/>
            </p:nvGrpSpPr>
            <p:grpSpPr>
              <a:xfrm>
                <a:off x="-1593" y="0"/>
                <a:ext cx="6943" cy="1748"/>
                <a:chOff x="4854" y="200"/>
                <a:chExt cx="6943" cy="1748"/>
              </a:xfrm>
            </p:grpSpPr>
            <p:pic>
              <p:nvPicPr>
                <p:cNvPr id="27" name="picture_27" descr="picture_27"/>
                <p:cNvPicPr>
                  <a:picLocks noChangeAspect="1"/>
                </p:cNvPicPr>
                <p:nvPr/>
              </p:nvPicPr>
              <p:blipFill>
                <a:blip r:embed="rId3">
                  <a:alphaModFix amt="20000"/>
                </a:blip>
                <a:stretch>
                  <a:fillRect/>
                </a:stretch>
              </p:blipFill>
              <p:spPr>
                <a:xfrm>
                  <a:off x="4854" y="200"/>
                  <a:ext cx="1749" cy="1749"/>
                </a:xfrm>
                <a:prstGeom prst="rect">
                  <a:avLst/>
                </a:prstGeom>
              </p:spPr>
            </p:pic>
            <p:pic>
              <p:nvPicPr>
                <p:cNvPr id="28" name="picture_28" descr="picture_28"/>
                <p:cNvPicPr>
                  <a:picLocks noChangeAspect="1"/>
                </p:cNvPicPr>
                <p:nvPr/>
              </p:nvPicPr>
              <p:blipFill>
                <a:blip r:embed="rId3">
                  <a:alphaModFix amt="20000"/>
                </a:blip>
                <a:stretch>
                  <a:fillRect/>
                </a:stretch>
              </p:blipFill>
              <p:spPr>
                <a:xfrm>
                  <a:off x="6552"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8301"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2" name="picture_12" descr="picture_12"/>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endParaRPr>
            </a:p>
          </p:txBody>
        </p:sp>
        <p:pic>
          <p:nvPicPr>
            <p:cNvPr id="127" name="picture_127" descr="picture_12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15" y="519"/>
              <a:ext cx="2858" cy="805"/>
            </a:xfrm>
            <a:prstGeom prst="rect">
              <a:avLst/>
            </a:prstGeom>
          </p:spPr>
        </p:pic>
      </p:grpSp>
      <p:sp>
        <p:nvSpPr>
          <p:cNvPr id="9" name="slot_9"/>
          <p:cNvSpPr>
            <a:spLocks noGrp="1"/>
          </p:cNvSpPr>
          <p:nvPr>
            <p:ph type="sldNum" sz="quarter" idx="12"/>
          </p:nvPr>
        </p:nvSpPr>
        <p:spPr/>
        <p:txBody>
          <a:bodyPr/>
          <a:lstStyle/>
          <a:p>
            <a:fld id="{565CE74E-AB26-4998-AD42-012C4C1AD076}" type="slidenum">
              <a:rPr lang="zh-CN" altLang="en-US" smtClean="0"/>
              <a:t>19</a:t>
            </a:fld>
            <a:endParaRPr lang="zh-CN" altLang="en-US"/>
          </a:p>
        </p:txBody>
      </p:sp>
      <p:sp>
        <p:nvSpPr>
          <p:cNvPr id="228" name="revision_native_0"/>
          <p:cNvSpPr txBox="1"/>
          <p:nvPr/>
        </p:nvSpPr>
        <p:spPr>
          <a:xfrm>
            <a:off x="904875" y="3819525"/>
            <a:ext cx="904875" cy="771525"/>
          </a:xfrm>
          <a:prstGeom prst="rect">
            <a:avLst/>
          </a:prstGeom>
          <a:noFill/>
        </p:spPr>
        <p:txBody>
          <a:bodyPr wrap="none" rtlCol="0">
            <a:spAutoFit/>
          </a:bodyPr>
          <a:lstStyle/>
          <a:p>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rPr>
              <a:t>01</a:t>
            </a:r>
          </a:p>
        </p:txBody>
      </p:sp>
      <p:sp>
        <p:nvSpPr>
          <p:cNvPr id="229" name="revision_native_1"/>
          <p:cNvSpPr txBox="1"/>
          <p:nvPr/>
        </p:nvSpPr>
        <p:spPr>
          <a:xfrm>
            <a:off x="1952625" y="3933825"/>
            <a:ext cx="3857625" cy="571500"/>
          </a:xfrm>
          <a:prstGeom prst="rect">
            <a:avLst/>
          </a:prstGeom>
          <a:noFill/>
        </p:spPr>
        <p:txBody>
          <a:bodyPr wrap="none" rtlCol="0">
            <a:spAutoFit/>
          </a:bodyPr>
          <a:lstStyle/>
          <a:p>
            <a:pPr algn="l"/>
            <a:r>
              <a:rPr lang="zh-CN" altLang="en-US" sz="2400" b="1" spc="300" dirty="0">
                <a:solidFill>
                  <a:srgbClr val="A23838"/>
                </a:solidFill>
                <a:latin typeface="微软雅黑" panose="020B0503020204020204" pitchFamily="34" charset="-122"/>
                <a:ea typeface="微软雅黑" panose="020B0503020204020204" pitchFamily="34" charset="-122"/>
              </a:rPr>
              <a:t>选题与传播目标</a:t>
            </a:r>
          </a:p>
        </p:txBody>
      </p:sp>
      <p:sp>
        <p:nvSpPr>
          <p:cNvPr id="230" name="revision_native_2"/>
          <p:cNvSpPr txBox="1"/>
          <p:nvPr/>
        </p:nvSpPr>
        <p:spPr>
          <a:xfrm>
            <a:off x="6429375" y="3819525"/>
            <a:ext cx="904875" cy="771525"/>
          </a:xfrm>
          <a:prstGeom prst="rect">
            <a:avLst/>
          </a:prstGeom>
          <a:noFill/>
        </p:spPr>
        <p:txBody>
          <a:bodyPr wrap="none" rtlCol="0">
            <a:spAutoFit/>
          </a:bodyPr>
          <a:lstStyle/>
          <a:p>
            <a:pPr lvl="0" algn="l">
              <a:buClrTx/>
              <a:buSzTx/>
              <a:buFontTx/>
            </a:pPr>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sym typeface="+mn-ea"/>
              </a:rPr>
              <a:t>02</a:t>
            </a:r>
          </a:p>
        </p:txBody>
      </p:sp>
      <p:sp>
        <p:nvSpPr>
          <p:cNvPr id="231" name="revision_native_3"/>
          <p:cNvSpPr txBox="1"/>
          <p:nvPr/>
        </p:nvSpPr>
        <p:spPr>
          <a:xfrm>
            <a:off x="7477125" y="3933825"/>
            <a:ext cx="3857625" cy="571500"/>
          </a:xfrm>
          <a:prstGeom prst="rect">
            <a:avLst/>
          </a:prstGeom>
          <a:noFill/>
        </p:spPr>
        <p:txBody>
          <a:bodyPr wrap="none" rtlCol="0">
            <a:spAutoFit/>
          </a:bodyPr>
          <a:lstStyle/>
          <a:p>
            <a:pPr algn="l"/>
            <a:r>
              <a:rPr lang="zh-CN" altLang="en-US" sz="2400" b="1" spc="300" dirty="0">
                <a:solidFill>
                  <a:srgbClr val="A23838"/>
                </a:solidFill>
                <a:latin typeface="微软雅黑" panose="020B0503020204020204" pitchFamily="34" charset="-122"/>
                <a:ea typeface="微软雅黑" panose="020B0503020204020204" pitchFamily="34" charset="-122"/>
                <a:sym typeface="+mn-ea"/>
              </a:rPr>
              <a:t>受众分析与框架理论</a:t>
            </a:r>
          </a:p>
        </p:txBody>
      </p:sp>
      <p:sp>
        <p:nvSpPr>
          <p:cNvPr id="232" name="revision_native_4"/>
          <p:cNvSpPr txBox="1"/>
          <p:nvPr/>
        </p:nvSpPr>
        <p:spPr>
          <a:xfrm>
            <a:off x="904875" y="4752975"/>
            <a:ext cx="904875" cy="771525"/>
          </a:xfrm>
          <a:prstGeom prst="rect">
            <a:avLst/>
          </a:prstGeom>
          <a:noFill/>
        </p:spPr>
        <p:txBody>
          <a:bodyPr wrap="none" rtlCol="0">
            <a:spAutoFit/>
          </a:bodyPr>
          <a:lstStyle/>
          <a:p>
            <a:pPr lvl="0" algn="l">
              <a:buClrTx/>
              <a:buSzTx/>
              <a:buFontTx/>
            </a:pPr>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sym typeface="+mn-ea"/>
              </a:rPr>
              <a:t>03</a:t>
            </a:r>
          </a:p>
        </p:txBody>
      </p:sp>
      <p:sp>
        <p:nvSpPr>
          <p:cNvPr id="233" name="revision_native_5"/>
          <p:cNvSpPr txBox="1"/>
          <p:nvPr/>
        </p:nvSpPr>
        <p:spPr>
          <a:xfrm>
            <a:off x="1952625" y="4867275"/>
            <a:ext cx="3857625" cy="571500"/>
          </a:xfrm>
          <a:prstGeom prst="rect">
            <a:avLst/>
          </a:prstGeom>
          <a:noFill/>
        </p:spPr>
        <p:txBody>
          <a:bodyPr wrap="none" rtlCol="0">
            <a:spAutoFit/>
          </a:bodyPr>
          <a:lstStyle/>
          <a:p>
            <a:pPr lvl="0" algn="l">
              <a:buClrTx/>
              <a:buSzTx/>
              <a:buFontTx/>
            </a:pPr>
            <a:r>
              <a:rPr lang="zh-CN" altLang="en-US" sz="2400" b="1" spc="300" dirty="0">
                <a:solidFill>
                  <a:srgbClr val="A23838"/>
                </a:solidFill>
                <a:latin typeface="微软雅黑" panose="020B0503020204020204" pitchFamily="34" charset="-122"/>
                <a:ea typeface="微软雅黑" panose="020B0503020204020204" pitchFamily="34" charset="-122"/>
                <a:sym typeface="+mn-ea"/>
              </a:rPr>
              <a:t>科学内容与传播策略</a:t>
            </a:r>
          </a:p>
        </p:txBody>
      </p:sp>
      <p:sp>
        <p:nvSpPr>
          <p:cNvPr id="234" name="revision_native_6"/>
          <p:cNvSpPr txBox="1"/>
          <p:nvPr/>
        </p:nvSpPr>
        <p:spPr>
          <a:xfrm>
            <a:off x="6429375" y="4752975"/>
            <a:ext cx="904875" cy="771525"/>
          </a:xfrm>
          <a:prstGeom prst="rect">
            <a:avLst/>
          </a:prstGeom>
          <a:noFill/>
        </p:spPr>
        <p:txBody>
          <a:bodyPr wrap="none" rtlCol="0">
            <a:spAutoFit/>
          </a:bodyPr>
          <a:lstStyle/>
          <a:p>
            <a:pPr lvl="0" algn="l">
              <a:buClrTx/>
              <a:buSzTx/>
              <a:buFontTx/>
            </a:pPr>
            <a:r>
              <a:rPr lang="en-US" altLang="zh-CN" sz="4500" spc="300">
                <a:gradFill>
                  <a:gsLst>
                    <a:gs pos="74000">
                      <a:srgbClr val="F1D5A4"/>
                    </a:gs>
                    <a:gs pos="3000">
                      <a:srgbClr val="A23838"/>
                    </a:gs>
                  </a:gsLst>
                  <a:lin ang="5400000" scaled="1"/>
                </a:gradFill>
                <a:effectLst>
                  <a:outerShdw blurRad="50800" dist="38100" dir="18420000" sx="105000" sy="105000" algn="tl" rotWithShape="0">
                    <a:prstClr val="black">
                      <a:alpha val="25000"/>
                    </a:prstClr>
                  </a:outerShdw>
                </a:effectLst>
                <a:latin typeface="Impact" panose="020B0806030902050204" pitchFamily="34" charset="0"/>
                <a:sym typeface="+mn-ea"/>
              </a:rPr>
              <a:t>04</a:t>
            </a:r>
          </a:p>
        </p:txBody>
      </p:sp>
      <p:sp>
        <p:nvSpPr>
          <p:cNvPr id="235" name="revision_native_7"/>
          <p:cNvSpPr txBox="1"/>
          <p:nvPr/>
        </p:nvSpPr>
        <p:spPr>
          <a:xfrm>
            <a:off x="7477125" y="4867275"/>
            <a:ext cx="2608406" cy="461665"/>
          </a:xfrm>
          <a:prstGeom prst="rect">
            <a:avLst/>
          </a:prstGeom>
          <a:noFill/>
        </p:spPr>
        <p:txBody>
          <a:bodyPr wrap="none" rtlCol="0">
            <a:spAutoFit/>
          </a:bodyPr>
          <a:lstStyle/>
          <a:p>
            <a:pPr algn="l"/>
            <a:r>
              <a:rPr lang="zh-CN" altLang="en-US" sz="2400" b="1" spc="300" dirty="0">
                <a:solidFill>
                  <a:srgbClr val="A23838"/>
                </a:solidFill>
                <a:latin typeface="微软雅黑" panose="020B0503020204020204" pitchFamily="34" charset="-122"/>
                <a:ea typeface="微软雅黑" panose="020B0503020204020204" pitchFamily="34" charset="-122"/>
                <a:sym typeface="+mn-ea"/>
              </a:rPr>
              <a:t>视频与游戏设计</a:t>
            </a:r>
          </a:p>
        </p:txBody>
      </p:sp>
      <p:sp>
        <p:nvSpPr>
          <p:cNvPr id="2" name="箭头: 右 1">
            <a:extLst>
              <a:ext uri="{FF2B5EF4-FFF2-40B4-BE49-F238E27FC236}">
                <a16:creationId xmlns:a16="http://schemas.microsoft.com/office/drawing/2014/main" id="{4A30C649-D1D5-46D8-9FE4-296AE2BB4339}"/>
              </a:ext>
            </a:extLst>
          </p:cNvPr>
          <p:cNvSpPr/>
          <p:nvPr/>
        </p:nvSpPr>
        <p:spPr>
          <a:xfrm>
            <a:off x="5833006" y="4938435"/>
            <a:ext cx="473726" cy="400603"/>
          </a:xfrm>
          <a:prstGeom prst="rightArrow">
            <a:avLst/>
          </a:prstGeom>
          <a:solidFill>
            <a:srgbClr val="C000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66749944"/>
      </p:ext>
    </p:extLst>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5" name="slot_15"/>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pic>
        <p:nvPicPr>
          <p:cNvPr id="2" name="picture_2" descr="picture_2"/>
          <p:cNvPicPr>
            <a:picLocks noChangeAspect="1"/>
          </p:cNvPicPr>
          <p:nvPr/>
        </p:nvPicPr>
        <p:blipFill>
          <a:blip r:embed="rId6"/>
          <a:stretch>
            <a:fillRect/>
          </a:stretch>
        </p:blipFill>
        <p:spPr>
          <a:xfrm flipH="1">
            <a:off x="7787005" y="3843020"/>
            <a:ext cx="4404995" cy="3014980"/>
          </a:xfrm>
          <a:prstGeom prst="rect">
            <a:avLst/>
          </a:prstGeom>
        </p:spPr>
      </p:pic>
      <p:sp>
        <p:nvSpPr>
          <p:cNvPr id="4" name="slot_4"/>
          <p:cNvSpPr>
            <a:spLocks noGrp="1"/>
          </p:cNvSpPr>
          <p:nvPr>
            <p:ph type="sldNum" sz="quarter" idx="12"/>
          </p:nvPr>
        </p:nvSpPr>
        <p:spPr/>
        <p:txBody>
          <a:bodyPr/>
          <a:lstStyle/>
          <a:p>
            <a:fld id="{565CE74E-AB26-4998-AD42-012C4C1AD076}" type="slidenum">
              <a:rPr lang="zh-CN" altLang="en-US" smtClean="0"/>
              <a:t>20</a:t>
            </a:fld>
            <a:endParaRPr lang="zh-CN" altLang="en-US"/>
          </a:p>
        </p:txBody>
      </p:sp>
      <p:sp>
        <p:nvSpPr>
          <p:cNvPr id="5" name="slot_5"/>
          <p:cNvSpPr/>
          <p:nvPr/>
        </p:nvSpPr>
        <p:spPr>
          <a:xfrm>
            <a:off x="0" y="3828654"/>
            <a:ext cx="12192000" cy="3029345"/>
          </a:xfrm>
          <a:prstGeom prst="rect">
            <a:avLst/>
          </a:prstGeom>
          <a:gradFill>
            <a:gsLst>
              <a:gs pos="71000">
                <a:srgbClr val="C4B798">
                  <a:alpha val="99000"/>
                </a:srgbClr>
              </a:gs>
              <a:gs pos="50000">
                <a:srgbClr val="A23838"/>
              </a:gs>
              <a:gs pos="100000">
                <a:srgbClr val="F1D5A4">
                  <a:alpha val="7000"/>
                </a:srgbClr>
              </a:gs>
            </a:gsLst>
            <a:lin ang="6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视频构想</a:t>
            </a:r>
          </a:p>
        </p:txBody>
      </p:sp>
      <p:grpSp>
        <p:nvGrpSpPr>
          <p:cNvPr id="123" name="组 9"/>
          <p:cNvGrpSpPr/>
          <p:nvPr/>
        </p:nvGrpSpPr>
        <p:grpSpPr>
          <a:xfrm>
            <a:off x="4765532" y="1526540"/>
            <a:ext cx="2674908" cy="4251325"/>
            <a:chOff x="4758537" y="1531128"/>
            <a:chExt cx="2674924" cy="4251260"/>
          </a:xfrm>
        </p:grpSpPr>
        <p:sp>
          <p:nvSpPr>
            <p:cNvPr id="138" name="slot_138"/>
            <p:cNvSpPr/>
            <p:nvPr/>
          </p:nvSpPr>
          <p:spPr>
            <a:xfrm>
              <a:off x="4758537" y="1693467"/>
              <a:ext cx="2674924" cy="4088921"/>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9" name="slot_139"/>
            <p:cNvSpPr/>
            <p:nvPr/>
          </p:nvSpPr>
          <p:spPr>
            <a:xfrm>
              <a:off x="4999503" y="4288422"/>
              <a:ext cx="2192992" cy="662479"/>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进入“食”验室，通过动画展示可能发生的变化</a:t>
              </a:r>
            </a:p>
          </p:txBody>
        </p:sp>
        <p:sp>
          <p:nvSpPr>
            <p:cNvPr id="140" name="slot_140"/>
            <p:cNvSpPr/>
            <p:nvPr/>
          </p:nvSpPr>
          <p:spPr>
            <a:xfrm>
              <a:off x="5727870" y="1531128"/>
              <a:ext cx="736258" cy="616687"/>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rgbClr val="F1D5A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spc="300" dirty="0">
                  <a:gradFill>
                    <a:gsLst>
                      <a:gs pos="49000">
                        <a:srgbClr val="A23838"/>
                      </a:gs>
                      <a:gs pos="100000">
                        <a:schemeClr val="bg1"/>
                      </a:gs>
                    </a:gsLst>
                    <a:lin ang="5400000" scaled="1"/>
                  </a:gradFill>
                  <a:latin typeface="Impact" panose="020B0806030902050204" pitchFamily="34" charset="0"/>
                  <a:sym typeface="+mn-ea"/>
                </a:rPr>
                <a:t>2</a:t>
              </a:r>
              <a:endParaRPr lang="en-US" altLang="zh-CN" sz="2800" spc="300" dirty="0">
                <a:gradFill>
                  <a:gsLst>
                    <a:gs pos="49000">
                      <a:srgbClr val="A23838"/>
                    </a:gs>
                    <a:gs pos="100000">
                      <a:schemeClr val="bg1"/>
                    </a:gs>
                  </a:gsLst>
                  <a:lin ang="5400000" scaled="1"/>
                </a:gradFill>
                <a:latin typeface="Impact" panose="020B0806030902050204" pitchFamily="34" charset="0"/>
                <a:ea typeface="微软雅黑" panose="020B0503020204020204" pitchFamily="34" charset="-122"/>
                <a:sym typeface="+mn-ea"/>
              </a:endParaRPr>
            </a:p>
          </p:txBody>
        </p:sp>
        <p:sp>
          <p:nvSpPr>
            <p:cNvPr id="141" name="slot_141"/>
            <p:cNvSpPr/>
            <p:nvPr/>
          </p:nvSpPr>
          <p:spPr>
            <a:xfrm>
              <a:off x="5150803" y="3150396"/>
              <a:ext cx="1890392" cy="46036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dirty="0">
                  <a:solidFill>
                    <a:schemeClr val="tx1">
                      <a:lumMod val="75000"/>
                      <a:lumOff val="25000"/>
                    </a:schemeClr>
                  </a:solidFill>
                  <a:latin typeface="Arial" panose="020B0604020202020204" pitchFamily="34" charset="0"/>
                  <a:ea typeface="微软雅黑" panose="020B0503020204020204" pitchFamily="34" charset="-122"/>
                  <a:cs typeface="Arial" panose="020B0600000000000000" charset="-122"/>
                  <a:sym typeface="Arial" panose="020B0604020202020204" pitchFamily="34" charset="0"/>
                </a:rPr>
                <a:t>微观解释</a:t>
              </a:r>
            </a:p>
          </p:txBody>
        </p:sp>
        <p:sp>
          <p:nvSpPr>
            <p:cNvPr id="142" name="slot_142"/>
            <p:cNvSpPr/>
            <p:nvPr/>
          </p:nvSpPr>
          <p:spPr>
            <a:xfrm rot="16200000">
              <a:off x="6059999" y="3543370"/>
              <a:ext cx="72000" cy="653531"/>
            </a:xfrm>
            <a:prstGeom prst="roundRect">
              <a:avLst>
                <a:gd name="adj" fmla="val 50000"/>
              </a:avLst>
            </a:prstGeom>
            <a:solidFill>
              <a:schemeClr val="bg2">
                <a:lumMod val="90000"/>
              </a:schemeClr>
            </a:solidFill>
            <a:ln w="19050" cap="flat">
              <a:noFill/>
              <a:prstDash val="solid"/>
              <a:miter lim="800000"/>
            </a:ln>
            <a:effectLst>
              <a:outerShdw blurRad="190500" dist="76200" dir="5400000" sx="103000" sy="103000" algn="t" rotWithShape="0">
                <a:prstClr val="black">
                  <a:alpha val="10000"/>
                </a:prst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grpSp>
        <p:nvGrpSpPr>
          <p:cNvPr id="3" name="组合 2">
            <a:extLst>
              <a:ext uri="{FF2B5EF4-FFF2-40B4-BE49-F238E27FC236}">
                <a16:creationId xmlns:a16="http://schemas.microsoft.com/office/drawing/2014/main" id="{5D813219-7E91-43C8-BA4D-581B8208819A}"/>
              </a:ext>
            </a:extLst>
          </p:cNvPr>
          <p:cNvGrpSpPr/>
          <p:nvPr/>
        </p:nvGrpSpPr>
        <p:grpSpPr>
          <a:xfrm>
            <a:off x="941972" y="1526540"/>
            <a:ext cx="2674908" cy="4251325"/>
            <a:chOff x="1705610" y="1526540"/>
            <a:chExt cx="2674908" cy="4251325"/>
          </a:xfrm>
        </p:grpSpPr>
        <p:grpSp>
          <p:nvGrpSpPr>
            <p:cNvPr id="124" name="组 87"/>
            <p:cNvGrpSpPr/>
            <p:nvPr/>
          </p:nvGrpSpPr>
          <p:grpSpPr>
            <a:xfrm>
              <a:off x="1705610" y="1526540"/>
              <a:ext cx="2674908" cy="4251325"/>
              <a:chOff x="4758537" y="1531128"/>
              <a:chExt cx="2674924" cy="4251260"/>
            </a:xfrm>
          </p:grpSpPr>
          <p:sp>
            <p:nvSpPr>
              <p:cNvPr id="132" name="slot_132"/>
              <p:cNvSpPr/>
              <p:nvPr/>
            </p:nvSpPr>
            <p:spPr>
              <a:xfrm>
                <a:off x="4758537" y="1693467"/>
                <a:ext cx="2674924" cy="4088921"/>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3" name="slot_133"/>
              <p:cNvSpPr/>
              <p:nvPr/>
            </p:nvSpPr>
            <p:spPr>
              <a:xfrm>
                <a:off x="4999503" y="4293439"/>
                <a:ext cx="2192992" cy="962621"/>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面对一桌剩菜如何处理，会发生什么产生疑问</a:t>
                </a:r>
              </a:p>
              <a:p>
                <a:pPr algn="ctr">
                  <a:lnSpc>
                    <a:spcPct val="140000"/>
                  </a:lnSpc>
                </a:pPr>
                <a:endPar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endParaRPr>
              </a:p>
            </p:txBody>
          </p:sp>
          <p:sp>
            <p:nvSpPr>
              <p:cNvPr id="134" name="slot_134"/>
              <p:cNvSpPr/>
              <p:nvPr/>
            </p:nvSpPr>
            <p:spPr>
              <a:xfrm>
                <a:off x="5727870" y="1531128"/>
                <a:ext cx="736258" cy="616687"/>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400" spc="300" dirty="0">
                    <a:gradFill>
                      <a:gsLst>
                        <a:gs pos="23000">
                          <a:srgbClr val="F1D5A4"/>
                        </a:gs>
                        <a:gs pos="100000">
                          <a:schemeClr val="bg1"/>
                        </a:gs>
                      </a:gsLst>
                      <a:lin ang="5400000" scaled="1"/>
                    </a:gradFill>
                    <a:latin typeface="Impact" panose="020B0806030902050204" pitchFamily="34" charset="0"/>
                    <a:sym typeface="+mn-ea"/>
                  </a:rPr>
                  <a:t>1</a:t>
                </a:r>
                <a:endParaRPr lang="en-US" altLang="zh-CN" sz="2400" spc="300" dirty="0">
                  <a:gradFill>
                    <a:gsLst>
                      <a:gs pos="23000">
                        <a:srgbClr val="F1D5A4"/>
                      </a:gs>
                      <a:gs pos="100000">
                        <a:schemeClr val="bg1"/>
                      </a:gs>
                    </a:gsLst>
                    <a:lin ang="5400000" scaled="1"/>
                  </a:gradFill>
                  <a:latin typeface="Impact" panose="020B0806030902050204" pitchFamily="34" charset="0"/>
                  <a:ea typeface="微软雅黑" panose="020B0503020204020204" pitchFamily="34" charset="-122"/>
                  <a:sym typeface="+mn-ea"/>
                </a:endParaRPr>
              </a:p>
            </p:txBody>
          </p:sp>
          <p:sp>
            <p:nvSpPr>
              <p:cNvPr id="135" name="slot_135"/>
              <p:cNvSpPr/>
              <p:nvPr/>
            </p:nvSpPr>
            <p:spPr>
              <a:xfrm>
                <a:off x="5150803" y="3150396"/>
                <a:ext cx="1890392" cy="46036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a:solidFill>
                      <a:schemeClr val="tx1">
                        <a:lumMod val="75000"/>
                        <a:lumOff val="25000"/>
                      </a:schemeClr>
                    </a:solidFill>
                    <a:latin typeface="Arial" panose="020B0604020202020204" pitchFamily="34" charset="0"/>
                    <a:ea typeface="微软雅黑" panose="020B0503020204020204" pitchFamily="34" charset="-122"/>
                    <a:cs typeface="Arial" panose="020B0600000000000000" charset="-122"/>
                    <a:sym typeface="Arial" panose="020B0604020202020204" pitchFamily="34" charset="0"/>
                  </a:rPr>
                  <a:t>家庭情境</a:t>
                </a:r>
              </a:p>
            </p:txBody>
          </p:sp>
          <p:sp>
            <p:nvSpPr>
              <p:cNvPr id="136" name="slot_136"/>
              <p:cNvSpPr/>
              <p:nvPr/>
            </p:nvSpPr>
            <p:spPr>
              <a:xfrm rot="16200000">
                <a:off x="6059999" y="3543370"/>
                <a:ext cx="72000" cy="653531"/>
              </a:xfrm>
              <a:prstGeom prst="roundRect">
                <a:avLst>
                  <a:gd name="adj" fmla="val 50000"/>
                </a:avLst>
              </a:prstGeom>
              <a:solidFill>
                <a:schemeClr val="bg2">
                  <a:lumMod val="90000"/>
                </a:schemeClr>
              </a:solidFill>
              <a:ln w="19050" cap="flat">
                <a:noFill/>
                <a:prstDash val="solid"/>
                <a:miter lim="800000"/>
              </a:ln>
              <a:effectLst>
                <a:outerShdw blurRad="190500" dist="76200" dir="5400000" sx="103000" sy="103000" algn="t" rotWithShape="0">
                  <a:prstClr val="black">
                    <a:alpha val="10000"/>
                  </a:prst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725" name="slot_725"/>
            <p:cNvSpPr/>
            <p:nvPr/>
          </p:nvSpPr>
          <p:spPr>
            <a:xfrm>
              <a:off x="2823845" y="2390140"/>
              <a:ext cx="424181" cy="533401"/>
            </a:xfrm>
            <a:custGeom>
              <a:avLst/>
              <a:gdLst/>
              <a:ahLst/>
              <a:cxnLst>
                <a:cxn ang="0">
                  <a:pos x="wd2" y="hd2"/>
                </a:cxn>
                <a:cxn ang="5400000">
                  <a:pos x="wd2" y="hd2"/>
                </a:cxn>
                <a:cxn ang="10800000">
                  <a:pos x="wd2" y="hd2"/>
                </a:cxn>
                <a:cxn ang="16200000">
                  <a:pos x="wd2" y="hd2"/>
                </a:cxn>
              </a:cxnLst>
              <a:rect l="0" t="0" r="r" b="b"/>
              <a:pathLst>
                <a:path w="21600" h="21600" extrusionOk="0">
                  <a:moveTo>
                    <a:pt x="20847" y="5615"/>
                  </a:moveTo>
                  <a:cubicBezTo>
                    <a:pt x="4271" y="5615"/>
                    <a:pt x="4271" y="5615"/>
                    <a:pt x="4271" y="5615"/>
                  </a:cubicBezTo>
                  <a:cubicBezTo>
                    <a:pt x="2748" y="5615"/>
                    <a:pt x="1488" y="4615"/>
                    <a:pt x="1488" y="3392"/>
                  </a:cubicBezTo>
                  <a:cubicBezTo>
                    <a:pt x="1488" y="2182"/>
                    <a:pt x="2731" y="1181"/>
                    <a:pt x="4271" y="1181"/>
                  </a:cubicBezTo>
                  <a:cubicBezTo>
                    <a:pt x="20847" y="1181"/>
                    <a:pt x="20847" y="1181"/>
                    <a:pt x="20847" y="1181"/>
                  </a:cubicBezTo>
                  <a:cubicBezTo>
                    <a:pt x="21267" y="1181"/>
                    <a:pt x="21600" y="917"/>
                    <a:pt x="21600" y="598"/>
                  </a:cubicBezTo>
                  <a:cubicBezTo>
                    <a:pt x="21600" y="264"/>
                    <a:pt x="21250" y="0"/>
                    <a:pt x="20847" y="0"/>
                  </a:cubicBezTo>
                  <a:cubicBezTo>
                    <a:pt x="4271" y="0"/>
                    <a:pt x="4271" y="0"/>
                    <a:pt x="4271" y="0"/>
                  </a:cubicBezTo>
                  <a:cubicBezTo>
                    <a:pt x="1925" y="0"/>
                    <a:pt x="0" y="1529"/>
                    <a:pt x="0" y="3392"/>
                  </a:cubicBezTo>
                  <a:cubicBezTo>
                    <a:pt x="0" y="18195"/>
                    <a:pt x="0" y="18195"/>
                    <a:pt x="0" y="18195"/>
                  </a:cubicBezTo>
                  <a:cubicBezTo>
                    <a:pt x="0" y="20071"/>
                    <a:pt x="1925" y="21600"/>
                    <a:pt x="4271" y="21600"/>
                  </a:cubicBezTo>
                  <a:cubicBezTo>
                    <a:pt x="20847" y="21600"/>
                    <a:pt x="20847" y="21600"/>
                    <a:pt x="20847" y="21600"/>
                  </a:cubicBezTo>
                  <a:cubicBezTo>
                    <a:pt x="21267" y="21600"/>
                    <a:pt x="21600" y="21322"/>
                    <a:pt x="21600" y="21002"/>
                  </a:cubicBezTo>
                  <a:cubicBezTo>
                    <a:pt x="21600" y="6199"/>
                    <a:pt x="21600" y="6199"/>
                    <a:pt x="21600" y="6199"/>
                  </a:cubicBezTo>
                  <a:cubicBezTo>
                    <a:pt x="21582" y="5880"/>
                    <a:pt x="21250" y="5615"/>
                    <a:pt x="20847" y="5615"/>
                  </a:cubicBezTo>
                  <a:close/>
                  <a:moveTo>
                    <a:pt x="20095" y="20405"/>
                  </a:moveTo>
                  <a:cubicBezTo>
                    <a:pt x="4271" y="20405"/>
                    <a:pt x="4271" y="20405"/>
                    <a:pt x="4271" y="20405"/>
                  </a:cubicBezTo>
                  <a:cubicBezTo>
                    <a:pt x="2748" y="20405"/>
                    <a:pt x="1488" y="19418"/>
                    <a:pt x="1488" y="18195"/>
                  </a:cubicBezTo>
                  <a:cubicBezTo>
                    <a:pt x="1488" y="5977"/>
                    <a:pt x="1488" y="5977"/>
                    <a:pt x="1488" y="5977"/>
                  </a:cubicBezTo>
                  <a:cubicBezTo>
                    <a:pt x="2241" y="6491"/>
                    <a:pt x="3221" y="6797"/>
                    <a:pt x="4271" y="6797"/>
                  </a:cubicBezTo>
                  <a:cubicBezTo>
                    <a:pt x="20095" y="6797"/>
                    <a:pt x="20095" y="6797"/>
                    <a:pt x="20095" y="6797"/>
                  </a:cubicBezTo>
                  <a:lnTo>
                    <a:pt x="20095" y="20405"/>
                  </a:lnTo>
                  <a:close/>
                  <a:moveTo>
                    <a:pt x="20095" y="20405"/>
                  </a:moveTo>
                  <a:cubicBezTo>
                    <a:pt x="20095" y="20405"/>
                    <a:pt x="20095" y="20405"/>
                    <a:pt x="20095" y="20405"/>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26" name="slot_726"/>
            <p:cNvSpPr/>
            <p:nvPr/>
          </p:nvSpPr>
          <p:spPr>
            <a:xfrm>
              <a:off x="2896925" y="2461577"/>
              <a:ext cx="305030" cy="28576"/>
            </a:xfrm>
            <a:custGeom>
              <a:avLst/>
              <a:gdLst/>
              <a:ahLst/>
              <a:cxnLst>
                <a:cxn ang="0">
                  <a:pos x="wd2" y="hd2"/>
                </a:cxn>
                <a:cxn ang="5400000">
                  <a:pos x="wd2" y="hd2"/>
                </a:cxn>
                <a:cxn ang="10800000">
                  <a:pos x="wd2" y="hd2"/>
                </a:cxn>
                <a:cxn ang="16200000">
                  <a:pos x="wd2" y="hd2"/>
                </a:cxn>
              </a:cxnLst>
              <a:rect l="0" t="0" r="r" b="b"/>
              <a:pathLst>
                <a:path w="21600" h="21600" extrusionOk="0">
                  <a:moveTo>
                    <a:pt x="1049" y="0"/>
                  </a:moveTo>
                  <a:cubicBezTo>
                    <a:pt x="464" y="0"/>
                    <a:pt x="0" y="4828"/>
                    <a:pt x="0" y="10673"/>
                  </a:cubicBezTo>
                  <a:cubicBezTo>
                    <a:pt x="0" y="16772"/>
                    <a:pt x="488" y="21600"/>
                    <a:pt x="1049" y="21600"/>
                  </a:cubicBezTo>
                  <a:cubicBezTo>
                    <a:pt x="20551" y="21600"/>
                    <a:pt x="20551" y="21600"/>
                    <a:pt x="20551" y="21600"/>
                  </a:cubicBezTo>
                  <a:cubicBezTo>
                    <a:pt x="21136" y="21600"/>
                    <a:pt x="21600" y="16772"/>
                    <a:pt x="21600" y="10673"/>
                  </a:cubicBezTo>
                  <a:cubicBezTo>
                    <a:pt x="21600" y="4828"/>
                    <a:pt x="21136" y="0"/>
                    <a:pt x="20551" y="0"/>
                  </a:cubicBezTo>
                  <a:lnTo>
                    <a:pt x="1049" y="0"/>
                  </a:lnTo>
                  <a:close/>
                  <a:moveTo>
                    <a:pt x="1049" y="0"/>
                  </a:moveTo>
                  <a:cubicBezTo>
                    <a:pt x="1049" y="0"/>
                    <a:pt x="1049" y="0"/>
                    <a:pt x="1049" y="0"/>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27" name="slot_727"/>
            <p:cNvSpPr/>
            <p:nvPr/>
          </p:nvSpPr>
          <p:spPr>
            <a:xfrm>
              <a:off x="2954250" y="2615564"/>
              <a:ext cx="163196" cy="215902"/>
            </a:xfrm>
            <a:custGeom>
              <a:avLst/>
              <a:gdLst/>
              <a:ahLst/>
              <a:cxnLst>
                <a:cxn ang="0">
                  <a:pos x="wd2" y="hd2"/>
                </a:cxn>
                <a:cxn ang="5400000">
                  <a:pos x="wd2" y="hd2"/>
                </a:cxn>
                <a:cxn ang="10800000">
                  <a:pos x="wd2" y="hd2"/>
                </a:cxn>
                <a:cxn ang="16200000">
                  <a:pos x="wd2" y="hd2"/>
                </a:cxn>
              </a:cxnLst>
              <a:rect l="0" t="0" r="r" b="b"/>
              <a:pathLst>
                <a:path w="21132" h="21600" extrusionOk="0">
                  <a:moveTo>
                    <a:pt x="1291" y="21497"/>
                  </a:moveTo>
                  <a:cubicBezTo>
                    <a:pt x="1469" y="21566"/>
                    <a:pt x="1692" y="21600"/>
                    <a:pt x="1915" y="21600"/>
                  </a:cubicBezTo>
                  <a:cubicBezTo>
                    <a:pt x="2716" y="21600"/>
                    <a:pt x="3429" y="21223"/>
                    <a:pt x="3696" y="20640"/>
                  </a:cubicBezTo>
                  <a:cubicBezTo>
                    <a:pt x="6012" y="15669"/>
                    <a:pt x="6012" y="15669"/>
                    <a:pt x="6012" y="15669"/>
                  </a:cubicBezTo>
                  <a:cubicBezTo>
                    <a:pt x="14919" y="15669"/>
                    <a:pt x="14919" y="15669"/>
                    <a:pt x="14919" y="15669"/>
                  </a:cubicBezTo>
                  <a:cubicBezTo>
                    <a:pt x="14964" y="15669"/>
                    <a:pt x="15053" y="15669"/>
                    <a:pt x="15142" y="15634"/>
                  </a:cubicBezTo>
                  <a:cubicBezTo>
                    <a:pt x="17458" y="20640"/>
                    <a:pt x="17458" y="20640"/>
                    <a:pt x="17458" y="20640"/>
                  </a:cubicBezTo>
                  <a:cubicBezTo>
                    <a:pt x="17725" y="21223"/>
                    <a:pt x="18438" y="21600"/>
                    <a:pt x="19239" y="21600"/>
                  </a:cubicBezTo>
                  <a:cubicBezTo>
                    <a:pt x="19417" y="21600"/>
                    <a:pt x="19640" y="21566"/>
                    <a:pt x="19863" y="21497"/>
                  </a:cubicBezTo>
                  <a:cubicBezTo>
                    <a:pt x="20843" y="21223"/>
                    <a:pt x="21377" y="20400"/>
                    <a:pt x="21021" y="19646"/>
                  </a:cubicBezTo>
                  <a:cubicBezTo>
                    <a:pt x="12381" y="994"/>
                    <a:pt x="12381" y="994"/>
                    <a:pt x="12381" y="994"/>
                  </a:cubicBezTo>
                  <a:cubicBezTo>
                    <a:pt x="12336" y="960"/>
                    <a:pt x="12336" y="926"/>
                    <a:pt x="12292" y="857"/>
                  </a:cubicBezTo>
                  <a:cubicBezTo>
                    <a:pt x="12247" y="789"/>
                    <a:pt x="12247" y="789"/>
                    <a:pt x="12247" y="789"/>
                  </a:cubicBezTo>
                  <a:cubicBezTo>
                    <a:pt x="12203" y="720"/>
                    <a:pt x="12203" y="720"/>
                    <a:pt x="12203" y="720"/>
                  </a:cubicBezTo>
                  <a:cubicBezTo>
                    <a:pt x="12203" y="720"/>
                    <a:pt x="12158" y="686"/>
                    <a:pt x="12158" y="651"/>
                  </a:cubicBezTo>
                  <a:cubicBezTo>
                    <a:pt x="12158" y="651"/>
                    <a:pt x="12113" y="617"/>
                    <a:pt x="12113" y="617"/>
                  </a:cubicBezTo>
                  <a:cubicBezTo>
                    <a:pt x="12113" y="583"/>
                    <a:pt x="12069" y="583"/>
                    <a:pt x="12024" y="549"/>
                  </a:cubicBezTo>
                  <a:cubicBezTo>
                    <a:pt x="12024" y="549"/>
                    <a:pt x="12024" y="514"/>
                    <a:pt x="11980" y="514"/>
                  </a:cubicBezTo>
                  <a:cubicBezTo>
                    <a:pt x="11980" y="480"/>
                    <a:pt x="11935" y="480"/>
                    <a:pt x="11891" y="446"/>
                  </a:cubicBezTo>
                  <a:cubicBezTo>
                    <a:pt x="11846" y="411"/>
                    <a:pt x="11846" y="411"/>
                    <a:pt x="11846" y="411"/>
                  </a:cubicBezTo>
                  <a:cubicBezTo>
                    <a:pt x="11802" y="377"/>
                    <a:pt x="11802" y="377"/>
                    <a:pt x="11802" y="343"/>
                  </a:cubicBezTo>
                  <a:cubicBezTo>
                    <a:pt x="11757" y="343"/>
                    <a:pt x="11713" y="309"/>
                    <a:pt x="11713" y="309"/>
                  </a:cubicBezTo>
                  <a:cubicBezTo>
                    <a:pt x="11668" y="274"/>
                    <a:pt x="11668" y="274"/>
                    <a:pt x="11624" y="274"/>
                  </a:cubicBezTo>
                  <a:cubicBezTo>
                    <a:pt x="11624" y="240"/>
                    <a:pt x="11579" y="240"/>
                    <a:pt x="11535" y="206"/>
                  </a:cubicBezTo>
                  <a:cubicBezTo>
                    <a:pt x="11445" y="171"/>
                    <a:pt x="11445" y="171"/>
                    <a:pt x="11445" y="171"/>
                  </a:cubicBezTo>
                  <a:cubicBezTo>
                    <a:pt x="11401" y="171"/>
                    <a:pt x="11401" y="171"/>
                    <a:pt x="11401" y="171"/>
                  </a:cubicBezTo>
                  <a:cubicBezTo>
                    <a:pt x="11312" y="137"/>
                    <a:pt x="11267" y="103"/>
                    <a:pt x="11223" y="103"/>
                  </a:cubicBezTo>
                  <a:cubicBezTo>
                    <a:pt x="11178" y="103"/>
                    <a:pt x="11178" y="103"/>
                    <a:pt x="11178" y="103"/>
                  </a:cubicBezTo>
                  <a:cubicBezTo>
                    <a:pt x="11045" y="69"/>
                    <a:pt x="11045" y="69"/>
                    <a:pt x="11045" y="69"/>
                  </a:cubicBezTo>
                  <a:cubicBezTo>
                    <a:pt x="11000" y="69"/>
                    <a:pt x="11000" y="69"/>
                    <a:pt x="10956" y="69"/>
                  </a:cubicBezTo>
                  <a:cubicBezTo>
                    <a:pt x="10911" y="34"/>
                    <a:pt x="10866" y="34"/>
                    <a:pt x="10822" y="34"/>
                  </a:cubicBezTo>
                  <a:cubicBezTo>
                    <a:pt x="10822" y="34"/>
                    <a:pt x="10777" y="34"/>
                    <a:pt x="10733" y="34"/>
                  </a:cubicBezTo>
                  <a:cubicBezTo>
                    <a:pt x="10733" y="34"/>
                    <a:pt x="10688" y="0"/>
                    <a:pt x="10644" y="0"/>
                  </a:cubicBezTo>
                  <a:cubicBezTo>
                    <a:pt x="10466" y="0"/>
                    <a:pt x="10466" y="0"/>
                    <a:pt x="10466" y="0"/>
                  </a:cubicBezTo>
                  <a:cubicBezTo>
                    <a:pt x="10421" y="0"/>
                    <a:pt x="10377" y="0"/>
                    <a:pt x="10377" y="34"/>
                  </a:cubicBezTo>
                  <a:cubicBezTo>
                    <a:pt x="10332" y="34"/>
                    <a:pt x="10332" y="34"/>
                    <a:pt x="10288" y="34"/>
                  </a:cubicBezTo>
                  <a:cubicBezTo>
                    <a:pt x="10243" y="34"/>
                    <a:pt x="10198" y="34"/>
                    <a:pt x="10154" y="69"/>
                  </a:cubicBezTo>
                  <a:cubicBezTo>
                    <a:pt x="10154" y="69"/>
                    <a:pt x="10109" y="69"/>
                    <a:pt x="10109" y="69"/>
                  </a:cubicBezTo>
                  <a:cubicBezTo>
                    <a:pt x="10020" y="69"/>
                    <a:pt x="9976" y="103"/>
                    <a:pt x="9931" y="103"/>
                  </a:cubicBezTo>
                  <a:cubicBezTo>
                    <a:pt x="9931" y="103"/>
                    <a:pt x="9931" y="103"/>
                    <a:pt x="9931" y="103"/>
                  </a:cubicBezTo>
                  <a:cubicBezTo>
                    <a:pt x="9887" y="103"/>
                    <a:pt x="9798" y="137"/>
                    <a:pt x="9753" y="171"/>
                  </a:cubicBezTo>
                  <a:cubicBezTo>
                    <a:pt x="9664" y="171"/>
                    <a:pt x="9664" y="171"/>
                    <a:pt x="9664" y="171"/>
                  </a:cubicBezTo>
                  <a:cubicBezTo>
                    <a:pt x="9575" y="206"/>
                    <a:pt x="9575" y="206"/>
                    <a:pt x="9575" y="206"/>
                  </a:cubicBezTo>
                  <a:cubicBezTo>
                    <a:pt x="9575" y="240"/>
                    <a:pt x="9530" y="240"/>
                    <a:pt x="9486" y="274"/>
                  </a:cubicBezTo>
                  <a:cubicBezTo>
                    <a:pt x="9486" y="274"/>
                    <a:pt x="9441" y="274"/>
                    <a:pt x="9441" y="309"/>
                  </a:cubicBezTo>
                  <a:cubicBezTo>
                    <a:pt x="9397" y="309"/>
                    <a:pt x="9352" y="343"/>
                    <a:pt x="9352" y="343"/>
                  </a:cubicBezTo>
                  <a:cubicBezTo>
                    <a:pt x="9308" y="377"/>
                    <a:pt x="9308" y="377"/>
                    <a:pt x="9308" y="411"/>
                  </a:cubicBezTo>
                  <a:cubicBezTo>
                    <a:pt x="9130" y="514"/>
                    <a:pt x="9130" y="514"/>
                    <a:pt x="9130" y="514"/>
                  </a:cubicBezTo>
                  <a:cubicBezTo>
                    <a:pt x="9130" y="514"/>
                    <a:pt x="9130" y="549"/>
                    <a:pt x="9085" y="549"/>
                  </a:cubicBezTo>
                  <a:cubicBezTo>
                    <a:pt x="9041" y="583"/>
                    <a:pt x="9041" y="583"/>
                    <a:pt x="8996" y="617"/>
                  </a:cubicBezTo>
                  <a:cubicBezTo>
                    <a:pt x="8996" y="617"/>
                    <a:pt x="8996" y="651"/>
                    <a:pt x="8951" y="651"/>
                  </a:cubicBezTo>
                  <a:cubicBezTo>
                    <a:pt x="8951" y="686"/>
                    <a:pt x="8951" y="720"/>
                    <a:pt x="8907" y="720"/>
                  </a:cubicBezTo>
                  <a:cubicBezTo>
                    <a:pt x="8862" y="789"/>
                    <a:pt x="8862" y="789"/>
                    <a:pt x="8862" y="789"/>
                  </a:cubicBezTo>
                  <a:cubicBezTo>
                    <a:pt x="8818" y="857"/>
                    <a:pt x="8818" y="857"/>
                    <a:pt x="8818" y="857"/>
                  </a:cubicBezTo>
                  <a:cubicBezTo>
                    <a:pt x="8818" y="891"/>
                    <a:pt x="8773" y="960"/>
                    <a:pt x="8773" y="994"/>
                  </a:cubicBezTo>
                  <a:cubicBezTo>
                    <a:pt x="89" y="19646"/>
                    <a:pt x="89" y="19646"/>
                    <a:pt x="89" y="19646"/>
                  </a:cubicBezTo>
                  <a:cubicBezTo>
                    <a:pt x="-223" y="20400"/>
                    <a:pt x="311" y="21223"/>
                    <a:pt x="1291" y="21497"/>
                  </a:cubicBezTo>
                  <a:close/>
                  <a:moveTo>
                    <a:pt x="10599" y="5829"/>
                  </a:moveTo>
                  <a:cubicBezTo>
                    <a:pt x="13806" y="12754"/>
                    <a:pt x="13806" y="12754"/>
                    <a:pt x="13806" y="12754"/>
                  </a:cubicBezTo>
                  <a:cubicBezTo>
                    <a:pt x="7348" y="12754"/>
                    <a:pt x="7348" y="12754"/>
                    <a:pt x="7348" y="12754"/>
                  </a:cubicBezTo>
                  <a:lnTo>
                    <a:pt x="10599" y="5829"/>
                  </a:lnTo>
                  <a:close/>
                  <a:moveTo>
                    <a:pt x="10599" y="5829"/>
                  </a:moveTo>
                  <a:cubicBezTo>
                    <a:pt x="10599" y="5829"/>
                    <a:pt x="10599" y="5829"/>
                    <a:pt x="10599" y="5829"/>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grpSp>
      <p:sp>
        <p:nvSpPr>
          <p:cNvPr id="778" name="slot_778"/>
          <p:cNvSpPr/>
          <p:nvPr/>
        </p:nvSpPr>
        <p:spPr>
          <a:xfrm>
            <a:off x="5828665" y="2406650"/>
            <a:ext cx="528955" cy="476250"/>
          </a:xfrm>
          <a:custGeom>
            <a:avLst/>
            <a:gdLst/>
            <a:ahLst/>
            <a:cxnLst>
              <a:cxn ang="0">
                <a:pos x="wd2" y="hd2"/>
              </a:cxn>
              <a:cxn ang="5400000">
                <a:pos x="wd2" y="hd2"/>
              </a:cxn>
              <a:cxn ang="10800000">
                <a:pos x="wd2" y="hd2"/>
              </a:cxn>
              <a:cxn ang="16200000">
                <a:pos x="wd2" y="hd2"/>
              </a:cxn>
            </a:cxnLst>
            <a:rect l="0" t="0" r="r" b="b"/>
            <a:pathLst>
              <a:path w="21600" h="21600" extrusionOk="0">
                <a:moveTo>
                  <a:pt x="18937" y="0"/>
                </a:moveTo>
                <a:cubicBezTo>
                  <a:pt x="2663" y="0"/>
                  <a:pt x="2663" y="0"/>
                  <a:pt x="2663" y="0"/>
                </a:cubicBezTo>
                <a:cubicBezTo>
                  <a:pt x="1191" y="0"/>
                  <a:pt x="0" y="1327"/>
                  <a:pt x="0" y="2965"/>
                </a:cubicBezTo>
                <a:cubicBezTo>
                  <a:pt x="0" y="14452"/>
                  <a:pt x="0" y="14452"/>
                  <a:pt x="0" y="14452"/>
                </a:cubicBezTo>
                <a:cubicBezTo>
                  <a:pt x="0" y="16091"/>
                  <a:pt x="1191" y="17417"/>
                  <a:pt x="2663" y="17417"/>
                </a:cubicBezTo>
                <a:cubicBezTo>
                  <a:pt x="10190" y="17417"/>
                  <a:pt x="10190" y="17417"/>
                  <a:pt x="10190" y="17417"/>
                </a:cubicBezTo>
                <a:cubicBezTo>
                  <a:pt x="10190" y="20258"/>
                  <a:pt x="10190" y="20258"/>
                  <a:pt x="10190" y="20258"/>
                </a:cubicBezTo>
                <a:cubicBezTo>
                  <a:pt x="6448" y="20258"/>
                  <a:pt x="6448" y="20258"/>
                  <a:pt x="6448" y="20258"/>
                </a:cubicBezTo>
                <a:cubicBezTo>
                  <a:pt x="6111" y="20258"/>
                  <a:pt x="5831" y="20554"/>
                  <a:pt x="5831" y="20929"/>
                </a:cubicBezTo>
                <a:cubicBezTo>
                  <a:pt x="5831" y="21303"/>
                  <a:pt x="6111" y="21600"/>
                  <a:pt x="6448" y="21600"/>
                </a:cubicBezTo>
                <a:cubicBezTo>
                  <a:pt x="15166" y="21600"/>
                  <a:pt x="15166" y="21600"/>
                  <a:pt x="15166" y="21600"/>
                </a:cubicBezTo>
                <a:cubicBezTo>
                  <a:pt x="15503" y="21600"/>
                  <a:pt x="15769" y="21303"/>
                  <a:pt x="15769" y="20929"/>
                </a:cubicBezTo>
                <a:cubicBezTo>
                  <a:pt x="15769" y="20554"/>
                  <a:pt x="15503" y="20258"/>
                  <a:pt x="15166" y="20258"/>
                </a:cubicBezTo>
                <a:cubicBezTo>
                  <a:pt x="11410" y="20258"/>
                  <a:pt x="11410" y="20258"/>
                  <a:pt x="11410" y="20258"/>
                </a:cubicBezTo>
                <a:cubicBezTo>
                  <a:pt x="11410" y="17417"/>
                  <a:pt x="11410" y="17417"/>
                  <a:pt x="11410" y="17417"/>
                </a:cubicBezTo>
                <a:cubicBezTo>
                  <a:pt x="18937" y="17417"/>
                  <a:pt x="18937" y="17417"/>
                  <a:pt x="18937" y="17417"/>
                </a:cubicBezTo>
                <a:cubicBezTo>
                  <a:pt x="20409" y="17417"/>
                  <a:pt x="21600" y="16091"/>
                  <a:pt x="21600" y="14452"/>
                </a:cubicBezTo>
                <a:cubicBezTo>
                  <a:pt x="21600" y="2965"/>
                  <a:pt x="21600" y="2965"/>
                  <a:pt x="21600" y="2965"/>
                </a:cubicBezTo>
                <a:cubicBezTo>
                  <a:pt x="21600" y="1327"/>
                  <a:pt x="20409" y="0"/>
                  <a:pt x="18937" y="0"/>
                </a:cubicBezTo>
                <a:close/>
                <a:moveTo>
                  <a:pt x="2663" y="1342"/>
                </a:moveTo>
                <a:cubicBezTo>
                  <a:pt x="18937" y="1342"/>
                  <a:pt x="18937" y="1342"/>
                  <a:pt x="18937" y="1342"/>
                </a:cubicBezTo>
                <a:cubicBezTo>
                  <a:pt x="19736" y="1342"/>
                  <a:pt x="20395" y="2076"/>
                  <a:pt x="20395" y="2965"/>
                </a:cubicBezTo>
                <a:cubicBezTo>
                  <a:pt x="20395" y="12564"/>
                  <a:pt x="20395" y="12564"/>
                  <a:pt x="20395" y="12564"/>
                </a:cubicBezTo>
                <a:cubicBezTo>
                  <a:pt x="1205" y="12564"/>
                  <a:pt x="1205" y="12564"/>
                  <a:pt x="1205" y="12564"/>
                </a:cubicBezTo>
                <a:cubicBezTo>
                  <a:pt x="1205" y="2965"/>
                  <a:pt x="1205" y="2965"/>
                  <a:pt x="1205" y="2965"/>
                </a:cubicBezTo>
                <a:cubicBezTo>
                  <a:pt x="1205" y="2076"/>
                  <a:pt x="1864" y="1342"/>
                  <a:pt x="2663" y="1342"/>
                </a:cubicBezTo>
                <a:close/>
                <a:moveTo>
                  <a:pt x="18937" y="16075"/>
                </a:moveTo>
                <a:cubicBezTo>
                  <a:pt x="2663" y="16075"/>
                  <a:pt x="2663" y="16075"/>
                  <a:pt x="2663" y="16075"/>
                </a:cubicBezTo>
                <a:cubicBezTo>
                  <a:pt x="1864" y="16075"/>
                  <a:pt x="1205" y="15357"/>
                  <a:pt x="1205" y="14452"/>
                </a:cubicBezTo>
                <a:cubicBezTo>
                  <a:pt x="1205" y="13921"/>
                  <a:pt x="1205" y="13921"/>
                  <a:pt x="1205" y="13921"/>
                </a:cubicBezTo>
                <a:cubicBezTo>
                  <a:pt x="20395" y="13921"/>
                  <a:pt x="20395" y="13921"/>
                  <a:pt x="20395" y="13921"/>
                </a:cubicBezTo>
                <a:cubicBezTo>
                  <a:pt x="20395" y="14452"/>
                  <a:pt x="20395" y="14452"/>
                  <a:pt x="20395" y="14452"/>
                </a:cubicBezTo>
                <a:cubicBezTo>
                  <a:pt x="20395" y="15342"/>
                  <a:pt x="19736" y="16075"/>
                  <a:pt x="18937" y="16075"/>
                </a:cubicBezTo>
                <a:close/>
                <a:moveTo>
                  <a:pt x="18937" y="16075"/>
                </a:moveTo>
                <a:cubicBezTo>
                  <a:pt x="18937" y="16075"/>
                  <a:pt x="18937" y="16075"/>
                  <a:pt x="18937" y="16075"/>
                </a:cubicBezTo>
              </a:path>
            </a:pathLst>
          </a:custGeom>
          <a:solidFill>
            <a:srgbClr val="F9B359"/>
          </a:solidFill>
          <a:ln w="12700">
            <a:miter lim="400000"/>
          </a:ln>
        </p:spPr>
        <p:txBody>
          <a:bodyPr lIns="45719" rIns="45719"/>
          <a:lstStyle/>
          <a:p>
            <a:endParaRPr/>
          </a:p>
        </p:txBody>
      </p:sp>
      <p:grpSp>
        <p:nvGrpSpPr>
          <p:cNvPr id="7" name="组合 6">
            <a:extLst>
              <a:ext uri="{FF2B5EF4-FFF2-40B4-BE49-F238E27FC236}">
                <a16:creationId xmlns:a16="http://schemas.microsoft.com/office/drawing/2014/main" id="{E7EAA33F-2675-45F1-AE98-0B126E81E184}"/>
              </a:ext>
            </a:extLst>
          </p:cNvPr>
          <p:cNvGrpSpPr/>
          <p:nvPr/>
        </p:nvGrpSpPr>
        <p:grpSpPr>
          <a:xfrm>
            <a:off x="8664302" y="1526540"/>
            <a:ext cx="2674908" cy="4251325"/>
            <a:chOff x="7825452" y="1526540"/>
            <a:chExt cx="2674908" cy="4251325"/>
          </a:xfrm>
        </p:grpSpPr>
        <p:grpSp>
          <p:nvGrpSpPr>
            <p:cNvPr id="125" name="组 95"/>
            <p:cNvGrpSpPr/>
            <p:nvPr/>
          </p:nvGrpSpPr>
          <p:grpSpPr>
            <a:xfrm>
              <a:off x="7825452" y="1526540"/>
              <a:ext cx="2674908" cy="4251325"/>
              <a:chOff x="4758537" y="1531128"/>
              <a:chExt cx="2674924" cy="4251260"/>
            </a:xfrm>
          </p:grpSpPr>
          <p:sp>
            <p:nvSpPr>
              <p:cNvPr id="126" name="slot_126"/>
              <p:cNvSpPr/>
              <p:nvPr/>
            </p:nvSpPr>
            <p:spPr>
              <a:xfrm>
                <a:off x="4758537" y="1693467"/>
                <a:ext cx="2674924" cy="4088921"/>
              </a:xfrm>
              <a:prstGeom prst="roundRect">
                <a:avLst>
                  <a:gd name="adj" fmla="val 5065"/>
                </a:avLst>
              </a:prstGeom>
              <a:solidFill>
                <a:schemeClr val="bg1"/>
              </a:solidFill>
              <a:ln>
                <a:noFill/>
              </a:ln>
              <a:effectLst>
                <a:outerShdw blurRad="1270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7" name="slot_127"/>
              <p:cNvSpPr/>
              <p:nvPr/>
            </p:nvSpPr>
            <p:spPr>
              <a:xfrm>
                <a:off x="4999503" y="4432915"/>
                <a:ext cx="2192992" cy="360862"/>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pPr>
                <a:r>
                  <a:rPr lang="zh-CN" altLang="en-US" sz="1400"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回归现实，讲解处理方法</a:t>
                </a:r>
              </a:p>
            </p:txBody>
          </p:sp>
          <p:sp>
            <p:nvSpPr>
              <p:cNvPr id="128" name="slot_128"/>
              <p:cNvSpPr/>
              <p:nvPr/>
            </p:nvSpPr>
            <p:spPr>
              <a:xfrm>
                <a:off x="5727870" y="1531128"/>
                <a:ext cx="736258" cy="616687"/>
              </a:xfrm>
              <a:custGeom>
                <a:avLst/>
                <a:gdLst>
                  <a:gd name="connsiteX0" fmla="*/ 212362 w 2487600"/>
                  <a:gd name="connsiteY0" fmla="*/ 0 h 2083606"/>
                  <a:gd name="connsiteX1" fmla="*/ 2275238 w 2487600"/>
                  <a:gd name="connsiteY1" fmla="*/ 0 h 2083606"/>
                  <a:gd name="connsiteX2" fmla="*/ 2487600 w 2487600"/>
                  <a:gd name="connsiteY2" fmla="*/ 212362 h 2083606"/>
                  <a:gd name="connsiteX3" fmla="*/ 2487600 w 2487600"/>
                  <a:gd name="connsiteY3" fmla="*/ 644577 h 2083606"/>
                  <a:gd name="connsiteX4" fmla="*/ 2480297 w 2487600"/>
                  <a:gd name="connsiteY4" fmla="*/ 644577 h 2083606"/>
                  <a:gd name="connsiteX5" fmla="*/ 2480297 w 2487600"/>
                  <a:gd name="connsiteY5" fmla="*/ 1282482 h 2083606"/>
                  <a:gd name="connsiteX6" fmla="*/ 2482286 w 2487600"/>
                  <a:gd name="connsiteY6" fmla="*/ 1288396 h 2083606"/>
                  <a:gd name="connsiteX7" fmla="*/ 2406304 w 2487600"/>
                  <a:gd name="connsiteY7" fmla="*/ 1441046 h 2083606"/>
                  <a:gd name="connsiteX8" fmla="*/ 1329197 w 2487600"/>
                  <a:gd name="connsiteY8" fmla="*/ 2062915 h 2083606"/>
                  <a:gd name="connsiteX9" fmla="*/ 1271140 w 2487600"/>
                  <a:gd name="connsiteY9" fmla="*/ 2082438 h 2083606"/>
                  <a:gd name="connsiteX10" fmla="*/ 1226614 w 2487600"/>
                  <a:gd name="connsiteY10" fmla="*/ 2081469 h 2083606"/>
                  <a:gd name="connsiteX11" fmla="*/ 1226539 w 2487600"/>
                  <a:gd name="connsiteY11" fmla="*/ 2081445 h 2083606"/>
                  <a:gd name="connsiteX12" fmla="*/ 1212314 w 2487600"/>
                  <a:gd name="connsiteY12" fmla="*/ 2082437 h 2083606"/>
                  <a:gd name="connsiteX13" fmla="*/ 1154257 w 2487600"/>
                  <a:gd name="connsiteY13" fmla="*/ 2062914 h 2083606"/>
                  <a:gd name="connsiteX14" fmla="*/ 77151 w 2487600"/>
                  <a:gd name="connsiteY14" fmla="*/ 1441046 h 2083606"/>
                  <a:gd name="connsiteX15" fmla="*/ 1169 w 2487600"/>
                  <a:gd name="connsiteY15" fmla="*/ 1288395 h 2083606"/>
                  <a:gd name="connsiteX16" fmla="*/ 3159 w 2487600"/>
                  <a:gd name="connsiteY16" fmla="*/ 1282476 h 2083606"/>
                  <a:gd name="connsiteX17" fmla="*/ 3159 w 2487600"/>
                  <a:gd name="connsiteY17" fmla="*/ 644577 h 2083606"/>
                  <a:gd name="connsiteX18" fmla="*/ 0 w 2487600"/>
                  <a:gd name="connsiteY18" fmla="*/ 644577 h 2083606"/>
                  <a:gd name="connsiteX19" fmla="*/ 0 w 2487600"/>
                  <a:gd name="connsiteY19" fmla="*/ 212362 h 2083606"/>
                  <a:gd name="connsiteX20" fmla="*/ 212362 w 2487600"/>
                  <a:gd name="connsiteY20" fmla="*/ 0 h 20836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87600" h="2083606">
                    <a:moveTo>
                      <a:pt x="212362" y="0"/>
                    </a:moveTo>
                    <a:lnTo>
                      <a:pt x="2275238" y="0"/>
                    </a:lnTo>
                    <a:cubicBezTo>
                      <a:pt x="2392522" y="0"/>
                      <a:pt x="2487600" y="95078"/>
                      <a:pt x="2487600" y="212362"/>
                    </a:cubicBezTo>
                    <a:lnTo>
                      <a:pt x="2487600" y="644577"/>
                    </a:lnTo>
                    <a:lnTo>
                      <a:pt x="2480297" y="644577"/>
                    </a:lnTo>
                    <a:lnTo>
                      <a:pt x="2480297" y="1282482"/>
                    </a:lnTo>
                    <a:lnTo>
                      <a:pt x="2482286" y="1288396"/>
                    </a:lnTo>
                    <a:cubicBezTo>
                      <a:pt x="2489688" y="1348049"/>
                      <a:pt x="2461636" y="1409099"/>
                      <a:pt x="2406304" y="1441046"/>
                    </a:cubicBezTo>
                    <a:lnTo>
                      <a:pt x="1329197" y="2062915"/>
                    </a:lnTo>
                    <a:cubicBezTo>
                      <a:pt x="1310752" y="2073563"/>
                      <a:pt x="1291024" y="2079970"/>
                      <a:pt x="1271140" y="2082438"/>
                    </a:cubicBezTo>
                    <a:cubicBezTo>
                      <a:pt x="1256226" y="2084288"/>
                      <a:pt x="1241226" y="2083923"/>
                      <a:pt x="1226614" y="2081469"/>
                    </a:cubicBezTo>
                    <a:lnTo>
                      <a:pt x="1226539" y="2081445"/>
                    </a:lnTo>
                    <a:lnTo>
                      <a:pt x="1212314" y="2082437"/>
                    </a:lnTo>
                    <a:cubicBezTo>
                      <a:pt x="1192430" y="2079969"/>
                      <a:pt x="1172702" y="2073562"/>
                      <a:pt x="1154257" y="2062914"/>
                    </a:cubicBezTo>
                    <a:lnTo>
                      <a:pt x="77151" y="1441046"/>
                    </a:lnTo>
                    <a:cubicBezTo>
                      <a:pt x="21817" y="1409099"/>
                      <a:pt x="-6233" y="1348048"/>
                      <a:pt x="1169" y="1288395"/>
                    </a:cubicBezTo>
                    <a:lnTo>
                      <a:pt x="3159" y="1282476"/>
                    </a:lnTo>
                    <a:lnTo>
                      <a:pt x="3159" y="644577"/>
                    </a:lnTo>
                    <a:lnTo>
                      <a:pt x="0" y="644577"/>
                    </a:lnTo>
                    <a:lnTo>
                      <a:pt x="0" y="212362"/>
                    </a:lnTo>
                    <a:cubicBezTo>
                      <a:pt x="0" y="95078"/>
                      <a:pt x="95078" y="0"/>
                      <a:pt x="212362" y="0"/>
                    </a:cubicBezTo>
                    <a:close/>
                  </a:path>
                </a:pathLst>
              </a:cu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sz="2800" spc="300" dirty="0">
                    <a:gradFill>
                      <a:gsLst>
                        <a:gs pos="23000">
                          <a:srgbClr val="F1D5A4"/>
                        </a:gs>
                        <a:gs pos="100000">
                          <a:schemeClr val="bg1"/>
                        </a:gs>
                      </a:gsLst>
                      <a:lin ang="5400000" scaled="1"/>
                    </a:gradFill>
                    <a:latin typeface="Impact" panose="020B0806030902050204" pitchFamily="34" charset="0"/>
                    <a:sym typeface="+mn-ea"/>
                  </a:rPr>
                  <a:t>3</a:t>
                </a:r>
                <a:endParaRPr lang="zh-CN" altLang="en-US" sz="2800" dirty="0">
                  <a:latin typeface="Arial" panose="020B0604020202020204" pitchFamily="34" charset="0"/>
                  <a:ea typeface="微软雅黑" panose="020B0503020204020204" pitchFamily="34" charset="-122"/>
                  <a:sym typeface="Arial" panose="020B0604020202020204" pitchFamily="34" charset="0"/>
                </a:endParaRPr>
              </a:p>
            </p:txBody>
          </p:sp>
          <p:sp>
            <p:nvSpPr>
              <p:cNvPr id="129" name="slot_129"/>
              <p:cNvSpPr/>
              <p:nvPr/>
            </p:nvSpPr>
            <p:spPr>
              <a:xfrm>
                <a:off x="5150803" y="3150396"/>
                <a:ext cx="1890392" cy="460368"/>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400" b="1">
                    <a:solidFill>
                      <a:schemeClr val="tx1">
                        <a:lumMod val="75000"/>
                        <a:lumOff val="25000"/>
                      </a:schemeClr>
                    </a:solidFill>
                    <a:latin typeface="Arial" panose="020B0604020202020204" pitchFamily="34" charset="0"/>
                    <a:ea typeface="微软雅黑" panose="020B0503020204020204" pitchFamily="34" charset="-122"/>
                    <a:cs typeface="Arial" panose="020B0600000000000000" charset="-122"/>
                    <a:sym typeface="Arial" panose="020B0604020202020204" pitchFamily="34" charset="0"/>
                  </a:rPr>
                  <a:t>现实处理</a:t>
                </a:r>
              </a:p>
            </p:txBody>
          </p:sp>
          <p:sp>
            <p:nvSpPr>
              <p:cNvPr id="130" name="slot_130"/>
              <p:cNvSpPr/>
              <p:nvPr/>
            </p:nvSpPr>
            <p:spPr>
              <a:xfrm rot="16200000">
                <a:off x="6059999" y="3543370"/>
                <a:ext cx="72000" cy="653531"/>
              </a:xfrm>
              <a:prstGeom prst="roundRect">
                <a:avLst>
                  <a:gd name="adj" fmla="val 50000"/>
                </a:avLst>
              </a:prstGeom>
              <a:solidFill>
                <a:schemeClr val="bg2">
                  <a:lumMod val="90000"/>
                </a:schemeClr>
              </a:solidFill>
              <a:ln w="19050" cap="flat">
                <a:noFill/>
                <a:prstDash val="solid"/>
                <a:miter lim="800000"/>
              </a:ln>
              <a:effectLst>
                <a:outerShdw blurRad="190500" dist="76200" dir="5400000" sx="103000" sy="103000" algn="t" rotWithShape="0">
                  <a:prstClr val="black">
                    <a:alpha val="10000"/>
                  </a:prstClr>
                </a:outerShdw>
              </a:effectLst>
            </p:spPr>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solidFill>
                    <a:prstClr val="black"/>
                  </a:solidFill>
                  <a:latin typeface="Arial" panose="020B0604020202020204" pitchFamily="34" charset="0"/>
                  <a:ea typeface="微软雅黑" panose="020B0503020204020204" pitchFamily="34" charset="-122"/>
                  <a:sym typeface="Arial" panose="020B0604020202020204" pitchFamily="34" charset="0"/>
                </a:endParaRPr>
              </a:p>
            </p:txBody>
          </p:sp>
        </p:grpSp>
        <p:sp>
          <p:nvSpPr>
            <p:cNvPr id="794" name="slot_794"/>
            <p:cNvSpPr/>
            <p:nvPr/>
          </p:nvSpPr>
          <p:spPr>
            <a:xfrm>
              <a:off x="8874760" y="2437447"/>
              <a:ext cx="468314" cy="468314"/>
            </a:xfrm>
            <a:custGeom>
              <a:avLst/>
              <a:gdLst/>
              <a:ahLst/>
              <a:cxnLst>
                <a:cxn ang="0">
                  <a:pos x="wd2" y="hd2"/>
                </a:cxn>
                <a:cxn ang="5400000">
                  <a:pos x="wd2" y="hd2"/>
                </a:cxn>
                <a:cxn ang="10800000">
                  <a:pos x="wd2" y="hd2"/>
                </a:cxn>
                <a:cxn ang="16200000">
                  <a:pos x="wd2" y="hd2"/>
                </a:cxn>
              </a:cxnLst>
              <a:rect l="0" t="0" r="r" b="b"/>
              <a:pathLst>
                <a:path w="21600" h="21600" extrusionOk="0">
                  <a:moveTo>
                    <a:pt x="20902" y="10117"/>
                  </a:moveTo>
                  <a:cubicBezTo>
                    <a:pt x="11490" y="10117"/>
                    <a:pt x="11490" y="10117"/>
                    <a:pt x="11490" y="10117"/>
                  </a:cubicBezTo>
                  <a:cubicBezTo>
                    <a:pt x="11490" y="683"/>
                    <a:pt x="11490" y="683"/>
                    <a:pt x="11490" y="683"/>
                  </a:cubicBezTo>
                  <a:cubicBezTo>
                    <a:pt x="11490" y="302"/>
                    <a:pt x="11173" y="0"/>
                    <a:pt x="10792" y="0"/>
                  </a:cubicBezTo>
                  <a:cubicBezTo>
                    <a:pt x="4841" y="0"/>
                    <a:pt x="0" y="4844"/>
                    <a:pt x="0" y="10800"/>
                  </a:cubicBezTo>
                  <a:cubicBezTo>
                    <a:pt x="0" y="16756"/>
                    <a:pt x="4841" y="21600"/>
                    <a:pt x="10792" y="21600"/>
                  </a:cubicBezTo>
                  <a:cubicBezTo>
                    <a:pt x="16744" y="21600"/>
                    <a:pt x="21600" y="16756"/>
                    <a:pt x="21600" y="10800"/>
                  </a:cubicBezTo>
                  <a:cubicBezTo>
                    <a:pt x="21600" y="10419"/>
                    <a:pt x="21283" y="10117"/>
                    <a:pt x="20902" y="10117"/>
                  </a:cubicBezTo>
                  <a:close/>
                  <a:moveTo>
                    <a:pt x="10792" y="20234"/>
                  </a:moveTo>
                  <a:cubicBezTo>
                    <a:pt x="5602" y="20234"/>
                    <a:pt x="1365" y="15994"/>
                    <a:pt x="1365" y="10800"/>
                  </a:cubicBezTo>
                  <a:cubicBezTo>
                    <a:pt x="1365" y="5829"/>
                    <a:pt x="5237" y="1747"/>
                    <a:pt x="10110" y="1398"/>
                  </a:cubicBezTo>
                  <a:cubicBezTo>
                    <a:pt x="10110" y="10800"/>
                    <a:pt x="10110" y="10800"/>
                    <a:pt x="10110" y="10800"/>
                  </a:cubicBezTo>
                  <a:cubicBezTo>
                    <a:pt x="10110" y="11181"/>
                    <a:pt x="10411" y="11483"/>
                    <a:pt x="10792" y="11483"/>
                  </a:cubicBezTo>
                  <a:cubicBezTo>
                    <a:pt x="20203" y="11483"/>
                    <a:pt x="20203" y="11483"/>
                    <a:pt x="20203" y="11483"/>
                  </a:cubicBezTo>
                  <a:cubicBezTo>
                    <a:pt x="19854" y="16375"/>
                    <a:pt x="15760" y="20234"/>
                    <a:pt x="10792" y="20234"/>
                  </a:cubicBezTo>
                  <a:close/>
                  <a:moveTo>
                    <a:pt x="10792" y="20234"/>
                  </a:moveTo>
                  <a:cubicBezTo>
                    <a:pt x="10792" y="20234"/>
                    <a:pt x="10792" y="20234"/>
                    <a:pt x="10792" y="20234"/>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sp>
          <p:nvSpPr>
            <p:cNvPr id="795" name="slot_795"/>
            <p:cNvSpPr/>
            <p:nvPr/>
          </p:nvSpPr>
          <p:spPr>
            <a:xfrm>
              <a:off x="9149398" y="2381884"/>
              <a:ext cx="249239" cy="249239"/>
            </a:xfrm>
            <a:custGeom>
              <a:avLst/>
              <a:gdLst/>
              <a:ahLst/>
              <a:cxnLst>
                <a:cxn ang="0">
                  <a:pos x="wd2" y="hd2"/>
                </a:cxn>
                <a:cxn ang="5400000">
                  <a:pos x="wd2" y="hd2"/>
                </a:cxn>
                <a:cxn ang="10800000">
                  <a:pos x="wd2" y="hd2"/>
                </a:cxn>
                <a:cxn ang="16200000">
                  <a:pos x="wd2" y="hd2"/>
                </a:cxn>
              </a:cxnLst>
              <a:rect l="0" t="0" r="r" b="b"/>
              <a:pathLst>
                <a:path w="21600" h="21600" extrusionOk="0">
                  <a:moveTo>
                    <a:pt x="21600" y="20228"/>
                  </a:moveTo>
                  <a:cubicBezTo>
                    <a:pt x="21570" y="15305"/>
                    <a:pt x="19780" y="10561"/>
                    <a:pt x="16528" y="6862"/>
                  </a:cubicBezTo>
                  <a:cubicBezTo>
                    <a:pt x="12650" y="2506"/>
                    <a:pt x="7130" y="0"/>
                    <a:pt x="1313" y="0"/>
                  </a:cubicBezTo>
                  <a:cubicBezTo>
                    <a:pt x="597" y="0"/>
                    <a:pt x="0" y="567"/>
                    <a:pt x="0" y="1283"/>
                  </a:cubicBezTo>
                  <a:cubicBezTo>
                    <a:pt x="0" y="20317"/>
                    <a:pt x="0" y="20317"/>
                    <a:pt x="0" y="20317"/>
                  </a:cubicBezTo>
                  <a:cubicBezTo>
                    <a:pt x="0" y="21033"/>
                    <a:pt x="597" y="21600"/>
                    <a:pt x="1313" y="21600"/>
                  </a:cubicBezTo>
                  <a:cubicBezTo>
                    <a:pt x="20317" y="21600"/>
                    <a:pt x="20317" y="21600"/>
                    <a:pt x="20317" y="21600"/>
                  </a:cubicBezTo>
                  <a:cubicBezTo>
                    <a:pt x="21033" y="21600"/>
                    <a:pt x="21600" y="21033"/>
                    <a:pt x="21600" y="20317"/>
                  </a:cubicBezTo>
                  <a:lnTo>
                    <a:pt x="21600" y="20228"/>
                  </a:lnTo>
                  <a:close/>
                  <a:moveTo>
                    <a:pt x="2596" y="19034"/>
                  </a:moveTo>
                  <a:cubicBezTo>
                    <a:pt x="2596" y="2655"/>
                    <a:pt x="2596" y="2655"/>
                    <a:pt x="2596" y="2655"/>
                  </a:cubicBezTo>
                  <a:cubicBezTo>
                    <a:pt x="7190" y="2983"/>
                    <a:pt x="11516" y="5102"/>
                    <a:pt x="14589" y="8592"/>
                  </a:cubicBezTo>
                  <a:cubicBezTo>
                    <a:pt x="17155" y="11486"/>
                    <a:pt x="18676" y="15156"/>
                    <a:pt x="18975" y="19034"/>
                  </a:cubicBezTo>
                  <a:lnTo>
                    <a:pt x="2596" y="19034"/>
                  </a:lnTo>
                  <a:close/>
                  <a:moveTo>
                    <a:pt x="2596" y="19034"/>
                  </a:moveTo>
                  <a:cubicBezTo>
                    <a:pt x="2596" y="19034"/>
                    <a:pt x="2596" y="19034"/>
                    <a:pt x="2596" y="19034"/>
                  </a:cubicBezTo>
                </a:path>
              </a:pathLst>
            </a:custGeom>
            <a:solidFill>
              <a:srgbClr val="F9B359"/>
            </a:solidFill>
            <a:ln w="12700" cap="flat">
              <a:noFill/>
              <a:miter lim="400000"/>
            </a:ln>
            <a:effectLst/>
          </p:spPr>
          <p:txBody>
            <a:bodyPr wrap="square" lIns="45719" tIns="45719" rIns="45719" bIns="45719" numCol="1" anchor="t">
              <a:noAutofit/>
            </a:bodyPr>
            <a:lstStyle/>
            <a:p>
              <a:endParaRPr/>
            </a:p>
          </p:txBody>
        </p:sp>
      </p:grpSp>
      <p:sp>
        <p:nvSpPr>
          <p:cNvPr id="58" name="箭头: 右 57">
            <a:extLst>
              <a:ext uri="{FF2B5EF4-FFF2-40B4-BE49-F238E27FC236}">
                <a16:creationId xmlns:a16="http://schemas.microsoft.com/office/drawing/2014/main" id="{63A31C11-AB43-4CC6-BD1B-7D3CFFB65EBE}"/>
              </a:ext>
            </a:extLst>
          </p:cNvPr>
          <p:cNvSpPr/>
          <p:nvPr/>
        </p:nvSpPr>
        <p:spPr>
          <a:xfrm>
            <a:off x="3870917" y="3552146"/>
            <a:ext cx="687935" cy="581747"/>
          </a:xfrm>
          <a:prstGeom prst="rightArrow">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箭头: 右 58">
            <a:extLst>
              <a:ext uri="{FF2B5EF4-FFF2-40B4-BE49-F238E27FC236}">
                <a16:creationId xmlns:a16="http://schemas.microsoft.com/office/drawing/2014/main" id="{630345CD-B524-4EF5-AD45-0C38BE29B3BE}"/>
              </a:ext>
            </a:extLst>
          </p:cNvPr>
          <p:cNvSpPr/>
          <p:nvPr/>
        </p:nvSpPr>
        <p:spPr>
          <a:xfrm>
            <a:off x="7737927" y="3574709"/>
            <a:ext cx="687935" cy="581747"/>
          </a:xfrm>
          <a:prstGeom prst="rightArrow">
            <a:avLst/>
          </a:prstGeom>
          <a:solidFill>
            <a:schemeClr val="bg1">
              <a:lumMod val="6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45" name="picture_45" descr="picture_45"/>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游戏故事</a:t>
            </a:r>
          </a:p>
        </p:txBody>
      </p:sp>
      <p:sp>
        <p:nvSpPr>
          <p:cNvPr id="645" name="slot_645"/>
          <p:cNvSpPr/>
          <p:nvPr/>
        </p:nvSpPr>
        <p:spPr>
          <a:xfrm flipH="1">
            <a:off x="1125044" y="1812061"/>
            <a:ext cx="10377714" cy="1884983"/>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646" name="slot_646"/>
          <p:cNvSpPr/>
          <p:nvPr/>
        </p:nvSpPr>
        <p:spPr>
          <a:xfrm flipH="1">
            <a:off x="1125044" y="4623617"/>
            <a:ext cx="10377714" cy="1884983"/>
          </a:xfrm>
          <a:prstGeom prst="rect">
            <a:avLst/>
          </a:prstGeom>
          <a:ln w="25400">
            <a:solidFill>
              <a:srgbClr val="A23838"/>
            </a:solidFill>
            <a:miter/>
          </a:ln>
        </p:spPr>
        <p:txBody>
          <a:bodyPr lIns="45719" rIns="45719" anchor="ctr"/>
          <a:lstStyle/>
          <a:p>
            <a:pPr algn="ctr">
              <a:defRPr>
                <a:solidFill>
                  <a:srgbClr val="FFFFFF"/>
                </a:solidFill>
              </a:defRPr>
            </a:pPr>
            <a:endParaRPr/>
          </a:p>
        </p:txBody>
      </p:sp>
      <p:grpSp>
        <p:nvGrpSpPr>
          <p:cNvPr id="43" name="组合 42"/>
          <p:cNvGrpSpPr/>
          <p:nvPr/>
        </p:nvGrpSpPr>
        <p:grpSpPr>
          <a:xfrm>
            <a:off x="7637145" y="1009015"/>
            <a:ext cx="2670175" cy="5849620"/>
            <a:chOff x="11884" y="1589"/>
            <a:chExt cx="4476" cy="9212"/>
          </a:xfrm>
        </p:grpSpPr>
        <p:pic>
          <p:nvPicPr>
            <p:cNvPr id="4" name="picture_4" descr="picture_4"/>
            <p:cNvPicPr>
              <a:picLocks noChangeAspect="1"/>
            </p:cNvPicPr>
            <p:nvPr/>
          </p:nvPicPr>
          <p:blipFill>
            <a:blip r:embed="rId6"/>
            <a:srcRect l="41019" r="20216" b="8336"/>
            <a:stretch>
              <a:fillRect/>
            </a:stretch>
          </p:blipFill>
          <p:spPr>
            <a:xfrm>
              <a:off x="11884" y="3325"/>
              <a:ext cx="4476" cy="7476"/>
            </a:xfrm>
            <a:prstGeom prst="rect">
              <a:avLst/>
            </a:prstGeom>
          </p:spPr>
        </p:pic>
        <p:sp>
          <p:nvSpPr>
            <p:cNvPr id="647" name="slot_647"/>
            <p:cNvSpPr/>
            <p:nvPr/>
          </p:nvSpPr>
          <p:spPr>
            <a:xfrm>
              <a:off x="11884" y="1589"/>
              <a:ext cx="4476" cy="9191"/>
            </a:xfrm>
            <a:prstGeom prst="roundRect">
              <a:avLst>
                <a:gd name="adj" fmla="val 0"/>
              </a:avLst>
            </a:prstGeom>
            <a:gradFill>
              <a:gsLst>
                <a:gs pos="47000">
                  <a:srgbClr val="B46554">
                    <a:alpha val="57000"/>
                  </a:srgbClr>
                </a:gs>
                <a:gs pos="0">
                  <a:srgbClr val="C59270"/>
                </a:gs>
                <a:gs pos="100000">
                  <a:srgbClr val="A23838"/>
                </a:gs>
              </a:gsLst>
              <a:lin ang="5580000" scaled="0"/>
            </a:gradFill>
            <a:ln w="12700">
              <a:miter lim="400000"/>
            </a:ln>
            <a:effectLst>
              <a:outerShdw blurRad="50800" dist="38100" dir="2700000" algn="tl" rotWithShape="0">
                <a:prstClr val="black">
                  <a:alpha val="40000"/>
                </a:prstClr>
              </a:outerShdw>
            </a:effectLst>
          </p:spPr>
          <p:txBody>
            <a:bodyPr lIns="45719" rIns="45719" anchor="ctr"/>
            <a:lstStyle/>
            <a:p>
              <a:pPr algn="ctr">
                <a:defRPr>
                  <a:solidFill>
                    <a:srgbClr val="FFFFFF"/>
                  </a:solidFill>
                </a:defRPr>
              </a:pPr>
              <a:endParaRPr/>
            </a:p>
          </p:txBody>
        </p:sp>
      </p:grpSp>
      <p:sp>
        <p:nvSpPr>
          <p:cNvPr id="648" name="slot_648"/>
          <p:cNvSpPr/>
          <p:nvPr/>
        </p:nvSpPr>
        <p:spPr>
          <a:xfrm>
            <a:off x="907143" y="1625297"/>
            <a:ext cx="10377714" cy="1884983"/>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649" name="slot_649"/>
          <p:cNvSpPr/>
          <p:nvPr/>
        </p:nvSpPr>
        <p:spPr>
          <a:xfrm>
            <a:off x="1397000" y="1277017"/>
            <a:ext cx="2489200" cy="5400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a:solidFill>
                  <a:srgbClr val="FFFFFF"/>
                </a:solidFill>
              </a:defRPr>
            </a:pPr>
            <a:r>
              <a:rPr lang="zh-CN" sz="3200">
                <a:latin typeface="仓耳玄三M W05" panose="02020400000000000000" charset="-122"/>
                <a:ea typeface="仓耳玄三M W05" panose="02020400000000000000" charset="-122"/>
              </a:rPr>
              <a:t>学生篇</a:t>
            </a:r>
          </a:p>
        </p:txBody>
      </p:sp>
      <p:sp>
        <p:nvSpPr>
          <p:cNvPr id="650" name="slot_650"/>
          <p:cNvSpPr/>
          <p:nvPr/>
        </p:nvSpPr>
        <p:spPr>
          <a:xfrm>
            <a:off x="907143" y="4430426"/>
            <a:ext cx="10377714" cy="1884983"/>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651" name="slot_651"/>
          <p:cNvSpPr/>
          <p:nvPr/>
        </p:nvSpPr>
        <p:spPr>
          <a:xfrm>
            <a:off x="1397000" y="4082147"/>
            <a:ext cx="2489200" cy="5400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a:solidFill>
                  <a:srgbClr val="FFFFFF"/>
                </a:solidFill>
              </a:defRPr>
            </a:pPr>
            <a:r>
              <a:rPr lang="zh-CN" sz="3200">
                <a:latin typeface="仓耳玄三M W05" panose="02020400000000000000" charset="-122"/>
                <a:ea typeface="仓耳玄三M W05" panose="02020400000000000000" charset="-122"/>
                <a:sym typeface="+mn-ea"/>
              </a:rPr>
              <a:t>周阿姨篇</a:t>
            </a:r>
          </a:p>
        </p:txBody>
      </p:sp>
      <p:sp>
        <p:nvSpPr>
          <p:cNvPr id="2" name="slot_2"/>
          <p:cNvSpPr txBox="1"/>
          <p:nvPr/>
        </p:nvSpPr>
        <p:spPr>
          <a:xfrm>
            <a:off x="4572000" y="1943100"/>
            <a:ext cx="6334125" cy="1377172"/>
          </a:xfrm>
          <a:prstGeom prst="rect">
            <a:avLst/>
          </a:prstGeom>
          <a:noFill/>
        </p:spPr>
        <p:txBody>
          <a:bodyPr wrap="square" rtlCol="0">
            <a:spAutoFit/>
          </a:bodyPr>
          <a:lstStyle/>
          <a:p>
            <a:pPr>
              <a:lnSpc>
                <a:spcPct val="124000"/>
              </a:lnSpc>
              <a:spcBef>
                <a:spcPts val="0"/>
              </a:spcBef>
              <a:spcAft>
                <a:spcPts val="0"/>
              </a:spcAft>
            </a:pPr>
            <a:r>
              <a:rPr lang="zh-CN" altLang="en-US" sz="1725"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学生篇《撑过这一周》：安排考试周饮食、预算、精力与复习。</a:t>
            </a:r>
          </a:p>
          <a:p>
            <a:pPr>
              <a:lnSpc>
                <a:spcPct val="124000"/>
              </a:lnSpc>
              <a:spcBef>
                <a:spcPts val="0"/>
              </a:spcBef>
              <a:spcAft>
                <a:spcPts val="0"/>
              </a:spcAft>
            </a:pPr>
            <a:r>
              <a:rPr lang="zh-CN" altLang="en-US" sz="1725"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食堂、外卖、便利店和宿舍存粮提供多种选择</a:t>
            </a:r>
            <a:endParaRPr lang="en-US" altLang="zh-CN" sz="1725"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nSpc>
                <a:spcPct val="124000"/>
              </a:lnSpc>
              <a:spcBef>
                <a:spcPts val="0"/>
              </a:spcBef>
              <a:spcAft>
                <a:spcPts val="0"/>
              </a:spcAft>
            </a:pPr>
            <a:endParaRPr lang="en-US" altLang="zh-CN" sz="1725"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nSpc>
                <a:spcPct val="124000"/>
              </a:lnSpc>
              <a:spcBef>
                <a:spcPts val="0"/>
              </a:spcBef>
              <a:spcAft>
                <a:spcPts val="0"/>
              </a:spcAft>
            </a:pPr>
            <a:r>
              <a:rPr lang="zh-CN" altLang="en-US" sz="1725"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核心在于保证营养摄入均衡</a:t>
            </a:r>
          </a:p>
        </p:txBody>
      </p:sp>
      <p:sp>
        <p:nvSpPr>
          <p:cNvPr id="3" name="slot_3"/>
          <p:cNvSpPr txBox="1"/>
          <p:nvPr/>
        </p:nvSpPr>
        <p:spPr>
          <a:xfrm>
            <a:off x="4572000" y="4762500"/>
            <a:ext cx="6334125" cy="1379032"/>
          </a:xfrm>
          <a:prstGeom prst="rect">
            <a:avLst/>
          </a:prstGeom>
          <a:noFill/>
        </p:spPr>
        <p:txBody>
          <a:bodyPr wrap="square" rtlCol="0">
            <a:spAutoFit/>
          </a:bodyPr>
          <a:lstStyle/>
          <a:p>
            <a:pPr>
              <a:lnSpc>
                <a:spcPct val="124000"/>
              </a:lnSpc>
              <a:spcBef>
                <a:spcPts val="0"/>
              </a:spcBef>
              <a:spcAft>
                <a:spcPts val="0"/>
              </a:spcAft>
            </a:pPr>
            <a:r>
              <a:rPr lang="zh-CN" altLang="en-US" sz="1725"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周阿姨篇《自己的舞台》：围绕社区合唱汇演，安排饮食、备餐、休息与排练</a:t>
            </a:r>
            <a:endParaRPr lang="en-US" altLang="zh-CN" sz="1725"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nSpc>
                <a:spcPct val="124000"/>
              </a:lnSpc>
              <a:spcBef>
                <a:spcPts val="0"/>
              </a:spcBef>
              <a:spcAft>
                <a:spcPts val="0"/>
              </a:spcAft>
            </a:pPr>
            <a:endParaRPr lang="zh-CN" altLang="en-US" sz="1725"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a:p>
            <a:pPr>
              <a:lnSpc>
                <a:spcPct val="124000"/>
              </a:lnSpc>
              <a:spcBef>
                <a:spcPts val="0"/>
              </a:spcBef>
              <a:spcAft>
                <a:spcPts val="0"/>
              </a:spcAft>
            </a:pPr>
            <a:r>
              <a:rPr lang="zh-CN" altLang="en-US" sz="1725" dirty="0">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rPr>
              <a:t>隔夜饭菜储存是游戏中的相关情境</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21</a:t>
            </a:fld>
            <a:endParaRPr lang="zh-CN" altLang="en-US" dirty="0">
              <a:solidFill>
                <a:srgbClr val="3C5D74"/>
              </a:solidFill>
              <a:latin typeface="仓耳玄三M W05" panose="02020400000000000000" charset="-122"/>
              <a:ea typeface="仓耳玄三M W05" panose="02020400000000000000" charset="-122"/>
            </a:endParaRPr>
          </a:p>
        </p:txBody>
      </p:sp>
      <p:pic>
        <p:nvPicPr>
          <p:cNvPr id="652" name="图片 651" descr="实际项目截图：游戏故事">
            <a:extLst>
              <a:ext uri="{FF2B5EF4-FFF2-40B4-BE49-F238E27FC236}">
                <a16:creationId xmlns:a16="http://schemas.microsoft.com/office/drawing/2014/main" id="{E95B6DAB-C1B7-4FF3-8B55-71114BF5D5F5}"/>
              </a:ext>
            </a:extLst>
          </p:cNvPr>
          <p:cNvPicPr>
            <a:picLocks noChangeAspect="1"/>
          </p:cNvPicPr>
          <p:nvPr/>
        </p:nvPicPr>
        <p:blipFill>
          <a:blip r:embed="rId7"/>
          <a:srcRect/>
          <a:stretch/>
        </p:blipFill>
        <p:spPr>
          <a:xfrm>
            <a:off x="1276350" y="1925241"/>
            <a:ext cx="2857500" cy="1607344"/>
          </a:xfrm>
          <a:prstGeom prst="rect">
            <a:avLst/>
          </a:prstGeom>
        </p:spPr>
      </p:pic>
      <p:pic>
        <p:nvPicPr>
          <p:cNvPr id="653" name="图片 652" descr="实际项目截图：游戏故事">
            <a:extLst>
              <a:ext uri="{FF2B5EF4-FFF2-40B4-BE49-F238E27FC236}">
                <a16:creationId xmlns:a16="http://schemas.microsoft.com/office/drawing/2014/main" id="{87C0510D-9103-473E-ACEA-D01C7E21B23F}"/>
              </a:ext>
            </a:extLst>
          </p:cNvPr>
          <p:cNvPicPr>
            <a:picLocks noChangeAspect="1"/>
          </p:cNvPicPr>
          <p:nvPr/>
        </p:nvPicPr>
        <p:blipFill>
          <a:blip r:embed="rId8"/>
          <a:srcRect/>
          <a:stretch/>
        </p:blipFill>
        <p:spPr>
          <a:xfrm>
            <a:off x="1276350" y="4706541"/>
            <a:ext cx="2857500" cy="160734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5" name="picture_15" descr="picture_15"/>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66" name="picture_66" descr="picture_6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dirty="0">
                <a:solidFill>
                  <a:schemeClr val="bg1"/>
                </a:solidFill>
                <a:latin typeface="Times New Roman" panose="02020603050405020304" charset="0"/>
                <a:ea typeface="方正盛世楷书简体_大" panose="02000000000000000000" charset="-122"/>
                <a:cs typeface="+mn-cs"/>
                <a:sym typeface="+mn-lt"/>
              </a:rPr>
              <a:t>保存提示</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22</a:t>
            </a:fld>
            <a:endParaRPr lang="zh-CN" altLang="en-US" dirty="0">
              <a:solidFill>
                <a:srgbClr val="3C5D74"/>
              </a:solidFill>
              <a:latin typeface="仓耳玄三M W05" panose="02020400000000000000" charset="-122"/>
              <a:ea typeface="仓耳玄三M W05" panose="02020400000000000000" charset="-122"/>
            </a:endParaRPr>
          </a:p>
        </p:txBody>
      </p:sp>
      <p:grpSp>
        <p:nvGrpSpPr>
          <p:cNvPr id="44" name="组合 43"/>
          <p:cNvGrpSpPr/>
          <p:nvPr/>
        </p:nvGrpSpPr>
        <p:grpSpPr>
          <a:xfrm>
            <a:off x="846455" y="1777365"/>
            <a:ext cx="3566795" cy="4300220"/>
            <a:chOff x="5757" y="2799"/>
            <a:chExt cx="5617" cy="6772"/>
          </a:xfrm>
        </p:grpSpPr>
        <p:sp>
          <p:nvSpPr>
            <p:cNvPr id="2" name="slot_2"/>
            <p:cNvSpPr/>
            <p:nvPr/>
          </p:nvSpPr>
          <p:spPr>
            <a:xfrm>
              <a:off x="6006" y="2799"/>
              <a:ext cx="5002" cy="6772"/>
            </a:xfrm>
            <a:prstGeom prst="roundRect">
              <a:avLst>
                <a:gd name="adj" fmla="val 2995"/>
              </a:avLst>
            </a:prstGeom>
            <a:solidFill>
              <a:schemeClr val="bg1"/>
            </a:solidFill>
            <a:ln>
              <a:noFill/>
            </a:ln>
            <a:effectLst>
              <a:outerShdw blurRad="635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 name="slot_3"/>
            <p:cNvSpPr txBox="1"/>
            <p:nvPr/>
          </p:nvSpPr>
          <p:spPr>
            <a:xfrm>
              <a:off x="7358" y="3286"/>
              <a:ext cx="3328" cy="531"/>
            </a:xfrm>
            <a:prstGeom prst="rect">
              <a:avLst/>
            </a:prstGeom>
            <a:noFill/>
          </p:spPr>
          <p:txBody>
            <a:bodyPr wrap="square" rtlCol="0">
              <a:spAutoFit/>
            </a:bodyPr>
            <a:lstStyle/>
            <a:p>
              <a:r>
                <a:rPr lang="zh-CN" altLang="en-US" sz="160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1 查看历史</a:t>
              </a:r>
            </a:p>
          </p:txBody>
        </p:sp>
        <p:sp>
          <p:nvSpPr>
            <p:cNvPr id="24" name="slot_24"/>
            <p:cNvSpPr txBox="1"/>
            <p:nvPr/>
          </p:nvSpPr>
          <p:spPr>
            <a:xfrm>
              <a:off x="7358" y="3683"/>
              <a:ext cx="4017" cy="463"/>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zh-CN" altLang="en-US" sz="1100" spc="100">
                  <a:solidFill>
                    <a:schemeClr val="tx1">
                      <a:lumMod val="75000"/>
                      <a:lumOff val="25000"/>
                    </a:schemeClr>
                  </a:solidFill>
                  <a:latin typeface="Arial" panose="020B0604020202020204" pitchFamily="34" charset="0"/>
                  <a:sym typeface="Arial" panose="020B0604020202020204" pitchFamily="34" charset="0"/>
                </a:rPr>
                <a:t>常温12小时，未冷藏</a:t>
              </a:r>
            </a:p>
          </p:txBody>
        </p:sp>
        <p:sp>
          <p:nvSpPr>
            <p:cNvPr id="29" name="slot_29"/>
            <p:cNvSpPr txBox="1"/>
            <p:nvPr/>
          </p:nvSpPr>
          <p:spPr>
            <a:xfrm>
              <a:off x="7358" y="6524"/>
              <a:ext cx="3328" cy="531"/>
            </a:xfrm>
            <a:prstGeom prst="rect">
              <a:avLst/>
            </a:prstGeom>
            <a:noFill/>
          </p:spPr>
          <p:txBody>
            <a:bodyPr wrap="square" rtlCol="0">
              <a:spAutoFit/>
            </a:bodyPr>
            <a:lstStyle/>
            <a:p>
              <a:r>
                <a:rPr lang="zh-CN" altLang="en-US" sz="160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3 玩家处置</a:t>
              </a:r>
            </a:p>
          </p:txBody>
        </p:sp>
        <p:sp>
          <p:nvSpPr>
            <p:cNvPr id="30" name="slot_30"/>
            <p:cNvSpPr txBox="1"/>
            <p:nvPr/>
          </p:nvSpPr>
          <p:spPr>
            <a:xfrm>
              <a:off x="7358" y="6921"/>
              <a:ext cx="4017" cy="463"/>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zh-CN" altLang="en-US" sz="1100" spc="100">
                  <a:solidFill>
                    <a:schemeClr val="tx1">
                      <a:lumMod val="75000"/>
                      <a:lumOff val="25000"/>
                    </a:schemeClr>
                  </a:solidFill>
                  <a:latin typeface="Arial" panose="020B0604020202020204" pitchFamily="34" charset="0"/>
                  <a:sym typeface="Arial" panose="020B0604020202020204" pitchFamily="34" charset="0"/>
                </a:rPr>
                <a:t>根据保存经历弃用</a:t>
              </a:r>
            </a:p>
          </p:txBody>
        </p:sp>
        <p:sp>
          <p:nvSpPr>
            <p:cNvPr id="31" name="slot_31"/>
            <p:cNvSpPr txBox="1"/>
            <p:nvPr/>
          </p:nvSpPr>
          <p:spPr>
            <a:xfrm>
              <a:off x="7358" y="8053"/>
              <a:ext cx="3328" cy="919"/>
            </a:xfrm>
            <a:prstGeom prst="rect">
              <a:avLst/>
            </a:prstGeom>
            <a:noFill/>
          </p:spPr>
          <p:txBody>
            <a:bodyPr wrap="square" rtlCol="0">
              <a:spAutoFit/>
            </a:bodyPr>
            <a:lstStyle/>
            <a:p>
              <a:r>
                <a:rPr lang="zh-CN" altLang="en-US" sz="160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4 继续安排</a:t>
              </a:r>
            </a:p>
          </p:txBody>
        </p:sp>
        <p:sp>
          <p:nvSpPr>
            <p:cNvPr id="32" name="slot_32"/>
            <p:cNvSpPr txBox="1"/>
            <p:nvPr/>
          </p:nvSpPr>
          <p:spPr>
            <a:xfrm>
              <a:off x="7358" y="8470"/>
              <a:ext cx="4017" cy="492"/>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zh-CN" altLang="en-US" spc="100">
                  <a:solidFill>
                    <a:schemeClr val="tx1">
                      <a:lumMod val="75000"/>
                      <a:lumOff val="25000"/>
                    </a:schemeClr>
                  </a:solidFill>
                  <a:latin typeface="Arial" panose="020B0604020202020204" pitchFamily="34" charset="0"/>
                  <a:sym typeface="Arial" panose="020B0604020202020204" pitchFamily="34" charset="0"/>
                </a:rPr>
                <a:t>调整后续备餐与取餐</a:t>
              </a:r>
            </a:p>
          </p:txBody>
        </p:sp>
        <p:sp>
          <p:nvSpPr>
            <p:cNvPr id="70" name="slot_70"/>
            <p:cNvSpPr/>
            <p:nvPr/>
          </p:nvSpPr>
          <p:spPr>
            <a:xfrm>
              <a:off x="6391" y="3269"/>
              <a:ext cx="840" cy="840"/>
            </a:xfrm>
            <a:prstGeom prst="ellipse">
              <a:avLst/>
            </a:prstGeom>
            <a:noFill/>
            <a:ln w="6350">
              <a:solidFill>
                <a:schemeClr val="accent1">
                  <a:lumMod val="75000"/>
                  <a:alpha val="8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3" name="组合 32"/>
            <p:cNvGrpSpPr/>
            <p:nvPr/>
          </p:nvGrpSpPr>
          <p:grpSpPr>
            <a:xfrm>
              <a:off x="5757" y="4695"/>
              <a:ext cx="5500" cy="1339"/>
              <a:chOff x="4349644" y="2874110"/>
              <a:chExt cx="3492713" cy="850162"/>
            </a:xfrm>
          </p:grpSpPr>
          <p:sp>
            <p:nvSpPr>
              <p:cNvPr id="34" name="slot_34"/>
              <p:cNvSpPr/>
              <p:nvPr/>
            </p:nvSpPr>
            <p:spPr>
              <a:xfrm>
                <a:off x="4349644" y="2874110"/>
                <a:ext cx="3492713" cy="850162"/>
              </a:xfrm>
              <a:prstGeom prst="roundRect">
                <a:avLst>
                  <a:gd name="adj" fmla="val 9824"/>
                </a:avLst>
              </a:prstGeom>
              <a:gradFill>
                <a:gsLst>
                  <a:gs pos="0">
                    <a:srgbClr val="F1D5A4">
                      <a:alpha val="100000"/>
                      <a:lumMod val="30000"/>
                      <a:lumOff val="70000"/>
                    </a:srgbClr>
                  </a:gs>
                  <a:gs pos="73000">
                    <a:srgbClr val="A23838"/>
                  </a:gs>
                </a:gsLst>
                <a:lin ang="5400000"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5" name="slot_35"/>
              <p:cNvSpPr txBox="1"/>
              <p:nvPr/>
            </p:nvSpPr>
            <p:spPr>
              <a:xfrm>
                <a:off x="5264509" y="2972190"/>
                <a:ext cx="2113368" cy="645160"/>
              </a:xfrm>
              <a:prstGeom prst="rect">
                <a:avLst/>
              </a:prstGeom>
              <a:noFill/>
            </p:spPr>
            <p:txBody>
              <a:bodyPr wrap="square" rtlCol="0">
                <a:spAutoFit/>
              </a:bodyPr>
              <a:lstStyle/>
              <a:p>
                <a:r>
                  <a:rPr lang="zh-CN" altLang="en-US" b="1">
                    <a:solidFill>
                      <a:srgbClr val="A23838"/>
                    </a:solidFill>
                    <a:latin typeface="Arial" panose="020B0604020202020204" pitchFamily="34" charset="0"/>
                    <a:ea typeface="微软雅黑" panose="020B0503020204020204" pitchFamily="34" charset="-122"/>
                    <a:sym typeface="Arial" panose="020B0604020202020204" pitchFamily="34" charset="0"/>
                  </a:rPr>
                  <a:t>2 系统限制</a:t>
                </a:r>
              </a:p>
            </p:txBody>
          </p:sp>
          <p:sp>
            <p:nvSpPr>
              <p:cNvPr id="36" name="slot_36"/>
              <p:cNvSpPr txBox="1"/>
              <p:nvPr/>
            </p:nvSpPr>
            <p:spPr>
              <a:xfrm>
                <a:off x="5277209" y="3272840"/>
                <a:ext cx="2550529" cy="349250"/>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zh-CN" altLang="en-US" sz="1400" spc="100">
                    <a:solidFill>
                      <a:schemeClr val="bg1"/>
                    </a:solidFill>
                    <a:latin typeface="Arial" panose="020B0604020202020204" pitchFamily="34" charset="0"/>
                    <a:sym typeface="Arial" panose="020B0604020202020204" pitchFamily="34" charset="0"/>
                  </a:rPr>
                  <a:t>不合规熟食不能入餐盘</a:t>
                </a:r>
              </a:p>
            </p:txBody>
          </p:sp>
          <p:sp>
            <p:nvSpPr>
              <p:cNvPr id="63" name="slot_63"/>
              <p:cNvSpPr/>
              <p:nvPr/>
            </p:nvSpPr>
            <p:spPr>
              <a:xfrm>
                <a:off x="4571809" y="2941415"/>
                <a:ext cx="691518" cy="691518"/>
              </a:xfrm>
              <a:prstGeom prst="ellipse">
                <a:avLst/>
              </a:prstGeom>
              <a:noFill/>
              <a:ln w="6350">
                <a:solidFill>
                  <a:schemeClr val="bg1">
                    <a:alpha val="8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64" name="slot_64"/>
            <p:cNvSpPr/>
            <p:nvPr/>
          </p:nvSpPr>
          <p:spPr>
            <a:xfrm>
              <a:off x="6391" y="8003"/>
              <a:ext cx="840" cy="840"/>
            </a:xfrm>
            <a:prstGeom prst="ellipse">
              <a:avLst/>
            </a:prstGeom>
            <a:noFill/>
            <a:ln w="6350">
              <a:solidFill>
                <a:schemeClr val="accent1">
                  <a:lumMod val="75000"/>
                  <a:alpha val="8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5" name="slot_65"/>
            <p:cNvSpPr/>
            <p:nvPr/>
          </p:nvSpPr>
          <p:spPr>
            <a:xfrm>
              <a:off x="6391" y="6448"/>
              <a:ext cx="840" cy="840"/>
            </a:xfrm>
            <a:prstGeom prst="ellipse">
              <a:avLst/>
            </a:prstGeom>
            <a:noFill/>
            <a:ln w="6350">
              <a:solidFill>
                <a:schemeClr val="accent1">
                  <a:lumMod val="75000"/>
                  <a:alpha val="8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770" name="slot_770"/>
            <p:cNvSpPr/>
            <p:nvPr/>
          </p:nvSpPr>
          <p:spPr>
            <a:xfrm>
              <a:off x="6265" y="4865"/>
              <a:ext cx="804" cy="828"/>
            </a:xfrm>
            <a:custGeom>
              <a:avLst/>
              <a:gdLst/>
              <a:ahLst/>
              <a:cxnLst>
                <a:cxn ang="0">
                  <a:pos x="wd2" y="hd2"/>
                </a:cxn>
                <a:cxn ang="5400000">
                  <a:pos x="wd2" y="hd2"/>
                </a:cxn>
                <a:cxn ang="10800000">
                  <a:pos x="wd2" y="hd2"/>
                </a:cxn>
                <a:cxn ang="16200000">
                  <a:pos x="wd2" y="hd2"/>
                </a:cxn>
              </a:cxnLst>
              <a:rect l="0" t="0" r="r" b="b"/>
              <a:pathLst>
                <a:path w="21574" h="21600" extrusionOk="0">
                  <a:moveTo>
                    <a:pt x="20933" y="14682"/>
                  </a:moveTo>
                  <a:cubicBezTo>
                    <a:pt x="21382" y="14118"/>
                    <a:pt x="21600" y="13511"/>
                    <a:pt x="21571" y="12889"/>
                  </a:cubicBezTo>
                  <a:cubicBezTo>
                    <a:pt x="21542" y="12212"/>
                    <a:pt x="21237" y="11675"/>
                    <a:pt x="20976" y="11336"/>
                  </a:cubicBezTo>
                  <a:cubicBezTo>
                    <a:pt x="21281" y="10602"/>
                    <a:pt x="21397" y="9459"/>
                    <a:pt x="20381" y="8555"/>
                  </a:cubicBezTo>
                  <a:cubicBezTo>
                    <a:pt x="19642" y="7906"/>
                    <a:pt x="18394" y="7609"/>
                    <a:pt x="16653" y="7694"/>
                  </a:cubicBezTo>
                  <a:cubicBezTo>
                    <a:pt x="15435" y="7751"/>
                    <a:pt x="14419" y="7962"/>
                    <a:pt x="14376" y="7976"/>
                  </a:cubicBezTo>
                  <a:cubicBezTo>
                    <a:pt x="14361" y="7976"/>
                    <a:pt x="14361" y="7976"/>
                    <a:pt x="14361" y="7976"/>
                  </a:cubicBezTo>
                  <a:cubicBezTo>
                    <a:pt x="14129" y="8019"/>
                    <a:pt x="13883" y="8061"/>
                    <a:pt x="13636" y="8118"/>
                  </a:cubicBezTo>
                  <a:cubicBezTo>
                    <a:pt x="13621" y="7835"/>
                    <a:pt x="13665" y="7115"/>
                    <a:pt x="14216" y="5492"/>
                  </a:cubicBezTo>
                  <a:cubicBezTo>
                    <a:pt x="14869" y="3572"/>
                    <a:pt x="14826" y="2104"/>
                    <a:pt x="14100" y="1115"/>
                  </a:cubicBezTo>
                  <a:cubicBezTo>
                    <a:pt x="13331" y="85"/>
                    <a:pt x="12098" y="0"/>
                    <a:pt x="11736" y="0"/>
                  </a:cubicBezTo>
                  <a:cubicBezTo>
                    <a:pt x="11388" y="0"/>
                    <a:pt x="11068" y="141"/>
                    <a:pt x="10836" y="395"/>
                  </a:cubicBezTo>
                  <a:cubicBezTo>
                    <a:pt x="10329" y="974"/>
                    <a:pt x="10387" y="2061"/>
                    <a:pt x="10445" y="2555"/>
                  </a:cubicBezTo>
                  <a:cubicBezTo>
                    <a:pt x="9835" y="4151"/>
                    <a:pt x="8124" y="8075"/>
                    <a:pt x="6673" y="9162"/>
                  </a:cubicBezTo>
                  <a:cubicBezTo>
                    <a:pt x="6644" y="9176"/>
                    <a:pt x="6615" y="9205"/>
                    <a:pt x="6586" y="9219"/>
                  </a:cubicBezTo>
                  <a:cubicBezTo>
                    <a:pt x="6165" y="9656"/>
                    <a:pt x="5875" y="10136"/>
                    <a:pt x="5687" y="10546"/>
                  </a:cubicBezTo>
                  <a:cubicBezTo>
                    <a:pt x="5411" y="10405"/>
                    <a:pt x="5092" y="10320"/>
                    <a:pt x="4758" y="10320"/>
                  </a:cubicBezTo>
                  <a:cubicBezTo>
                    <a:pt x="1929" y="10320"/>
                    <a:pt x="1929" y="10320"/>
                    <a:pt x="1929" y="10320"/>
                  </a:cubicBezTo>
                  <a:cubicBezTo>
                    <a:pt x="870" y="10320"/>
                    <a:pt x="0" y="11167"/>
                    <a:pt x="0" y="12212"/>
                  </a:cubicBezTo>
                  <a:cubicBezTo>
                    <a:pt x="0" y="19553"/>
                    <a:pt x="0" y="19553"/>
                    <a:pt x="0" y="19553"/>
                  </a:cubicBezTo>
                  <a:cubicBezTo>
                    <a:pt x="0" y="20584"/>
                    <a:pt x="870" y="21431"/>
                    <a:pt x="1929" y="21431"/>
                  </a:cubicBezTo>
                  <a:cubicBezTo>
                    <a:pt x="4758" y="21431"/>
                    <a:pt x="4758" y="21431"/>
                    <a:pt x="4758" y="21431"/>
                  </a:cubicBezTo>
                  <a:cubicBezTo>
                    <a:pt x="5179" y="21431"/>
                    <a:pt x="5556" y="21304"/>
                    <a:pt x="5875" y="21078"/>
                  </a:cubicBezTo>
                  <a:cubicBezTo>
                    <a:pt x="6963" y="21205"/>
                    <a:pt x="6963" y="21205"/>
                    <a:pt x="6963" y="21205"/>
                  </a:cubicBezTo>
                  <a:cubicBezTo>
                    <a:pt x="7137" y="21233"/>
                    <a:pt x="10111" y="21600"/>
                    <a:pt x="13157" y="21544"/>
                  </a:cubicBezTo>
                  <a:cubicBezTo>
                    <a:pt x="13709" y="21586"/>
                    <a:pt x="14231" y="21600"/>
                    <a:pt x="14709" y="21600"/>
                  </a:cubicBezTo>
                  <a:cubicBezTo>
                    <a:pt x="15536" y="21600"/>
                    <a:pt x="16262" y="21544"/>
                    <a:pt x="16871" y="21416"/>
                  </a:cubicBezTo>
                  <a:cubicBezTo>
                    <a:pt x="18293" y="21120"/>
                    <a:pt x="19264" y="20527"/>
                    <a:pt x="19758" y="19666"/>
                  </a:cubicBezTo>
                  <a:cubicBezTo>
                    <a:pt x="20135" y="19016"/>
                    <a:pt x="20135" y="18353"/>
                    <a:pt x="20062" y="17944"/>
                  </a:cubicBezTo>
                  <a:cubicBezTo>
                    <a:pt x="20991" y="17125"/>
                    <a:pt x="21150" y="16221"/>
                    <a:pt x="21121" y="15600"/>
                  </a:cubicBezTo>
                  <a:cubicBezTo>
                    <a:pt x="21107" y="15233"/>
                    <a:pt x="21020" y="14922"/>
                    <a:pt x="20933" y="14682"/>
                  </a:cubicBezTo>
                  <a:close/>
                  <a:moveTo>
                    <a:pt x="1929" y="20202"/>
                  </a:moveTo>
                  <a:cubicBezTo>
                    <a:pt x="1552" y="20202"/>
                    <a:pt x="1248" y="19906"/>
                    <a:pt x="1248" y="19553"/>
                  </a:cubicBezTo>
                  <a:cubicBezTo>
                    <a:pt x="1248" y="12198"/>
                    <a:pt x="1248" y="12198"/>
                    <a:pt x="1248" y="12198"/>
                  </a:cubicBezTo>
                  <a:cubicBezTo>
                    <a:pt x="1248" y="11831"/>
                    <a:pt x="1567" y="11548"/>
                    <a:pt x="1929" y="11548"/>
                  </a:cubicBezTo>
                  <a:cubicBezTo>
                    <a:pt x="4758" y="11548"/>
                    <a:pt x="4758" y="11548"/>
                    <a:pt x="4758" y="11548"/>
                  </a:cubicBezTo>
                  <a:cubicBezTo>
                    <a:pt x="5135" y="11548"/>
                    <a:pt x="5440" y="11845"/>
                    <a:pt x="5440" y="12198"/>
                  </a:cubicBezTo>
                  <a:cubicBezTo>
                    <a:pt x="5440" y="19539"/>
                    <a:pt x="5440" y="19539"/>
                    <a:pt x="5440" y="19539"/>
                  </a:cubicBezTo>
                  <a:cubicBezTo>
                    <a:pt x="5440" y="19906"/>
                    <a:pt x="5135" y="20202"/>
                    <a:pt x="4758" y="20202"/>
                  </a:cubicBezTo>
                  <a:cubicBezTo>
                    <a:pt x="1929" y="20202"/>
                    <a:pt x="1929" y="20202"/>
                    <a:pt x="1929" y="20202"/>
                  </a:cubicBezTo>
                  <a:close/>
                  <a:moveTo>
                    <a:pt x="19743" y="14160"/>
                  </a:moveTo>
                  <a:cubicBezTo>
                    <a:pt x="19555" y="14358"/>
                    <a:pt x="19511" y="14654"/>
                    <a:pt x="19656" y="14894"/>
                  </a:cubicBezTo>
                  <a:cubicBezTo>
                    <a:pt x="19656" y="14894"/>
                    <a:pt x="19845" y="15219"/>
                    <a:pt x="19874" y="15642"/>
                  </a:cubicBezTo>
                  <a:cubicBezTo>
                    <a:pt x="19903" y="16235"/>
                    <a:pt x="19613" y="16758"/>
                    <a:pt x="19003" y="17209"/>
                  </a:cubicBezTo>
                  <a:cubicBezTo>
                    <a:pt x="18786" y="17379"/>
                    <a:pt x="18699" y="17661"/>
                    <a:pt x="18786" y="17901"/>
                  </a:cubicBezTo>
                  <a:cubicBezTo>
                    <a:pt x="18786" y="17915"/>
                    <a:pt x="18989" y="18508"/>
                    <a:pt x="18655" y="19073"/>
                  </a:cubicBezTo>
                  <a:cubicBezTo>
                    <a:pt x="18351" y="19609"/>
                    <a:pt x="17654" y="20005"/>
                    <a:pt x="16610" y="20216"/>
                  </a:cubicBezTo>
                  <a:cubicBezTo>
                    <a:pt x="15768" y="20400"/>
                    <a:pt x="14622" y="20428"/>
                    <a:pt x="13230" y="20315"/>
                  </a:cubicBezTo>
                  <a:cubicBezTo>
                    <a:pt x="13157" y="20315"/>
                    <a:pt x="13157" y="20315"/>
                    <a:pt x="13157" y="20315"/>
                  </a:cubicBezTo>
                  <a:cubicBezTo>
                    <a:pt x="10169" y="20386"/>
                    <a:pt x="7152" y="20005"/>
                    <a:pt x="7123" y="20005"/>
                  </a:cubicBezTo>
                  <a:cubicBezTo>
                    <a:pt x="7123" y="20005"/>
                    <a:pt x="7123" y="20005"/>
                    <a:pt x="7123" y="20005"/>
                  </a:cubicBezTo>
                  <a:cubicBezTo>
                    <a:pt x="6658" y="19948"/>
                    <a:pt x="6658" y="19948"/>
                    <a:pt x="6658" y="19948"/>
                  </a:cubicBezTo>
                  <a:cubicBezTo>
                    <a:pt x="6673" y="19821"/>
                    <a:pt x="6687" y="19680"/>
                    <a:pt x="6687" y="19553"/>
                  </a:cubicBezTo>
                  <a:cubicBezTo>
                    <a:pt x="6687" y="12198"/>
                    <a:pt x="6687" y="12198"/>
                    <a:pt x="6687" y="12198"/>
                  </a:cubicBezTo>
                  <a:cubicBezTo>
                    <a:pt x="6687" y="12014"/>
                    <a:pt x="6658" y="11816"/>
                    <a:pt x="6600" y="11647"/>
                  </a:cubicBezTo>
                  <a:cubicBezTo>
                    <a:pt x="6687" y="11336"/>
                    <a:pt x="6920" y="10659"/>
                    <a:pt x="7471" y="10094"/>
                  </a:cubicBezTo>
                  <a:cubicBezTo>
                    <a:pt x="9560" y="8485"/>
                    <a:pt x="11591" y="3064"/>
                    <a:pt x="11678" y="2824"/>
                  </a:cubicBezTo>
                  <a:cubicBezTo>
                    <a:pt x="11721" y="2725"/>
                    <a:pt x="11721" y="2626"/>
                    <a:pt x="11707" y="2527"/>
                  </a:cubicBezTo>
                  <a:cubicBezTo>
                    <a:pt x="11634" y="2019"/>
                    <a:pt x="11663" y="1398"/>
                    <a:pt x="11765" y="1214"/>
                  </a:cubicBezTo>
                  <a:cubicBezTo>
                    <a:pt x="12011" y="1214"/>
                    <a:pt x="12679" y="1285"/>
                    <a:pt x="13070" y="1821"/>
                  </a:cubicBezTo>
                  <a:cubicBezTo>
                    <a:pt x="13549" y="2456"/>
                    <a:pt x="13534" y="3600"/>
                    <a:pt x="13027" y="5111"/>
                  </a:cubicBezTo>
                  <a:cubicBezTo>
                    <a:pt x="12243" y="7398"/>
                    <a:pt x="12171" y="8612"/>
                    <a:pt x="12795" y="9148"/>
                  </a:cubicBezTo>
                  <a:cubicBezTo>
                    <a:pt x="13099" y="9416"/>
                    <a:pt x="13505" y="9431"/>
                    <a:pt x="13810" y="9318"/>
                  </a:cubicBezTo>
                  <a:cubicBezTo>
                    <a:pt x="14086" y="9261"/>
                    <a:pt x="14361" y="9205"/>
                    <a:pt x="14608" y="9162"/>
                  </a:cubicBezTo>
                  <a:cubicBezTo>
                    <a:pt x="14637" y="9162"/>
                    <a:pt x="14651" y="9162"/>
                    <a:pt x="14680" y="9148"/>
                  </a:cubicBezTo>
                  <a:cubicBezTo>
                    <a:pt x="16102" y="8852"/>
                    <a:pt x="18655" y="8668"/>
                    <a:pt x="19540" y="9445"/>
                  </a:cubicBezTo>
                  <a:cubicBezTo>
                    <a:pt x="20294" y="10122"/>
                    <a:pt x="19758" y="10998"/>
                    <a:pt x="19700" y="11096"/>
                  </a:cubicBezTo>
                  <a:cubicBezTo>
                    <a:pt x="19526" y="11351"/>
                    <a:pt x="19569" y="11675"/>
                    <a:pt x="19801" y="11887"/>
                  </a:cubicBezTo>
                  <a:cubicBezTo>
                    <a:pt x="19816" y="11887"/>
                    <a:pt x="20294" y="12339"/>
                    <a:pt x="20323" y="12932"/>
                  </a:cubicBezTo>
                  <a:cubicBezTo>
                    <a:pt x="20338" y="13341"/>
                    <a:pt x="20149" y="13751"/>
                    <a:pt x="19743" y="14160"/>
                  </a:cubicBezTo>
                  <a:close/>
                  <a:moveTo>
                    <a:pt x="19743" y="14160"/>
                  </a:moveTo>
                  <a:cubicBezTo>
                    <a:pt x="19743" y="14160"/>
                    <a:pt x="19743" y="14160"/>
                    <a:pt x="19743" y="14160"/>
                  </a:cubicBezTo>
                </a:path>
              </a:pathLst>
            </a:custGeom>
            <a:solidFill>
              <a:schemeClr val="bg1"/>
            </a:solidFill>
            <a:ln w="12700">
              <a:miter lim="400000"/>
            </a:ln>
          </p:spPr>
          <p:txBody>
            <a:bodyPr lIns="45719" rIns="45719"/>
            <a:lstStyle/>
            <a:p>
              <a:endParaRPr/>
            </a:p>
          </p:txBody>
        </p:sp>
        <p:grpSp>
          <p:nvGrpSpPr>
            <p:cNvPr id="773" name="Group 110"/>
            <p:cNvGrpSpPr/>
            <p:nvPr/>
          </p:nvGrpSpPr>
          <p:grpSpPr>
            <a:xfrm>
              <a:off x="6503" y="6620"/>
              <a:ext cx="567" cy="498"/>
              <a:chOff x="0" y="0"/>
              <a:chExt cx="530225" cy="494280"/>
            </a:xfrm>
            <a:solidFill>
              <a:schemeClr val="tx2"/>
            </a:solidFill>
          </p:grpSpPr>
          <p:sp>
            <p:nvSpPr>
              <p:cNvPr id="771" name="slot_771"/>
              <p:cNvSpPr/>
              <p:nvPr/>
            </p:nvSpPr>
            <p:spPr>
              <a:xfrm>
                <a:off x="0" y="189349"/>
                <a:ext cx="327716" cy="304932"/>
              </a:xfrm>
              <a:custGeom>
                <a:avLst/>
                <a:gdLst/>
                <a:ahLst/>
                <a:cxnLst>
                  <a:cxn ang="0">
                    <a:pos x="wd2" y="hd2"/>
                  </a:cxn>
                  <a:cxn ang="5400000">
                    <a:pos x="wd2" y="hd2"/>
                  </a:cxn>
                  <a:cxn ang="10800000">
                    <a:pos x="wd2" y="hd2"/>
                  </a:cxn>
                  <a:cxn ang="16200000">
                    <a:pos x="wd2" y="hd2"/>
                  </a:cxn>
                </a:cxnLst>
                <a:rect l="0" t="0" r="r" b="b"/>
                <a:pathLst>
                  <a:path w="21033" h="21497" extrusionOk="0">
                    <a:moveTo>
                      <a:pt x="17989" y="1637"/>
                    </a:moveTo>
                    <a:cubicBezTo>
                      <a:pt x="17615" y="2047"/>
                      <a:pt x="17615" y="2700"/>
                      <a:pt x="17989" y="3110"/>
                    </a:cubicBezTo>
                    <a:cubicBezTo>
                      <a:pt x="19530" y="4802"/>
                      <a:pt x="19530" y="7556"/>
                      <a:pt x="17989" y="9247"/>
                    </a:cubicBezTo>
                    <a:cubicBezTo>
                      <a:pt x="9886" y="18139"/>
                      <a:pt x="9886" y="18139"/>
                      <a:pt x="9886" y="18139"/>
                    </a:cubicBezTo>
                    <a:cubicBezTo>
                      <a:pt x="8345" y="19830"/>
                      <a:pt x="5835" y="19830"/>
                      <a:pt x="4294" y="18139"/>
                    </a:cubicBezTo>
                    <a:cubicBezTo>
                      <a:pt x="3061" y="16810"/>
                      <a:pt x="3061" y="16810"/>
                      <a:pt x="3061" y="16810"/>
                    </a:cubicBezTo>
                    <a:cubicBezTo>
                      <a:pt x="1519" y="15118"/>
                      <a:pt x="1519" y="12364"/>
                      <a:pt x="3061" y="10673"/>
                    </a:cubicBezTo>
                    <a:cubicBezTo>
                      <a:pt x="11163" y="1782"/>
                      <a:pt x="11163" y="1782"/>
                      <a:pt x="11163" y="1782"/>
                    </a:cubicBezTo>
                    <a:cubicBezTo>
                      <a:pt x="11538" y="1371"/>
                      <a:pt x="11538" y="718"/>
                      <a:pt x="11163" y="308"/>
                    </a:cubicBezTo>
                    <a:cubicBezTo>
                      <a:pt x="10789" y="-103"/>
                      <a:pt x="10194" y="-103"/>
                      <a:pt x="9820" y="308"/>
                    </a:cubicBezTo>
                    <a:cubicBezTo>
                      <a:pt x="1717" y="9199"/>
                      <a:pt x="1717" y="9199"/>
                      <a:pt x="1717" y="9199"/>
                    </a:cubicBezTo>
                    <a:cubicBezTo>
                      <a:pt x="617" y="10407"/>
                      <a:pt x="0" y="12026"/>
                      <a:pt x="0" y="13741"/>
                    </a:cubicBezTo>
                    <a:cubicBezTo>
                      <a:pt x="0" y="15457"/>
                      <a:pt x="617" y="17076"/>
                      <a:pt x="1717" y="18284"/>
                    </a:cubicBezTo>
                    <a:cubicBezTo>
                      <a:pt x="2928" y="19612"/>
                      <a:pt x="2928" y="19612"/>
                      <a:pt x="2928" y="19612"/>
                    </a:cubicBezTo>
                    <a:cubicBezTo>
                      <a:pt x="4073" y="20869"/>
                      <a:pt x="5571" y="21497"/>
                      <a:pt x="7090" y="21497"/>
                    </a:cubicBezTo>
                    <a:cubicBezTo>
                      <a:pt x="8587" y="21497"/>
                      <a:pt x="10084" y="20869"/>
                      <a:pt x="11229" y="19612"/>
                    </a:cubicBezTo>
                    <a:cubicBezTo>
                      <a:pt x="19332" y="10721"/>
                      <a:pt x="19332" y="10721"/>
                      <a:pt x="19332" y="10721"/>
                    </a:cubicBezTo>
                    <a:cubicBezTo>
                      <a:pt x="21600" y="8233"/>
                      <a:pt x="21600" y="4149"/>
                      <a:pt x="19332" y="1637"/>
                    </a:cubicBezTo>
                    <a:cubicBezTo>
                      <a:pt x="18958" y="1226"/>
                      <a:pt x="18363" y="1226"/>
                      <a:pt x="17989" y="1637"/>
                    </a:cubicBezTo>
                    <a:close/>
                    <a:moveTo>
                      <a:pt x="17989" y="1637"/>
                    </a:moveTo>
                    <a:cubicBezTo>
                      <a:pt x="17989" y="1637"/>
                      <a:pt x="17989" y="1637"/>
                      <a:pt x="17989" y="1637"/>
                    </a:cubicBezTo>
                  </a:path>
                </a:pathLst>
              </a:custGeom>
              <a:grpFill/>
              <a:ln w="12700" cap="flat">
                <a:noFill/>
                <a:miter lim="400000"/>
              </a:ln>
              <a:effectLst/>
            </p:spPr>
            <p:txBody>
              <a:bodyPr wrap="square" lIns="45719" tIns="45719" rIns="45719" bIns="45719" numCol="1" anchor="t">
                <a:noAutofit/>
              </a:bodyPr>
              <a:lstStyle/>
              <a:p>
                <a:endParaRPr/>
              </a:p>
            </p:txBody>
          </p:sp>
          <p:sp>
            <p:nvSpPr>
              <p:cNvPr id="772" name="slot_772"/>
              <p:cNvSpPr/>
              <p:nvPr/>
            </p:nvSpPr>
            <p:spPr>
              <a:xfrm>
                <a:off x="202594" y="0"/>
                <a:ext cx="327632" cy="306956"/>
              </a:xfrm>
              <a:custGeom>
                <a:avLst/>
                <a:gdLst/>
                <a:ahLst/>
                <a:cxnLst>
                  <a:cxn ang="0">
                    <a:pos x="wd2" y="hd2"/>
                  </a:cxn>
                  <a:cxn ang="5400000">
                    <a:pos x="wd2" y="hd2"/>
                  </a:cxn>
                  <a:cxn ang="10800000">
                    <a:pos x="wd2" y="hd2"/>
                  </a:cxn>
                  <a:cxn ang="16200000">
                    <a:pos x="wd2" y="hd2"/>
                  </a:cxn>
                </a:cxnLst>
                <a:rect l="0" t="0" r="r" b="b"/>
                <a:pathLst>
                  <a:path w="21028" h="20988" extrusionOk="0">
                    <a:moveTo>
                      <a:pt x="19311" y="3133"/>
                    </a:moveTo>
                    <a:cubicBezTo>
                      <a:pt x="18100" y="1838"/>
                      <a:pt x="18100" y="1838"/>
                      <a:pt x="18100" y="1838"/>
                    </a:cubicBezTo>
                    <a:cubicBezTo>
                      <a:pt x="15810" y="-612"/>
                      <a:pt x="12089" y="-612"/>
                      <a:pt x="9821" y="1838"/>
                    </a:cubicBezTo>
                    <a:cubicBezTo>
                      <a:pt x="1718" y="10506"/>
                      <a:pt x="1718" y="10506"/>
                      <a:pt x="1718" y="10506"/>
                    </a:cubicBezTo>
                    <a:cubicBezTo>
                      <a:pt x="-572" y="12956"/>
                      <a:pt x="-572" y="16937"/>
                      <a:pt x="1718" y="19363"/>
                    </a:cubicBezTo>
                    <a:cubicBezTo>
                      <a:pt x="2070" y="19763"/>
                      <a:pt x="2687" y="19763"/>
                      <a:pt x="3061" y="19363"/>
                    </a:cubicBezTo>
                    <a:cubicBezTo>
                      <a:pt x="3435" y="18962"/>
                      <a:pt x="3435" y="18326"/>
                      <a:pt x="3061" y="17926"/>
                    </a:cubicBezTo>
                    <a:cubicBezTo>
                      <a:pt x="1520" y="16277"/>
                      <a:pt x="1520" y="13592"/>
                      <a:pt x="3061" y="11943"/>
                    </a:cubicBezTo>
                    <a:cubicBezTo>
                      <a:pt x="11164" y="3275"/>
                      <a:pt x="11164" y="3275"/>
                      <a:pt x="11164" y="3275"/>
                    </a:cubicBezTo>
                    <a:cubicBezTo>
                      <a:pt x="12705" y="1626"/>
                      <a:pt x="15215" y="1626"/>
                      <a:pt x="16756" y="3275"/>
                    </a:cubicBezTo>
                    <a:cubicBezTo>
                      <a:pt x="17967" y="4594"/>
                      <a:pt x="17967" y="4594"/>
                      <a:pt x="17967" y="4594"/>
                    </a:cubicBezTo>
                    <a:cubicBezTo>
                      <a:pt x="19509" y="6243"/>
                      <a:pt x="19509" y="8928"/>
                      <a:pt x="17967" y="10577"/>
                    </a:cubicBezTo>
                    <a:cubicBezTo>
                      <a:pt x="9865" y="19245"/>
                      <a:pt x="9865" y="19245"/>
                      <a:pt x="9865" y="19245"/>
                    </a:cubicBezTo>
                    <a:cubicBezTo>
                      <a:pt x="9490" y="19645"/>
                      <a:pt x="9490" y="20281"/>
                      <a:pt x="9865" y="20682"/>
                    </a:cubicBezTo>
                    <a:cubicBezTo>
                      <a:pt x="10041" y="20870"/>
                      <a:pt x="10305" y="20988"/>
                      <a:pt x="10525" y="20988"/>
                    </a:cubicBezTo>
                    <a:cubicBezTo>
                      <a:pt x="10767" y="20988"/>
                      <a:pt x="11032" y="20870"/>
                      <a:pt x="11208" y="20682"/>
                    </a:cubicBezTo>
                    <a:cubicBezTo>
                      <a:pt x="19311" y="12014"/>
                      <a:pt x="19311" y="12014"/>
                      <a:pt x="19311" y="12014"/>
                    </a:cubicBezTo>
                    <a:cubicBezTo>
                      <a:pt x="20411" y="10812"/>
                      <a:pt x="21028" y="9258"/>
                      <a:pt x="21028" y="7585"/>
                    </a:cubicBezTo>
                    <a:cubicBezTo>
                      <a:pt x="21028" y="5913"/>
                      <a:pt x="20411" y="4335"/>
                      <a:pt x="19311" y="3133"/>
                    </a:cubicBezTo>
                    <a:close/>
                    <a:moveTo>
                      <a:pt x="19311" y="3133"/>
                    </a:moveTo>
                    <a:cubicBezTo>
                      <a:pt x="19311" y="3133"/>
                      <a:pt x="19311" y="3133"/>
                      <a:pt x="19311" y="3133"/>
                    </a:cubicBezTo>
                  </a:path>
                </a:pathLst>
              </a:custGeom>
              <a:grpFill/>
              <a:ln w="12700" cap="flat">
                <a:noFill/>
                <a:miter lim="400000"/>
              </a:ln>
              <a:effectLst/>
            </p:spPr>
            <p:txBody>
              <a:bodyPr wrap="square" lIns="45719" tIns="45719" rIns="45719" bIns="45719" numCol="1" anchor="t">
                <a:noAutofit/>
              </a:bodyPr>
              <a:lstStyle/>
              <a:p>
                <a:endParaRPr/>
              </a:p>
            </p:txBody>
          </p:sp>
        </p:grpSp>
        <p:sp>
          <p:nvSpPr>
            <p:cNvPr id="755" name="slot_755"/>
            <p:cNvSpPr/>
            <p:nvPr/>
          </p:nvSpPr>
          <p:spPr>
            <a:xfrm>
              <a:off x="6518" y="3367"/>
              <a:ext cx="579" cy="598"/>
            </a:xfrm>
            <a:custGeom>
              <a:avLst/>
              <a:gdLst/>
              <a:ahLst/>
              <a:cxnLst>
                <a:cxn ang="0">
                  <a:pos x="wd2" y="hd2"/>
                </a:cxn>
                <a:cxn ang="5400000">
                  <a:pos x="wd2" y="hd2"/>
                </a:cxn>
                <a:cxn ang="10800000">
                  <a:pos x="wd2" y="hd2"/>
                </a:cxn>
                <a:cxn ang="16200000">
                  <a:pos x="wd2" y="hd2"/>
                </a:cxn>
              </a:cxnLst>
              <a:rect l="0" t="0" r="r" b="b"/>
              <a:pathLst>
                <a:path w="21588" h="21142" extrusionOk="0">
                  <a:moveTo>
                    <a:pt x="20194" y="1373"/>
                  </a:moveTo>
                  <a:cubicBezTo>
                    <a:pt x="18326" y="-458"/>
                    <a:pt x="15308" y="-458"/>
                    <a:pt x="13454" y="1373"/>
                  </a:cubicBezTo>
                  <a:cubicBezTo>
                    <a:pt x="1095" y="13468"/>
                    <a:pt x="1095" y="13468"/>
                    <a:pt x="1095" y="13468"/>
                  </a:cubicBezTo>
                  <a:cubicBezTo>
                    <a:pt x="1008" y="13567"/>
                    <a:pt x="937" y="13679"/>
                    <a:pt x="922" y="13820"/>
                  </a:cubicBezTo>
                  <a:cubicBezTo>
                    <a:pt x="2" y="20452"/>
                    <a:pt x="2" y="20452"/>
                    <a:pt x="2" y="20452"/>
                  </a:cubicBezTo>
                  <a:cubicBezTo>
                    <a:pt x="-12" y="20649"/>
                    <a:pt x="45" y="20832"/>
                    <a:pt x="189" y="20973"/>
                  </a:cubicBezTo>
                  <a:cubicBezTo>
                    <a:pt x="304" y="21086"/>
                    <a:pt x="462" y="21142"/>
                    <a:pt x="620" y="21142"/>
                  </a:cubicBezTo>
                  <a:cubicBezTo>
                    <a:pt x="649" y="21142"/>
                    <a:pt x="678" y="21142"/>
                    <a:pt x="707" y="21142"/>
                  </a:cubicBezTo>
                  <a:cubicBezTo>
                    <a:pt x="4788" y="20607"/>
                    <a:pt x="4788" y="20607"/>
                    <a:pt x="4788" y="20607"/>
                  </a:cubicBezTo>
                  <a:cubicBezTo>
                    <a:pt x="5133" y="20551"/>
                    <a:pt x="5363" y="20255"/>
                    <a:pt x="5320" y="19917"/>
                  </a:cubicBezTo>
                  <a:cubicBezTo>
                    <a:pt x="5277" y="19579"/>
                    <a:pt x="4960" y="19354"/>
                    <a:pt x="4616" y="19396"/>
                  </a:cubicBezTo>
                  <a:cubicBezTo>
                    <a:pt x="1353" y="19832"/>
                    <a:pt x="1353" y="19832"/>
                    <a:pt x="1353" y="19832"/>
                  </a:cubicBezTo>
                  <a:cubicBezTo>
                    <a:pt x="1986" y="15200"/>
                    <a:pt x="1986" y="15200"/>
                    <a:pt x="1986" y="15200"/>
                  </a:cubicBezTo>
                  <a:cubicBezTo>
                    <a:pt x="6958" y="20072"/>
                    <a:pt x="6958" y="20072"/>
                    <a:pt x="6958" y="20072"/>
                  </a:cubicBezTo>
                  <a:cubicBezTo>
                    <a:pt x="7073" y="20185"/>
                    <a:pt x="7231" y="20255"/>
                    <a:pt x="7404" y="20255"/>
                  </a:cubicBezTo>
                  <a:cubicBezTo>
                    <a:pt x="7562" y="20255"/>
                    <a:pt x="7720" y="20185"/>
                    <a:pt x="7835" y="20072"/>
                  </a:cubicBezTo>
                  <a:cubicBezTo>
                    <a:pt x="20194" y="7976"/>
                    <a:pt x="20194" y="7976"/>
                    <a:pt x="20194" y="7976"/>
                  </a:cubicBezTo>
                  <a:cubicBezTo>
                    <a:pt x="21085" y="7089"/>
                    <a:pt x="21588" y="5921"/>
                    <a:pt x="21588" y="4667"/>
                  </a:cubicBezTo>
                  <a:cubicBezTo>
                    <a:pt x="21588" y="3414"/>
                    <a:pt x="21085" y="2246"/>
                    <a:pt x="20194" y="1373"/>
                  </a:cubicBezTo>
                  <a:close/>
                  <a:moveTo>
                    <a:pt x="13684" y="2851"/>
                  </a:moveTo>
                  <a:cubicBezTo>
                    <a:pt x="15768" y="4893"/>
                    <a:pt x="15768" y="4893"/>
                    <a:pt x="15768" y="4893"/>
                  </a:cubicBezTo>
                  <a:cubicBezTo>
                    <a:pt x="4486" y="15932"/>
                    <a:pt x="4486" y="15932"/>
                    <a:pt x="4486" y="15932"/>
                  </a:cubicBezTo>
                  <a:cubicBezTo>
                    <a:pt x="2417" y="13904"/>
                    <a:pt x="2417" y="13904"/>
                    <a:pt x="2417" y="13904"/>
                  </a:cubicBezTo>
                  <a:lnTo>
                    <a:pt x="13684" y="2851"/>
                  </a:lnTo>
                  <a:close/>
                  <a:moveTo>
                    <a:pt x="7404" y="18776"/>
                  </a:moveTo>
                  <a:cubicBezTo>
                    <a:pt x="5377" y="16791"/>
                    <a:pt x="5377" y="16791"/>
                    <a:pt x="5377" y="16791"/>
                  </a:cubicBezTo>
                  <a:cubicBezTo>
                    <a:pt x="16644" y="5752"/>
                    <a:pt x="16644" y="5752"/>
                    <a:pt x="16644" y="5752"/>
                  </a:cubicBezTo>
                  <a:cubicBezTo>
                    <a:pt x="18671" y="7737"/>
                    <a:pt x="18671" y="7737"/>
                    <a:pt x="18671" y="7737"/>
                  </a:cubicBezTo>
                  <a:lnTo>
                    <a:pt x="7404" y="18776"/>
                  </a:lnTo>
                  <a:close/>
                  <a:moveTo>
                    <a:pt x="19533" y="6864"/>
                  </a:moveTo>
                  <a:cubicBezTo>
                    <a:pt x="14575" y="2006"/>
                    <a:pt x="14575" y="2006"/>
                    <a:pt x="14575" y="2006"/>
                  </a:cubicBezTo>
                  <a:cubicBezTo>
                    <a:pt x="15207" y="1499"/>
                    <a:pt x="15998" y="1218"/>
                    <a:pt x="16817" y="1218"/>
                  </a:cubicBezTo>
                  <a:cubicBezTo>
                    <a:pt x="17765" y="1218"/>
                    <a:pt x="18642" y="1584"/>
                    <a:pt x="19317" y="2231"/>
                  </a:cubicBezTo>
                  <a:cubicBezTo>
                    <a:pt x="19978" y="2879"/>
                    <a:pt x="20338" y="3752"/>
                    <a:pt x="20338" y="4667"/>
                  </a:cubicBezTo>
                  <a:cubicBezTo>
                    <a:pt x="20338" y="5484"/>
                    <a:pt x="20065" y="6244"/>
                    <a:pt x="19533" y="6864"/>
                  </a:cubicBezTo>
                  <a:close/>
                  <a:moveTo>
                    <a:pt x="19533" y="6864"/>
                  </a:moveTo>
                  <a:cubicBezTo>
                    <a:pt x="19533" y="6864"/>
                    <a:pt x="19533" y="6864"/>
                    <a:pt x="19533" y="6864"/>
                  </a:cubicBezTo>
                </a:path>
              </a:pathLst>
            </a:custGeom>
            <a:solidFill>
              <a:schemeClr val="tx2"/>
            </a:solidFill>
            <a:ln w="12700">
              <a:miter lim="400000"/>
            </a:ln>
          </p:spPr>
          <p:txBody>
            <a:bodyPr lIns="45719" rIns="45719"/>
            <a:lstStyle/>
            <a:p>
              <a:endParaRPr/>
            </a:p>
          </p:txBody>
        </p:sp>
        <p:sp>
          <p:nvSpPr>
            <p:cNvPr id="827" name="slot_827"/>
            <p:cNvSpPr/>
            <p:nvPr/>
          </p:nvSpPr>
          <p:spPr>
            <a:xfrm>
              <a:off x="6457" y="8059"/>
              <a:ext cx="685" cy="653"/>
            </a:xfrm>
            <a:custGeom>
              <a:avLst/>
              <a:gdLst/>
              <a:ahLst/>
              <a:cxnLst>
                <a:cxn ang="0">
                  <a:pos x="wd2" y="hd2"/>
                </a:cxn>
                <a:cxn ang="5400000">
                  <a:pos x="wd2" y="hd2"/>
                </a:cxn>
                <a:cxn ang="10800000">
                  <a:pos x="wd2" y="hd2"/>
                </a:cxn>
                <a:cxn ang="16200000">
                  <a:pos x="wd2" y="hd2"/>
                </a:cxn>
              </a:cxnLst>
              <a:rect l="0" t="0" r="r" b="b"/>
              <a:pathLst>
                <a:path w="21520" h="21600" extrusionOk="0">
                  <a:moveTo>
                    <a:pt x="21491" y="8167"/>
                  </a:moveTo>
                  <a:cubicBezTo>
                    <a:pt x="21422" y="7935"/>
                    <a:pt x="21229" y="7775"/>
                    <a:pt x="21008" y="7732"/>
                  </a:cubicBezTo>
                  <a:cubicBezTo>
                    <a:pt x="14300" y="6731"/>
                    <a:pt x="14300" y="6731"/>
                    <a:pt x="14300" y="6731"/>
                  </a:cubicBezTo>
                  <a:cubicBezTo>
                    <a:pt x="11278" y="348"/>
                    <a:pt x="11278" y="348"/>
                    <a:pt x="11278" y="348"/>
                  </a:cubicBezTo>
                  <a:cubicBezTo>
                    <a:pt x="11167" y="131"/>
                    <a:pt x="10960" y="0"/>
                    <a:pt x="10739" y="0"/>
                  </a:cubicBezTo>
                  <a:cubicBezTo>
                    <a:pt x="10518" y="0"/>
                    <a:pt x="10311" y="131"/>
                    <a:pt x="10201" y="363"/>
                  </a:cubicBezTo>
                  <a:cubicBezTo>
                    <a:pt x="7220" y="6760"/>
                    <a:pt x="7220" y="6760"/>
                    <a:pt x="7220" y="6760"/>
                  </a:cubicBezTo>
                  <a:cubicBezTo>
                    <a:pt x="512" y="7804"/>
                    <a:pt x="512" y="7804"/>
                    <a:pt x="512" y="7804"/>
                  </a:cubicBezTo>
                  <a:cubicBezTo>
                    <a:pt x="291" y="7848"/>
                    <a:pt x="98" y="8008"/>
                    <a:pt x="29" y="8240"/>
                  </a:cubicBezTo>
                  <a:cubicBezTo>
                    <a:pt x="-40" y="8457"/>
                    <a:pt x="15" y="8718"/>
                    <a:pt x="181" y="8878"/>
                  </a:cubicBezTo>
                  <a:cubicBezTo>
                    <a:pt x="5053" y="13839"/>
                    <a:pt x="5053" y="13839"/>
                    <a:pt x="5053" y="13839"/>
                  </a:cubicBezTo>
                  <a:cubicBezTo>
                    <a:pt x="3935" y="20860"/>
                    <a:pt x="3935" y="20860"/>
                    <a:pt x="3935" y="20860"/>
                  </a:cubicBezTo>
                  <a:cubicBezTo>
                    <a:pt x="3894" y="21107"/>
                    <a:pt x="3990" y="21339"/>
                    <a:pt x="4170" y="21484"/>
                  </a:cubicBezTo>
                  <a:cubicBezTo>
                    <a:pt x="4266" y="21556"/>
                    <a:pt x="4390" y="21600"/>
                    <a:pt x="4515" y="21600"/>
                  </a:cubicBezTo>
                  <a:cubicBezTo>
                    <a:pt x="4611" y="21600"/>
                    <a:pt x="4708" y="21571"/>
                    <a:pt x="4791" y="21527"/>
                  </a:cubicBezTo>
                  <a:cubicBezTo>
                    <a:pt x="10795" y="18191"/>
                    <a:pt x="10795" y="18191"/>
                    <a:pt x="10795" y="18191"/>
                  </a:cubicBezTo>
                  <a:cubicBezTo>
                    <a:pt x="16798" y="21484"/>
                    <a:pt x="16798" y="21484"/>
                    <a:pt x="16798" y="21484"/>
                  </a:cubicBezTo>
                  <a:cubicBezTo>
                    <a:pt x="16895" y="21527"/>
                    <a:pt x="16978" y="21556"/>
                    <a:pt x="17074" y="21556"/>
                  </a:cubicBezTo>
                  <a:cubicBezTo>
                    <a:pt x="17406" y="21556"/>
                    <a:pt x="17668" y="21266"/>
                    <a:pt x="17668" y="20933"/>
                  </a:cubicBezTo>
                  <a:cubicBezTo>
                    <a:pt x="17668" y="20875"/>
                    <a:pt x="17668" y="20831"/>
                    <a:pt x="17654" y="20788"/>
                  </a:cubicBezTo>
                  <a:cubicBezTo>
                    <a:pt x="16495" y="13796"/>
                    <a:pt x="16495" y="13796"/>
                    <a:pt x="16495" y="13796"/>
                  </a:cubicBezTo>
                  <a:cubicBezTo>
                    <a:pt x="21325" y="8805"/>
                    <a:pt x="21325" y="8805"/>
                    <a:pt x="21325" y="8805"/>
                  </a:cubicBezTo>
                  <a:cubicBezTo>
                    <a:pt x="21505" y="8646"/>
                    <a:pt x="21560" y="8385"/>
                    <a:pt x="21491" y="8167"/>
                  </a:cubicBezTo>
                  <a:close/>
                  <a:moveTo>
                    <a:pt x="15446" y="13128"/>
                  </a:moveTo>
                  <a:cubicBezTo>
                    <a:pt x="15294" y="13273"/>
                    <a:pt x="15239" y="13491"/>
                    <a:pt x="15266" y="13694"/>
                  </a:cubicBezTo>
                  <a:cubicBezTo>
                    <a:pt x="16288" y="19787"/>
                    <a:pt x="16288" y="19787"/>
                    <a:pt x="16288" y="19787"/>
                  </a:cubicBezTo>
                  <a:cubicBezTo>
                    <a:pt x="11057" y="16929"/>
                    <a:pt x="11057" y="16929"/>
                    <a:pt x="11057" y="16929"/>
                  </a:cubicBezTo>
                  <a:cubicBezTo>
                    <a:pt x="10891" y="16827"/>
                    <a:pt x="10684" y="16827"/>
                    <a:pt x="10505" y="16929"/>
                  </a:cubicBezTo>
                  <a:cubicBezTo>
                    <a:pt x="5301" y="19816"/>
                    <a:pt x="5301" y="19816"/>
                    <a:pt x="5301" y="19816"/>
                  </a:cubicBezTo>
                  <a:cubicBezTo>
                    <a:pt x="6281" y="13709"/>
                    <a:pt x="6281" y="13709"/>
                    <a:pt x="6281" y="13709"/>
                  </a:cubicBezTo>
                  <a:cubicBezTo>
                    <a:pt x="6309" y="13505"/>
                    <a:pt x="6254" y="13302"/>
                    <a:pt x="6102" y="13157"/>
                  </a:cubicBezTo>
                  <a:cubicBezTo>
                    <a:pt x="1892" y="8849"/>
                    <a:pt x="1892" y="8849"/>
                    <a:pt x="1892" y="8849"/>
                  </a:cubicBezTo>
                  <a:cubicBezTo>
                    <a:pt x="7717" y="7949"/>
                    <a:pt x="7717" y="7949"/>
                    <a:pt x="7717" y="7949"/>
                  </a:cubicBezTo>
                  <a:cubicBezTo>
                    <a:pt x="7910" y="7906"/>
                    <a:pt x="8076" y="7790"/>
                    <a:pt x="8158" y="7601"/>
                  </a:cubicBezTo>
                  <a:cubicBezTo>
                    <a:pt x="10739" y="2045"/>
                    <a:pt x="10739" y="2045"/>
                    <a:pt x="10739" y="2045"/>
                  </a:cubicBezTo>
                  <a:cubicBezTo>
                    <a:pt x="13375" y="7587"/>
                    <a:pt x="13375" y="7587"/>
                    <a:pt x="13375" y="7587"/>
                  </a:cubicBezTo>
                  <a:cubicBezTo>
                    <a:pt x="13458" y="7775"/>
                    <a:pt x="13624" y="7906"/>
                    <a:pt x="13817" y="7935"/>
                  </a:cubicBezTo>
                  <a:cubicBezTo>
                    <a:pt x="19655" y="8805"/>
                    <a:pt x="19655" y="8805"/>
                    <a:pt x="19655" y="8805"/>
                  </a:cubicBezTo>
                  <a:lnTo>
                    <a:pt x="15446" y="13128"/>
                  </a:lnTo>
                  <a:close/>
                  <a:moveTo>
                    <a:pt x="15446" y="13128"/>
                  </a:moveTo>
                  <a:cubicBezTo>
                    <a:pt x="15446" y="13128"/>
                    <a:pt x="15446" y="13128"/>
                    <a:pt x="15446" y="13128"/>
                  </a:cubicBezTo>
                </a:path>
              </a:pathLst>
            </a:custGeom>
            <a:solidFill>
              <a:schemeClr val="tx2"/>
            </a:solidFill>
            <a:ln w="12700">
              <a:miter lim="400000"/>
            </a:ln>
          </p:spPr>
          <p:txBody>
            <a:bodyPr lIns="45719" rIns="45719"/>
            <a:lstStyle/>
            <a:p>
              <a:endParaRPr/>
            </a:p>
          </p:txBody>
        </p:sp>
      </p:grpSp>
      <p:grpSp>
        <p:nvGrpSpPr>
          <p:cNvPr id="62" name="组合 61"/>
          <p:cNvGrpSpPr/>
          <p:nvPr/>
        </p:nvGrpSpPr>
        <p:grpSpPr>
          <a:xfrm>
            <a:off x="4881880" y="1777365"/>
            <a:ext cx="6289040" cy="4300220"/>
            <a:chOff x="7688" y="2799"/>
            <a:chExt cx="9904" cy="6772"/>
          </a:xfrm>
        </p:grpSpPr>
        <p:pic>
          <p:nvPicPr>
            <p:cNvPr id="61" name="picture_61" descr="picture_61"/>
            <p:cNvPicPr>
              <a:picLocks noChangeAspect="1"/>
            </p:cNvPicPr>
            <p:nvPr/>
          </p:nvPicPr>
          <p:blipFill>
            <a:blip r:embed="rId6"/>
            <a:stretch>
              <a:fillRect/>
            </a:stretch>
          </p:blipFill>
          <p:spPr>
            <a:xfrm>
              <a:off x="7704" y="2799"/>
              <a:ext cx="9888" cy="6773"/>
            </a:xfrm>
            <a:prstGeom prst="rect">
              <a:avLst/>
            </a:prstGeom>
          </p:spPr>
        </p:pic>
        <p:sp>
          <p:nvSpPr>
            <p:cNvPr id="45" name="slot_45"/>
            <p:cNvSpPr/>
            <p:nvPr/>
          </p:nvSpPr>
          <p:spPr>
            <a:xfrm>
              <a:off x="7704" y="2799"/>
              <a:ext cx="9887" cy="6773"/>
            </a:xfrm>
            <a:prstGeom prst="rect">
              <a:avLst/>
            </a:prstGeom>
            <a:gradFill>
              <a:gsLst>
                <a:gs pos="27000">
                  <a:srgbClr val="CA876E">
                    <a:alpha val="70000"/>
                  </a:srgbClr>
                </a:gs>
                <a:gs pos="0">
                  <a:srgbClr val="F1D5A4">
                    <a:alpha val="18000"/>
                  </a:srgbClr>
                </a:gs>
                <a:gs pos="74000">
                  <a:srgbClr val="A23838"/>
                </a:gs>
              </a:gsLst>
              <a:lin ang="13440000"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46" name="slot_46"/>
            <p:cNvSpPr txBox="1"/>
            <p:nvPr/>
          </p:nvSpPr>
          <p:spPr>
            <a:xfrm>
              <a:off x="8647" y="2961"/>
              <a:ext cx="2069" cy="539"/>
            </a:xfrm>
            <a:prstGeom prst="rect">
              <a:avLst/>
            </a:prstGeom>
            <a:noFill/>
          </p:spPr>
          <p:txBody>
            <a:bodyPr wrap="square" rtlCol="0">
              <a:noAutofit/>
            </a:bodyPr>
            <a:lstStyle/>
            <a:p>
              <a:pPr algn="ctr"/>
              <a:endParaRPr/>
            </a:p>
          </p:txBody>
        </p:sp>
        <p:sp>
          <p:nvSpPr>
            <p:cNvPr id="116" name="slot_116"/>
            <p:cNvSpPr txBox="1"/>
            <p:nvPr/>
          </p:nvSpPr>
          <p:spPr>
            <a:xfrm>
              <a:off x="8361" y="3381"/>
              <a:ext cx="9099" cy="1418"/>
            </a:xfrm>
            <a:prstGeom prst="rect">
              <a:avLst/>
            </a:prstGeom>
            <a:noFill/>
          </p:spPr>
          <p:txBody>
            <a:bodyPr wrap="square" rtlCol="0">
              <a:noAutofit/>
            </a:bodyPr>
            <a:lstStyle/>
            <a:p>
              <a:pPr>
                <a:lnSpc>
                  <a:spcPct val="150000"/>
                </a:lnSpc>
              </a:pPr>
              <a:endParaRPr/>
            </a:p>
          </p:txBody>
        </p:sp>
        <p:sp>
          <p:nvSpPr>
            <p:cNvPr id="117" name="slot_117"/>
            <p:cNvSpPr txBox="1"/>
            <p:nvPr/>
          </p:nvSpPr>
          <p:spPr>
            <a:xfrm>
              <a:off x="8647" y="5270"/>
              <a:ext cx="2069" cy="539"/>
            </a:xfrm>
            <a:prstGeom prst="rect">
              <a:avLst/>
            </a:prstGeom>
            <a:noFill/>
          </p:spPr>
          <p:txBody>
            <a:bodyPr wrap="square" rtlCol="0">
              <a:noAutofit/>
            </a:bodyPr>
            <a:lstStyle/>
            <a:p>
              <a:pPr algn="ctr"/>
              <a:endParaRPr/>
            </a:p>
          </p:txBody>
        </p:sp>
        <p:sp>
          <p:nvSpPr>
            <p:cNvPr id="126" name="slot_126"/>
            <p:cNvSpPr txBox="1"/>
            <p:nvPr/>
          </p:nvSpPr>
          <p:spPr>
            <a:xfrm>
              <a:off x="8361" y="5651"/>
              <a:ext cx="9099" cy="1421"/>
            </a:xfrm>
            <a:prstGeom prst="rect">
              <a:avLst/>
            </a:prstGeom>
            <a:noFill/>
          </p:spPr>
          <p:txBody>
            <a:bodyPr wrap="square" rtlCol="0">
              <a:noAutofit/>
            </a:bodyPr>
            <a:lstStyle/>
            <a:p>
              <a:pPr>
                <a:lnSpc>
                  <a:spcPct val="150000"/>
                </a:lnSpc>
              </a:pPr>
              <a:endParaRPr/>
            </a:p>
          </p:txBody>
        </p:sp>
        <p:sp>
          <p:nvSpPr>
            <p:cNvPr id="207" name="slot_207"/>
            <p:cNvSpPr txBox="1"/>
            <p:nvPr/>
          </p:nvSpPr>
          <p:spPr>
            <a:xfrm>
              <a:off x="8647" y="7525"/>
              <a:ext cx="2069" cy="539"/>
            </a:xfrm>
            <a:prstGeom prst="rect">
              <a:avLst/>
            </a:prstGeom>
            <a:noFill/>
          </p:spPr>
          <p:txBody>
            <a:bodyPr wrap="square" rtlCol="0">
              <a:noAutofit/>
            </a:bodyPr>
            <a:lstStyle/>
            <a:p>
              <a:pPr algn="ctr"/>
              <a:endParaRPr/>
            </a:p>
          </p:txBody>
        </p:sp>
        <p:sp>
          <p:nvSpPr>
            <p:cNvPr id="209" name="slot_209"/>
            <p:cNvSpPr txBox="1"/>
            <p:nvPr/>
          </p:nvSpPr>
          <p:spPr>
            <a:xfrm>
              <a:off x="8361" y="7914"/>
              <a:ext cx="8731" cy="1421"/>
            </a:xfrm>
            <a:prstGeom prst="rect">
              <a:avLst/>
            </a:prstGeom>
            <a:noFill/>
          </p:spPr>
          <p:txBody>
            <a:bodyPr wrap="square" rtlCol="0">
              <a:noAutofit/>
            </a:bodyPr>
            <a:lstStyle/>
            <a:p>
              <a:pPr>
                <a:lnSpc>
                  <a:spcPct val="150000"/>
                </a:lnSpc>
              </a:pPr>
              <a:endParaRPr/>
            </a:p>
          </p:txBody>
        </p:sp>
        <p:sp useBgFill="1">
          <p:nvSpPr>
            <p:cNvPr id="48" name="slot_48"/>
            <p:cNvSpPr/>
            <p:nvPr/>
          </p:nvSpPr>
          <p:spPr>
            <a:xfrm rot="5400000">
              <a:off x="7677" y="5281"/>
              <a:ext cx="291" cy="26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latin typeface="Arial" panose="020B0604020202020204" pitchFamily="34" charset="0"/>
                <a:ea typeface="微软雅黑" panose="020B0503020204020204" pitchFamily="34" charset="-122"/>
                <a:sym typeface="Arial" panose="020B0604020202020204" pitchFamily="34" charset="0"/>
              </a:endParaRPr>
            </a:p>
          </p:txBody>
        </p:sp>
      </p:grpSp>
      <p:pic>
        <p:nvPicPr>
          <p:cNvPr id="828" name="图片 827" descr="实际项目截图：保存判断">
            <a:extLst>
              <a:ext uri="{FF2B5EF4-FFF2-40B4-BE49-F238E27FC236}">
                <a16:creationId xmlns:a16="http://schemas.microsoft.com/office/drawing/2014/main" id="{1679890C-B2A0-4424-B06E-7547134B1916}"/>
              </a:ext>
            </a:extLst>
          </p:cNvPr>
          <p:cNvPicPr>
            <a:picLocks noChangeAspect="1"/>
          </p:cNvPicPr>
          <p:nvPr/>
        </p:nvPicPr>
        <p:blipFill>
          <a:blip r:embed="rId7"/>
          <a:srcRect/>
          <a:stretch/>
        </p:blipFill>
        <p:spPr>
          <a:xfrm>
            <a:off x="5124450" y="2267248"/>
            <a:ext cx="5857875" cy="329505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4" name="picture_14" descr="picture_14"/>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5" name="picture_15" descr="picture_15"/>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66" name="picture_66" descr="picture_6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选择反馈</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23</a:t>
            </a:fld>
            <a:endParaRPr lang="zh-CN" altLang="en-US" dirty="0">
              <a:solidFill>
                <a:srgbClr val="3C5D74"/>
              </a:solidFill>
              <a:latin typeface="仓耳玄三M W05" panose="02020400000000000000" charset="-122"/>
              <a:ea typeface="仓耳玄三M W05" panose="02020400000000000000" charset="-122"/>
            </a:endParaRPr>
          </a:p>
        </p:txBody>
      </p:sp>
      <p:grpSp>
        <p:nvGrpSpPr>
          <p:cNvPr id="44" name="组合 43"/>
          <p:cNvGrpSpPr/>
          <p:nvPr/>
        </p:nvGrpSpPr>
        <p:grpSpPr>
          <a:xfrm>
            <a:off x="846455" y="1777365"/>
            <a:ext cx="3566795" cy="4300220"/>
            <a:chOff x="5757" y="2799"/>
            <a:chExt cx="5617" cy="6772"/>
          </a:xfrm>
        </p:grpSpPr>
        <p:sp>
          <p:nvSpPr>
            <p:cNvPr id="2" name="slot_2"/>
            <p:cNvSpPr/>
            <p:nvPr/>
          </p:nvSpPr>
          <p:spPr>
            <a:xfrm>
              <a:off x="6006" y="2799"/>
              <a:ext cx="5002" cy="6772"/>
            </a:xfrm>
            <a:prstGeom prst="roundRect">
              <a:avLst>
                <a:gd name="adj" fmla="val 2995"/>
              </a:avLst>
            </a:prstGeom>
            <a:solidFill>
              <a:schemeClr val="bg1"/>
            </a:solidFill>
            <a:ln>
              <a:noFill/>
            </a:ln>
            <a:effectLst>
              <a:outerShdw blurRad="63500" sx="101000" sy="101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 name="slot_3"/>
            <p:cNvSpPr txBox="1"/>
            <p:nvPr/>
          </p:nvSpPr>
          <p:spPr>
            <a:xfrm>
              <a:off x="7358" y="3286"/>
              <a:ext cx="3328" cy="531"/>
            </a:xfrm>
            <a:prstGeom prst="rect">
              <a:avLst/>
            </a:prstGeom>
            <a:noFill/>
          </p:spPr>
          <p:txBody>
            <a:bodyPr wrap="square" rtlCol="0">
              <a:spAutoFit/>
            </a:bodyPr>
            <a:lstStyle/>
            <a:p>
              <a:r>
                <a:rPr lang="zh-CN" altLang="en-US" sz="160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1 玩家选择</a:t>
              </a:r>
            </a:p>
          </p:txBody>
        </p:sp>
        <p:sp>
          <p:nvSpPr>
            <p:cNvPr id="24" name="slot_24"/>
            <p:cNvSpPr txBox="1"/>
            <p:nvPr/>
          </p:nvSpPr>
          <p:spPr>
            <a:xfrm>
              <a:off x="7358" y="3683"/>
              <a:ext cx="4017" cy="463"/>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zh-CN" altLang="en-US" sz="1100" spc="100">
                  <a:solidFill>
                    <a:schemeClr val="tx1">
                      <a:lumMod val="75000"/>
                      <a:lumOff val="25000"/>
                    </a:schemeClr>
                  </a:solidFill>
                  <a:latin typeface="Arial" panose="020B0604020202020204" pitchFamily="34" charset="0"/>
                  <a:sym typeface="Arial" panose="020B0604020202020204" pitchFamily="34" charset="0"/>
                </a:rPr>
                <a:t>早餐现做，午餐再热</a:t>
              </a:r>
            </a:p>
          </p:txBody>
        </p:sp>
        <p:sp>
          <p:nvSpPr>
            <p:cNvPr id="29" name="slot_29"/>
            <p:cNvSpPr txBox="1"/>
            <p:nvPr/>
          </p:nvSpPr>
          <p:spPr>
            <a:xfrm>
              <a:off x="7358" y="6524"/>
              <a:ext cx="3328" cy="531"/>
            </a:xfrm>
            <a:prstGeom prst="rect">
              <a:avLst/>
            </a:prstGeom>
            <a:noFill/>
          </p:spPr>
          <p:txBody>
            <a:bodyPr wrap="square" rtlCol="0">
              <a:spAutoFit/>
            </a:bodyPr>
            <a:lstStyle/>
            <a:p>
              <a:r>
                <a:rPr lang="zh-CN" altLang="en-US" sz="160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3 每日小结</a:t>
              </a:r>
            </a:p>
          </p:txBody>
        </p:sp>
        <p:sp>
          <p:nvSpPr>
            <p:cNvPr id="30" name="slot_30"/>
            <p:cNvSpPr txBox="1"/>
            <p:nvPr/>
          </p:nvSpPr>
          <p:spPr>
            <a:xfrm>
              <a:off x="7358" y="6921"/>
              <a:ext cx="4017" cy="463"/>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zh-CN" altLang="en-US" sz="1100" spc="100">
                  <a:solidFill>
                    <a:schemeClr val="tx1">
                      <a:lumMod val="75000"/>
                      <a:lumOff val="25000"/>
                    </a:schemeClr>
                  </a:solidFill>
                  <a:latin typeface="Arial" panose="020B0604020202020204" pitchFamily="34" charset="0"/>
                  <a:sym typeface="Arial" panose="020B0604020202020204" pitchFamily="34" charset="0"/>
                </a:rPr>
                <a:t>回顾三餐与恢复记录</a:t>
              </a:r>
            </a:p>
          </p:txBody>
        </p:sp>
        <p:sp>
          <p:nvSpPr>
            <p:cNvPr id="31" name="slot_31"/>
            <p:cNvSpPr txBox="1"/>
            <p:nvPr/>
          </p:nvSpPr>
          <p:spPr>
            <a:xfrm>
              <a:off x="7358" y="8053"/>
              <a:ext cx="3328" cy="919"/>
            </a:xfrm>
            <a:prstGeom prst="rect">
              <a:avLst/>
            </a:prstGeom>
            <a:noFill/>
          </p:spPr>
          <p:txBody>
            <a:bodyPr wrap="square" rtlCol="0">
              <a:spAutoFit/>
            </a:bodyPr>
            <a:lstStyle/>
            <a:p>
              <a:r>
                <a:rPr lang="zh-CN" altLang="en-US" sz="1600">
                  <a:solidFill>
                    <a:schemeClr val="tx1">
                      <a:lumMod val="85000"/>
                      <a:lumOff val="15000"/>
                    </a:schemeClr>
                  </a:solidFill>
                  <a:latin typeface="Arial" panose="020B0604020202020204" pitchFamily="34" charset="0"/>
                  <a:ea typeface="微软雅黑" panose="020B0503020204020204" pitchFamily="34" charset="-122"/>
                  <a:sym typeface="Arial" panose="020B0604020202020204" pitchFamily="34" charset="0"/>
                </a:rPr>
                <a:t>4 调整次日</a:t>
              </a:r>
            </a:p>
          </p:txBody>
        </p:sp>
        <p:sp>
          <p:nvSpPr>
            <p:cNvPr id="32" name="slot_32"/>
            <p:cNvSpPr txBox="1"/>
            <p:nvPr/>
          </p:nvSpPr>
          <p:spPr>
            <a:xfrm>
              <a:off x="7358" y="8470"/>
              <a:ext cx="4017" cy="492"/>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zh-CN" altLang="en-US" spc="100">
                  <a:solidFill>
                    <a:schemeClr val="tx1">
                      <a:lumMod val="75000"/>
                      <a:lumOff val="25000"/>
                    </a:schemeClr>
                  </a:solidFill>
                  <a:latin typeface="Arial" panose="020B0604020202020204" pitchFamily="34" charset="0"/>
                  <a:sym typeface="Arial" panose="020B0604020202020204" pitchFamily="34" charset="0"/>
                </a:rPr>
                <a:t>根据反馈改变下一步</a:t>
              </a:r>
            </a:p>
          </p:txBody>
        </p:sp>
        <p:sp>
          <p:nvSpPr>
            <p:cNvPr id="70" name="slot_70"/>
            <p:cNvSpPr/>
            <p:nvPr/>
          </p:nvSpPr>
          <p:spPr>
            <a:xfrm>
              <a:off x="6391" y="3269"/>
              <a:ext cx="840" cy="840"/>
            </a:xfrm>
            <a:prstGeom prst="ellipse">
              <a:avLst/>
            </a:prstGeom>
            <a:noFill/>
            <a:ln w="6350">
              <a:solidFill>
                <a:schemeClr val="accent1">
                  <a:lumMod val="75000"/>
                  <a:alpha val="8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3" name="组合 32"/>
            <p:cNvGrpSpPr/>
            <p:nvPr/>
          </p:nvGrpSpPr>
          <p:grpSpPr>
            <a:xfrm>
              <a:off x="5757" y="4695"/>
              <a:ext cx="5500" cy="1339"/>
              <a:chOff x="4349644" y="2874110"/>
              <a:chExt cx="3492713" cy="850162"/>
            </a:xfrm>
          </p:grpSpPr>
          <p:sp>
            <p:nvSpPr>
              <p:cNvPr id="34" name="slot_34"/>
              <p:cNvSpPr/>
              <p:nvPr/>
            </p:nvSpPr>
            <p:spPr>
              <a:xfrm>
                <a:off x="4349644" y="2874110"/>
                <a:ext cx="3492713" cy="850162"/>
              </a:xfrm>
              <a:prstGeom prst="roundRect">
                <a:avLst>
                  <a:gd name="adj" fmla="val 9824"/>
                </a:avLst>
              </a:prstGeom>
              <a:gradFill>
                <a:gsLst>
                  <a:gs pos="0">
                    <a:srgbClr val="F1D5A4">
                      <a:alpha val="100000"/>
                      <a:lumMod val="30000"/>
                      <a:lumOff val="70000"/>
                    </a:srgbClr>
                  </a:gs>
                  <a:gs pos="73000">
                    <a:srgbClr val="A23838"/>
                  </a:gs>
                </a:gsLst>
                <a:lin ang="5400000"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35" name="slot_35"/>
              <p:cNvSpPr txBox="1"/>
              <p:nvPr/>
            </p:nvSpPr>
            <p:spPr>
              <a:xfrm>
                <a:off x="5264509" y="2972190"/>
                <a:ext cx="2113368" cy="645160"/>
              </a:xfrm>
              <a:prstGeom prst="rect">
                <a:avLst/>
              </a:prstGeom>
              <a:noFill/>
            </p:spPr>
            <p:txBody>
              <a:bodyPr wrap="square" rtlCol="0">
                <a:spAutoFit/>
              </a:bodyPr>
              <a:lstStyle/>
              <a:p>
                <a:r>
                  <a:rPr lang="zh-CN" altLang="en-US" b="1">
                    <a:solidFill>
                      <a:srgbClr val="A23838"/>
                    </a:solidFill>
                    <a:latin typeface="Arial" panose="020B0604020202020204" pitchFamily="34" charset="0"/>
                    <a:ea typeface="微软雅黑" panose="020B0503020204020204" pitchFamily="34" charset="-122"/>
                    <a:sym typeface="Arial" panose="020B0604020202020204" pitchFamily="34" charset="0"/>
                  </a:rPr>
                  <a:t>2 系统结算</a:t>
                </a:r>
              </a:p>
            </p:txBody>
          </p:sp>
          <p:sp>
            <p:nvSpPr>
              <p:cNvPr id="36" name="slot_36"/>
              <p:cNvSpPr txBox="1"/>
              <p:nvPr/>
            </p:nvSpPr>
            <p:spPr>
              <a:xfrm>
                <a:off x="5277209" y="3272840"/>
                <a:ext cx="2550529" cy="349250"/>
              </a:xfrm>
              <a:prstGeom prst="rect">
                <a:avLst/>
              </a:prstGeom>
              <a:noFill/>
            </p:spPr>
            <p:txBody>
              <a:bodyPr wrap="square" rtlCol="0">
                <a:spAutoFit/>
              </a:bodyPr>
              <a:lstStyle>
                <a:defPPr>
                  <a:defRPr lang="zh-CN"/>
                </a:defPPr>
                <a:lvl1pPr algn="ctr">
                  <a:lnSpc>
                    <a:spcPct val="110000"/>
                  </a:lnSpc>
                  <a:defRPr sz="1200">
                    <a:solidFill>
                      <a:schemeClr val="accent1">
                        <a:lumMod val="50000"/>
                        <a:alpha val="80000"/>
                      </a:schemeClr>
                    </a:solidFill>
                    <a:latin typeface="微软雅黑" panose="020B0503020204020204" pitchFamily="34" charset="-122"/>
                    <a:ea typeface="微软雅黑" panose="020B0503020204020204" pitchFamily="34" charset="-122"/>
                  </a:defRPr>
                </a:lvl1pPr>
              </a:lstStyle>
              <a:p>
                <a:pPr algn="l" hangingPunct="0">
                  <a:lnSpc>
                    <a:spcPct val="120000"/>
                  </a:lnSpc>
                </a:pPr>
                <a:r>
                  <a:rPr lang="zh-CN" altLang="en-US" sz="1400" spc="100">
                    <a:solidFill>
                      <a:schemeClr val="bg1"/>
                    </a:solidFill>
                    <a:latin typeface="Arial" panose="020B0604020202020204" pitchFamily="34" charset="0"/>
                    <a:sym typeface="Arial" panose="020B0604020202020204" pitchFamily="34" charset="0"/>
                  </a:rPr>
                  <a:t>费用、库存与角色状态</a:t>
                </a:r>
              </a:p>
            </p:txBody>
          </p:sp>
          <p:sp>
            <p:nvSpPr>
              <p:cNvPr id="63" name="slot_63"/>
              <p:cNvSpPr/>
              <p:nvPr/>
            </p:nvSpPr>
            <p:spPr>
              <a:xfrm>
                <a:off x="4571809" y="2941415"/>
                <a:ext cx="691518" cy="691518"/>
              </a:xfrm>
              <a:prstGeom prst="ellipse">
                <a:avLst/>
              </a:prstGeom>
              <a:noFill/>
              <a:ln w="6350">
                <a:solidFill>
                  <a:schemeClr val="bg1">
                    <a:alpha val="8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64" name="slot_64"/>
            <p:cNvSpPr/>
            <p:nvPr/>
          </p:nvSpPr>
          <p:spPr>
            <a:xfrm>
              <a:off x="6391" y="8003"/>
              <a:ext cx="840" cy="840"/>
            </a:xfrm>
            <a:prstGeom prst="ellipse">
              <a:avLst/>
            </a:prstGeom>
            <a:noFill/>
            <a:ln w="6350">
              <a:solidFill>
                <a:schemeClr val="accent1">
                  <a:lumMod val="75000"/>
                  <a:alpha val="8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65" name="slot_65"/>
            <p:cNvSpPr/>
            <p:nvPr/>
          </p:nvSpPr>
          <p:spPr>
            <a:xfrm>
              <a:off x="6391" y="6448"/>
              <a:ext cx="840" cy="840"/>
            </a:xfrm>
            <a:prstGeom prst="ellipse">
              <a:avLst/>
            </a:prstGeom>
            <a:noFill/>
            <a:ln w="6350">
              <a:solidFill>
                <a:schemeClr val="accent1">
                  <a:lumMod val="75000"/>
                  <a:alpha val="87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sp>
          <p:nvSpPr>
            <p:cNvPr id="770" name="slot_770"/>
            <p:cNvSpPr/>
            <p:nvPr/>
          </p:nvSpPr>
          <p:spPr>
            <a:xfrm>
              <a:off x="6265" y="4865"/>
              <a:ext cx="804" cy="828"/>
            </a:xfrm>
            <a:custGeom>
              <a:avLst/>
              <a:gdLst/>
              <a:ahLst/>
              <a:cxnLst>
                <a:cxn ang="0">
                  <a:pos x="wd2" y="hd2"/>
                </a:cxn>
                <a:cxn ang="5400000">
                  <a:pos x="wd2" y="hd2"/>
                </a:cxn>
                <a:cxn ang="10800000">
                  <a:pos x="wd2" y="hd2"/>
                </a:cxn>
                <a:cxn ang="16200000">
                  <a:pos x="wd2" y="hd2"/>
                </a:cxn>
              </a:cxnLst>
              <a:rect l="0" t="0" r="r" b="b"/>
              <a:pathLst>
                <a:path w="21574" h="21600" extrusionOk="0">
                  <a:moveTo>
                    <a:pt x="20933" y="14682"/>
                  </a:moveTo>
                  <a:cubicBezTo>
                    <a:pt x="21382" y="14118"/>
                    <a:pt x="21600" y="13511"/>
                    <a:pt x="21571" y="12889"/>
                  </a:cubicBezTo>
                  <a:cubicBezTo>
                    <a:pt x="21542" y="12212"/>
                    <a:pt x="21237" y="11675"/>
                    <a:pt x="20976" y="11336"/>
                  </a:cubicBezTo>
                  <a:cubicBezTo>
                    <a:pt x="21281" y="10602"/>
                    <a:pt x="21397" y="9459"/>
                    <a:pt x="20381" y="8555"/>
                  </a:cubicBezTo>
                  <a:cubicBezTo>
                    <a:pt x="19642" y="7906"/>
                    <a:pt x="18394" y="7609"/>
                    <a:pt x="16653" y="7694"/>
                  </a:cubicBezTo>
                  <a:cubicBezTo>
                    <a:pt x="15435" y="7751"/>
                    <a:pt x="14419" y="7962"/>
                    <a:pt x="14376" y="7976"/>
                  </a:cubicBezTo>
                  <a:cubicBezTo>
                    <a:pt x="14361" y="7976"/>
                    <a:pt x="14361" y="7976"/>
                    <a:pt x="14361" y="7976"/>
                  </a:cubicBezTo>
                  <a:cubicBezTo>
                    <a:pt x="14129" y="8019"/>
                    <a:pt x="13883" y="8061"/>
                    <a:pt x="13636" y="8118"/>
                  </a:cubicBezTo>
                  <a:cubicBezTo>
                    <a:pt x="13621" y="7835"/>
                    <a:pt x="13665" y="7115"/>
                    <a:pt x="14216" y="5492"/>
                  </a:cubicBezTo>
                  <a:cubicBezTo>
                    <a:pt x="14869" y="3572"/>
                    <a:pt x="14826" y="2104"/>
                    <a:pt x="14100" y="1115"/>
                  </a:cubicBezTo>
                  <a:cubicBezTo>
                    <a:pt x="13331" y="85"/>
                    <a:pt x="12098" y="0"/>
                    <a:pt x="11736" y="0"/>
                  </a:cubicBezTo>
                  <a:cubicBezTo>
                    <a:pt x="11388" y="0"/>
                    <a:pt x="11068" y="141"/>
                    <a:pt x="10836" y="395"/>
                  </a:cubicBezTo>
                  <a:cubicBezTo>
                    <a:pt x="10329" y="974"/>
                    <a:pt x="10387" y="2061"/>
                    <a:pt x="10445" y="2555"/>
                  </a:cubicBezTo>
                  <a:cubicBezTo>
                    <a:pt x="9835" y="4151"/>
                    <a:pt x="8124" y="8075"/>
                    <a:pt x="6673" y="9162"/>
                  </a:cubicBezTo>
                  <a:cubicBezTo>
                    <a:pt x="6644" y="9176"/>
                    <a:pt x="6615" y="9205"/>
                    <a:pt x="6586" y="9219"/>
                  </a:cubicBezTo>
                  <a:cubicBezTo>
                    <a:pt x="6165" y="9656"/>
                    <a:pt x="5875" y="10136"/>
                    <a:pt x="5687" y="10546"/>
                  </a:cubicBezTo>
                  <a:cubicBezTo>
                    <a:pt x="5411" y="10405"/>
                    <a:pt x="5092" y="10320"/>
                    <a:pt x="4758" y="10320"/>
                  </a:cubicBezTo>
                  <a:cubicBezTo>
                    <a:pt x="1929" y="10320"/>
                    <a:pt x="1929" y="10320"/>
                    <a:pt x="1929" y="10320"/>
                  </a:cubicBezTo>
                  <a:cubicBezTo>
                    <a:pt x="870" y="10320"/>
                    <a:pt x="0" y="11167"/>
                    <a:pt x="0" y="12212"/>
                  </a:cubicBezTo>
                  <a:cubicBezTo>
                    <a:pt x="0" y="19553"/>
                    <a:pt x="0" y="19553"/>
                    <a:pt x="0" y="19553"/>
                  </a:cubicBezTo>
                  <a:cubicBezTo>
                    <a:pt x="0" y="20584"/>
                    <a:pt x="870" y="21431"/>
                    <a:pt x="1929" y="21431"/>
                  </a:cubicBezTo>
                  <a:cubicBezTo>
                    <a:pt x="4758" y="21431"/>
                    <a:pt x="4758" y="21431"/>
                    <a:pt x="4758" y="21431"/>
                  </a:cubicBezTo>
                  <a:cubicBezTo>
                    <a:pt x="5179" y="21431"/>
                    <a:pt x="5556" y="21304"/>
                    <a:pt x="5875" y="21078"/>
                  </a:cubicBezTo>
                  <a:cubicBezTo>
                    <a:pt x="6963" y="21205"/>
                    <a:pt x="6963" y="21205"/>
                    <a:pt x="6963" y="21205"/>
                  </a:cubicBezTo>
                  <a:cubicBezTo>
                    <a:pt x="7137" y="21233"/>
                    <a:pt x="10111" y="21600"/>
                    <a:pt x="13157" y="21544"/>
                  </a:cubicBezTo>
                  <a:cubicBezTo>
                    <a:pt x="13709" y="21586"/>
                    <a:pt x="14231" y="21600"/>
                    <a:pt x="14709" y="21600"/>
                  </a:cubicBezTo>
                  <a:cubicBezTo>
                    <a:pt x="15536" y="21600"/>
                    <a:pt x="16262" y="21544"/>
                    <a:pt x="16871" y="21416"/>
                  </a:cubicBezTo>
                  <a:cubicBezTo>
                    <a:pt x="18293" y="21120"/>
                    <a:pt x="19264" y="20527"/>
                    <a:pt x="19758" y="19666"/>
                  </a:cubicBezTo>
                  <a:cubicBezTo>
                    <a:pt x="20135" y="19016"/>
                    <a:pt x="20135" y="18353"/>
                    <a:pt x="20062" y="17944"/>
                  </a:cubicBezTo>
                  <a:cubicBezTo>
                    <a:pt x="20991" y="17125"/>
                    <a:pt x="21150" y="16221"/>
                    <a:pt x="21121" y="15600"/>
                  </a:cubicBezTo>
                  <a:cubicBezTo>
                    <a:pt x="21107" y="15233"/>
                    <a:pt x="21020" y="14922"/>
                    <a:pt x="20933" y="14682"/>
                  </a:cubicBezTo>
                  <a:close/>
                  <a:moveTo>
                    <a:pt x="1929" y="20202"/>
                  </a:moveTo>
                  <a:cubicBezTo>
                    <a:pt x="1552" y="20202"/>
                    <a:pt x="1248" y="19906"/>
                    <a:pt x="1248" y="19553"/>
                  </a:cubicBezTo>
                  <a:cubicBezTo>
                    <a:pt x="1248" y="12198"/>
                    <a:pt x="1248" y="12198"/>
                    <a:pt x="1248" y="12198"/>
                  </a:cubicBezTo>
                  <a:cubicBezTo>
                    <a:pt x="1248" y="11831"/>
                    <a:pt x="1567" y="11548"/>
                    <a:pt x="1929" y="11548"/>
                  </a:cubicBezTo>
                  <a:cubicBezTo>
                    <a:pt x="4758" y="11548"/>
                    <a:pt x="4758" y="11548"/>
                    <a:pt x="4758" y="11548"/>
                  </a:cubicBezTo>
                  <a:cubicBezTo>
                    <a:pt x="5135" y="11548"/>
                    <a:pt x="5440" y="11845"/>
                    <a:pt x="5440" y="12198"/>
                  </a:cubicBezTo>
                  <a:cubicBezTo>
                    <a:pt x="5440" y="19539"/>
                    <a:pt x="5440" y="19539"/>
                    <a:pt x="5440" y="19539"/>
                  </a:cubicBezTo>
                  <a:cubicBezTo>
                    <a:pt x="5440" y="19906"/>
                    <a:pt x="5135" y="20202"/>
                    <a:pt x="4758" y="20202"/>
                  </a:cubicBezTo>
                  <a:cubicBezTo>
                    <a:pt x="1929" y="20202"/>
                    <a:pt x="1929" y="20202"/>
                    <a:pt x="1929" y="20202"/>
                  </a:cubicBezTo>
                  <a:close/>
                  <a:moveTo>
                    <a:pt x="19743" y="14160"/>
                  </a:moveTo>
                  <a:cubicBezTo>
                    <a:pt x="19555" y="14358"/>
                    <a:pt x="19511" y="14654"/>
                    <a:pt x="19656" y="14894"/>
                  </a:cubicBezTo>
                  <a:cubicBezTo>
                    <a:pt x="19656" y="14894"/>
                    <a:pt x="19845" y="15219"/>
                    <a:pt x="19874" y="15642"/>
                  </a:cubicBezTo>
                  <a:cubicBezTo>
                    <a:pt x="19903" y="16235"/>
                    <a:pt x="19613" y="16758"/>
                    <a:pt x="19003" y="17209"/>
                  </a:cubicBezTo>
                  <a:cubicBezTo>
                    <a:pt x="18786" y="17379"/>
                    <a:pt x="18699" y="17661"/>
                    <a:pt x="18786" y="17901"/>
                  </a:cubicBezTo>
                  <a:cubicBezTo>
                    <a:pt x="18786" y="17915"/>
                    <a:pt x="18989" y="18508"/>
                    <a:pt x="18655" y="19073"/>
                  </a:cubicBezTo>
                  <a:cubicBezTo>
                    <a:pt x="18351" y="19609"/>
                    <a:pt x="17654" y="20005"/>
                    <a:pt x="16610" y="20216"/>
                  </a:cubicBezTo>
                  <a:cubicBezTo>
                    <a:pt x="15768" y="20400"/>
                    <a:pt x="14622" y="20428"/>
                    <a:pt x="13230" y="20315"/>
                  </a:cubicBezTo>
                  <a:cubicBezTo>
                    <a:pt x="13157" y="20315"/>
                    <a:pt x="13157" y="20315"/>
                    <a:pt x="13157" y="20315"/>
                  </a:cubicBezTo>
                  <a:cubicBezTo>
                    <a:pt x="10169" y="20386"/>
                    <a:pt x="7152" y="20005"/>
                    <a:pt x="7123" y="20005"/>
                  </a:cubicBezTo>
                  <a:cubicBezTo>
                    <a:pt x="7123" y="20005"/>
                    <a:pt x="7123" y="20005"/>
                    <a:pt x="7123" y="20005"/>
                  </a:cubicBezTo>
                  <a:cubicBezTo>
                    <a:pt x="6658" y="19948"/>
                    <a:pt x="6658" y="19948"/>
                    <a:pt x="6658" y="19948"/>
                  </a:cubicBezTo>
                  <a:cubicBezTo>
                    <a:pt x="6673" y="19821"/>
                    <a:pt x="6687" y="19680"/>
                    <a:pt x="6687" y="19553"/>
                  </a:cubicBezTo>
                  <a:cubicBezTo>
                    <a:pt x="6687" y="12198"/>
                    <a:pt x="6687" y="12198"/>
                    <a:pt x="6687" y="12198"/>
                  </a:cubicBezTo>
                  <a:cubicBezTo>
                    <a:pt x="6687" y="12014"/>
                    <a:pt x="6658" y="11816"/>
                    <a:pt x="6600" y="11647"/>
                  </a:cubicBezTo>
                  <a:cubicBezTo>
                    <a:pt x="6687" y="11336"/>
                    <a:pt x="6920" y="10659"/>
                    <a:pt x="7471" y="10094"/>
                  </a:cubicBezTo>
                  <a:cubicBezTo>
                    <a:pt x="9560" y="8485"/>
                    <a:pt x="11591" y="3064"/>
                    <a:pt x="11678" y="2824"/>
                  </a:cubicBezTo>
                  <a:cubicBezTo>
                    <a:pt x="11721" y="2725"/>
                    <a:pt x="11721" y="2626"/>
                    <a:pt x="11707" y="2527"/>
                  </a:cubicBezTo>
                  <a:cubicBezTo>
                    <a:pt x="11634" y="2019"/>
                    <a:pt x="11663" y="1398"/>
                    <a:pt x="11765" y="1214"/>
                  </a:cubicBezTo>
                  <a:cubicBezTo>
                    <a:pt x="12011" y="1214"/>
                    <a:pt x="12679" y="1285"/>
                    <a:pt x="13070" y="1821"/>
                  </a:cubicBezTo>
                  <a:cubicBezTo>
                    <a:pt x="13549" y="2456"/>
                    <a:pt x="13534" y="3600"/>
                    <a:pt x="13027" y="5111"/>
                  </a:cubicBezTo>
                  <a:cubicBezTo>
                    <a:pt x="12243" y="7398"/>
                    <a:pt x="12171" y="8612"/>
                    <a:pt x="12795" y="9148"/>
                  </a:cubicBezTo>
                  <a:cubicBezTo>
                    <a:pt x="13099" y="9416"/>
                    <a:pt x="13505" y="9431"/>
                    <a:pt x="13810" y="9318"/>
                  </a:cubicBezTo>
                  <a:cubicBezTo>
                    <a:pt x="14086" y="9261"/>
                    <a:pt x="14361" y="9205"/>
                    <a:pt x="14608" y="9162"/>
                  </a:cubicBezTo>
                  <a:cubicBezTo>
                    <a:pt x="14637" y="9162"/>
                    <a:pt x="14651" y="9162"/>
                    <a:pt x="14680" y="9148"/>
                  </a:cubicBezTo>
                  <a:cubicBezTo>
                    <a:pt x="16102" y="8852"/>
                    <a:pt x="18655" y="8668"/>
                    <a:pt x="19540" y="9445"/>
                  </a:cubicBezTo>
                  <a:cubicBezTo>
                    <a:pt x="20294" y="10122"/>
                    <a:pt x="19758" y="10998"/>
                    <a:pt x="19700" y="11096"/>
                  </a:cubicBezTo>
                  <a:cubicBezTo>
                    <a:pt x="19526" y="11351"/>
                    <a:pt x="19569" y="11675"/>
                    <a:pt x="19801" y="11887"/>
                  </a:cubicBezTo>
                  <a:cubicBezTo>
                    <a:pt x="19816" y="11887"/>
                    <a:pt x="20294" y="12339"/>
                    <a:pt x="20323" y="12932"/>
                  </a:cubicBezTo>
                  <a:cubicBezTo>
                    <a:pt x="20338" y="13341"/>
                    <a:pt x="20149" y="13751"/>
                    <a:pt x="19743" y="14160"/>
                  </a:cubicBezTo>
                  <a:close/>
                  <a:moveTo>
                    <a:pt x="19743" y="14160"/>
                  </a:moveTo>
                  <a:cubicBezTo>
                    <a:pt x="19743" y="14160"/>
                    <a:pt x="19743" y="14160"/>
                    <a:pt x="19743" y="14160"/>
                  </a:cubicBezTo>
                </a:path>
              </a:pathLst>
            </a:custGeom>
            <a:solidFill>
              <a:schemeClr val="bg1"/>
            </a:solidFill>
            <a:ln w="12700">
              <a:miter lim="400000"/>
            </a:ln>
          </p:spPr>
          <p:txBody>
            <a:bodyPr lIns="45719" rIns="45719"/>
            <a:lstStyle/>
            <a:p>
              <a:endParaRPr/>
            </a:p>
          </p:txBody>
        </p:sp>
        <p:grpSp>
          <p:nvGrpSpPr>
            <p:cNvPr id="773" name="Group 110"/>
            <p:cNvGrpSpPr/>
            <p:nvPr/>
          </p:nvGrpSpPr>
          <p:grpSpPr>
            <a:xfrm>
              <a:off x="6503" y="6620"/>
              <a:ext cx="567" cy="498"/>
              <a:chOff x="0" y="0"/>
              <a:chExt cx="530225" cy="494280"/>
            </a:xfrm>
            <a:solidFill>
              <a:schemeClr val="tx2"/>
            </a:solidFill>
          </p:grpSpPr>
          <p:sp>
            <p:nvSpPr>
              <p:cNvPr id="771" name="slot_771"/>
              <p:cNvSpPr/>
              <p:nvPr/>
            </p:nvSpPr>
            <p:spPr>
              <a:xfrm>
                <a:off x="0" y="189349"/>
                <a:ext cx="327716" cy="304932"/>
              </a:xfrm>
              <a:custGeom>
                <a:avLst/>
                <a:gdLst/>
                <a:ahLst/>
                <a:cxnLst>
                  <a:cxn ang="0">
                    <a:pos x="wd2" y="hd2"/>
                  </a:cxn>
                  <a:cxn ang="5400000">
                    <a:pos x="wd2" y="hd2"/>
                  </a:cxn>
                  <a:cxn ang="10800000">
                    <a:pos x="wd2" y="hd2"/>
                  </a:cxn>
                  <a:cxn ang="16200000">
                    <a:pos x="wd2" y="hd2"/>
                  </a:cxn>
                </a:cxnLst>
                <a:rect l="0" t="0" r="r" b="b"/>
                <a:pathLst>
                  <a:path w="21033" h="21497" extrusionOk="0">
                    <a:moveTo>
                      <a:pt x="17989" y="1637"/>
                    </a:moveTo>
                    <a:cubicBezTo>
                      <a:pt x="17615" y="2047"/>
                      <a:pt x="17615" y="2700"/>
                      <a:pt x="17989" y="3110"/>
                    </a:cubicBezTo>
                    <a:cubicBezTo>
                      <a:pt x="19530" y="4802"/>
                      <a:pt x="19530" y="7556"/>
                      <a:pt x="17989" y="9247"/>
                    </a:cubicBezTo>
                    <a:cubicBezTo>
                      <a:pt x="9886" y="18139"/>
                      <a:pt x="9886" y="18139"/>
                      <a:pt x="9886" y="18139"/>
                    </a:cubicBezTo>
                    <a:cubicBezTo>
                      <a:pt x="8345" y="19830"/>
                      <a:pt x="5835" y="19830"/>
                      <a:pt x="4294" y="18139"/>
                    </a:cubicBezTo>
                    <a:cubicBezTo>
                      <a:pt x="3061" y="16810"/>
                      <a:pt x="3061" y="16810"/>
                      <a:pt x="3061" y="16810"/>
                    </a:cubicBezTo>
                    <a:cubicBezTo>
                      <a:pt x="1519" y="15118"/>
                      <a:pt x="1519" y="12364"/>
                      <a:pt x="3061" y="10673"/>
                    </a:cubicBezTo>
                    <a:cubicBezTo>
                      <a:pt x="11163" y="1782"/>
                      <a:pt x="11163" y="1782"/>
                      <a:pt x="11163" y="1782"/>
                    </a:cubicBezTo>
                    <a:cubicBezTo>
                      <a:pt x="11538" y="1371"/>
                      <a:pt x="11538" y="718"/>
                      <a:pt x="11163" y="308"/>
                    </a:cubicBezTo>
                    <a:cubicBezTo>
                      <a:pt x="10789" y="-103"/>
                      <a:pt x="10194" y="-103"/>
                      <a:pt x="9820" y="308"/>
                    </a:cubicBezTo>
                    <a:cubicBezTo>
                      <a:pt x="1717" y="9199"/>
                      <a:pt x="1717" y="9199"/>
                      <a:pt x="1717" y="9199"/>
                    </a:cubicBezTo>
                    <a:cubicBezTo>
                      <a:pt x="617" y="10407"/>
                      <a:pt x="0" y="12026"/>
                      <a:pt x="0" y="13741"/>
                    </a:cubicBezTo>
                    <a:cubicBezTo>
                      <a:pt x="0" y="15457"/>
                      <a:pt x="617" y="17076"/>
                      <a:pt x="1717" y="18284"/>
                    </a:cubicBezTo>
                    <a:cubicBezTo>
                      <a:pt x="2928" y="19612"/>
                      <a:pt x="2928" y="19612"/>
                      <a:pt x="2928" y="19612"/>
                    </a:cubicBezTo>
                    <a:cubicBezTo>
                      <a:pt x="4073" y="20869"/>
                      <a:pt x="5571" y="21497"/>
                      <a:pt x="7090" y="21497"/>
                    </a:cubicBezTo>
                    <a:cubicBezTo>
                      <a:pt x="8587" y="21497"/>
                      <a:pt x="10084" y="20869"/>
                      <a:pt x="11229" y="19612"/>
                    </a:cubicBezTo>
                    <a:cubicBezTo>
                      <a:pt x="19332" y="10721"/>
                      <a:pt x="19332" y="10721"/>
                      <a:pt x="19332" y="10721"/>
                    </a:cubicBezTo>
                    <a:cubicBezTo>
                      <a:pt x="21600" y="8233"/>
                      <a:pt x="21600" y="4149"/>
                      <a:pt x="19332" y="1637"/>
                    </a:cubicBezTo>
                    <a:cubicBezTo>
                      <a:pt x="18958" y="1226"/>
                      <a:pt x="18363" y="1226"/>
                      <a:pt x="17989" y="1637"/>
                    </a:cubicBezTo>
                    <a:close/>
                    <a:moveTo>
                      <a:pt x="17989" y="1637"/>
                    </a:moveTo>
                    <a:cubicBezTo>
                      <a:pt x="17989" y="1637"/>
                      <a:pt x="17989" y="1637"/>
                      <a:pt x="17989" y="1637"/>
                    </a:cubicBezTo>
                  </a:path>
                </a:pathLst>
              </a:custGeom>
              <a:grpFill/>
              <a:ln w="12700" cap="flat">
                <a:noFill/>
                <a:miter lim="400000"/>
              </a:ln>
              <a:effectLst/>
            </p:spPr>
            <p:txBody>
              <a:bodyPr wrap="square" lIns="45719" tIns="45719" rIns="45719" bIns="45719" numCol="1" anchor="t">
                <a:noAutofit/>
              </a:bodyPr>
              <a:lstStyle/>
              <a:p>
                <a:endParaRPr/>
              </a:p>
            </p:txBody>
          </p:sp>
          <p:sp>
            <p:nvSpPr>
              <p:cNvPr id="772" name="slot_772"/>
              <p:cNvSpPr/>
              <p:nvPr/>
            </p:nvSpPr>
            <p:spPr>
              <a:xfrm>
                <a:off x="202594" y="0"/>
                <a:ext cx="327632" cy="306956"/>
              </a:xfrm>
              <a:custGeom>
                <a:avLst/>
                <a:gdLst/>
                <a:ahLst/>
                <a:cxnLst>
                  <a:cxn ang="0">
                    <a:pos x="wd2" y="hd2"/>
                  </a:cxn>
                  <a:cxn ang="5400000">
                    <a:pos x="wd2" y="hd2"/>
                  </a:cxn>
                  <a:cxn ang="10800000">
                    <a:pos x="wd2" y="hd2"/>
                  </a:cxn>
                  <a:cxn ang="16200000">
                    <a:pos x="wd2" y="hd2"/>
                  </a:cxn>
                </a:cxnLst>
                <a:rect l="0" t="0" r="r" b="b"/>
                <a:pathLst>
                  <a:path w="21028" h="20988" extrusionOk="0">
                    <a:moveTo>
                      <a:pt x="19311" y="3133"/>
                    </a:moveTo>
                    <a:cubicBezTo>
                      <a:pt x="18100" y="1838"/>
                      <a:pt x="18100" y="1838"/>
                      <a:pt x="18100" y="1838"/>
                    </a:cubicBezTo>
                    <a:cubicBezTo>
                      <a:pt x="15810" y="-612"/>
                      <a:pt x="12089" y="-612"/>
                      <a:pt x="9821" y="1838"/>
                    </a:cubicBezTo>
                    <a:cubicBezTo>
                      <a:pt x="1718" y="10506"/>
                      <a:pt x="1718" y="10506"/>
                      <a:pt x="1718" y="10506"/>
                    </a:cubicBezTo>
                    <a:cubicBezTo>
                      <a:pt x="-572" y="12956"/>
                      <a:pt x="-572" y="16937"/>
                      <a:pt x="1718" y="19363"/>
                    </a:cubicBezTo>
                    <a:cubicBezTo>
                      <a:pt x="2070" y="19763"/>
                      <a:pt x="2687" y="19763"/>
                      <a:pt x="3061" y="19363"/>
                    </a:cubicBezTo>
                    <a:cubicBezTo>
                      <a:pt x="3435" y="18962"/>
                      <a:pt x="3435" y="18326"/>
                      <a:pt x="3061" y="17926"/>
                    </a:cubicBezTo>
                    <a:cubicBezTo>
                      <a:pt x="1520" y="16277"/>
                      <a:pt x="1520" y="13592"/>
                      <a:pt x="3061" y="11943"/>
                    </a:cubicBezTo>
                    <a:cubicBezTo>
                      <a:pt x="11164" y="3275"/>
                      <a:pt x="11164" y="3275"/>
                      <a:pt x="11164" y="3275"/>
                    </a:cubicBezTo>
                    <a:cubicBezTo>
                      <a:pt x="12705" y="1626"/>
                      <a:pt x="15215" y="1626"/>
                      <a:pt x="16756" y="3275"/>
                    </a:cubicBezTo>
                    <a:cubicBezTo>
                      <a:pt x="17967" y="4594"/>
                      <a:pt x="17967" y="4594"/>
                      <a:pt x="17967" y="4594"/>
                    </a:cubicBezTo>
                    <a:cubicBezTo>
                      <a:pt x="19509" y="6243"/>
                      <a:pt x="19509" y="8928"/>
                      <a:pt x="17967" y="10577"/>
                    </a:cubicBezTo>
                    <a:cubicBezTo>
                      <a:pt x="9865" y="19245"/>
                      <a:pt x="9865" y="19245"/>
                      <a:pt x="9865" y="19245"/>
                    </a:cubicBezTo>
                    <a:cubicBezTo>
                      <a:pt x="9490" y="19645"/>
                      <a:pt x="9490" y="20281"/>
                      <a:pt x="9865" y="20682"/>
                    </a:cubicBezTo>
                    <a:cubicBezTo>
                      <a:pt x="10041" y="20870"/>
                      <a:pt x="10305" y="20988"/>
                      <a:pt x="10525" y="20988"/>
                    </a:cubicBezTo>
                    <a:cubicBezTo>
                      <a:pt x="10767" y="20988"/>
                      <a:pt x="11032" y="20870"/>
                      <a:pt x="11208" y="20682"/>
                    </a:cubicBezTo>
                    <a:cubicBezTo>
                      <a:pt x="19311" y="12014"/>
                      <a:pt x="19311" y="12014"/>
                      <a:pt x="19311" y="12014"/>
                    </a:cubicBezTo>
                    <a:cubicBezTo>
                      <a:pt x="20411" y="10812"/>
                      <a:pt x="21028" y="9258"/>
                      <a:pt x="21028" y="7585"/>
                    </a:cubicBezTo>
                    <a:cubicBezTo>
                      <a:pt x="21028" y="5913"/>
                      <a:pt x="20411" y="4335"/>
                      <a:pt x="19311" y="3133"/>
                    </a:cubicBezTo>
                    <a:close/>
                    <a:moveTo>
                      <a:pt x="19311" y="3133"/>
                    </a:moveTo>
                    <a:cubicBezTo>
                      <a:pt x="19311" y="3133"/>
                      <a:pt x="19311" y="3133"/>
                      <a:pt x="19311" y="3133"/>
                    </a:cubicBezTo>
                  </a:path>
                </a:pathLst>
              </a:custGeom>
              <a:grpFill/>
              <a:ln w="12700" cap="flat">
                <a:noFill/>
                <a:miter lim="400000"/>
              </a:ln>
              <a:effectLst/>
            </p:spPr>
            <p:txBody>
              <a:bodyPr wrap="square" lIns="45719" tIns="45719" rIns="45719" bIns="45719" numCol="1" anchor="t">
                <a:noAutofit/>
              </a:bodyPr>
              <a:lstStyle/>
              <a:p>
                <a:endParaRPr/>
              </a:p>
            </p:txBody>
          </p:sp>
        </p:grpSp>
        <p:sp>
          <p:nvSpPr>
            <p:cNvPr id="755" name="slot_755"/>
            <p:cNvSpPr/>
            <p:nvPr/>
          </p:nvSpPr>
          <p:spPr>
            <a:xfrm>
              <a:off x="6518" y="3367"/>
              <a:ext cx="579" cy="598"/>
            </a:xfrm>
            <a:custGeom>
              <a:avLst/>
              <a:gdLst/>
              <a:ahLst/>
              <a:cxnLst>
                <a:cxn ang="0">
                  <a:pos x="wd2" y="hd2"/>
                </a:cxn>
                <a:cxn ang="5400000">
                  <a:pos x="wd2" y="hd2"/>
                </a:cxn>
                <a:cxn ang="10800000">
                  <a:pos x="wd2" y="hd2"/>
                </a:cxn>
                <a:cxn ang="16200000">
                  <a:pos x="wd2" y="hd2"/>
                </a:cxn>
              </a:cxnLst>
              <a:rect l="0" t="0" r="r" b="b"/>
              <a:pathLst>
                <a:path w="21588" h="21142" extrusionOk="0">
                  <a:moveTo>
                    <a:pt x="20194" y="1373"/>
                  </a:moveTo>
                  <a:cubicBezTo>
                    <a:pt x="18326" y="-458"/>
                    <a:pt x="15308" y="-458"/>
                    <a:pt x="13454" y="1373"/>
                  </a:cubicBezTo>
                  <a:cubicBezTo>
                    <a:pt x="1095" y="13468"/>
                    <a:pt x="1095" y="13468"/>
                    <a:pt x="1095" y="13468"/>
                  </a:cubicBezTo>
                  <a:cubicBezTo>
                    <a:pt x="1008" y="13567"/>
                    <a:pt x="937" y="13679"/>
                    <a:pt x="922" y="13820"/>
                  </a:cubicBezTo>
                  <a:cubicBezTo>
                    <a:pt x="2" y="20452"/>
                    <a:pt x="2" y="20452"/>
                    <a:pt x="2" y="20452"/>
                  </a:cubicBezTo>
                  <a:cubicBezTo>
                    <a:pt x="-12" y="20649"/>
                    <a:pt x="45" y="20832"/>
                    <a:pt x="189" y="20973"/>
                  </a:cubicBezTo>
                  <a:cubicBezTo>
                    <a:pt x="304" y="21086"/>
                    <a:pt x="462" y="21142"/>
                    <a:pt x="620" y="21142"/>
                  </a:cubicBezTo>
                  <a:cubicBezTo>
                    <a:pt x="649" y="21142"/>
                    <a:pt x="678" y="21142"/>
                    <a:pt x="707" y="21142"/>
                  </a:cubicBezTo>
                  <a:cubicBezTo>
                    <a:pt x="4788" y="20607"/>
                    <a:pt x="4788" y="20607"/>
                    <a:pt x="4788" y="20607"/>
                  </a:cubicBezTo>
                  <a:cubicBezTo>
                    <a:pt x="5133" y="20551"/>
                    <a:pt x="5363" y="20255"/>
                    <a:pt x="5320" y="19917"/>
                  </a:cubicBezTo>
                  <a:cubicBezTo>
                    <a:pt x="5277" y="19579"/>
                    <a:pt x="4960" y="19354"/>
                    <a:pt x="4616" y="19396"/>
                  </a:cubicBezTo>
                  <a:cubicBezTo>
                    <a:pt x="1353" y="19832"/>
                    <a:pt x="1353" y="19832"/>
                    <a:pt x="1353" y="19832"/>
                  </a:cubicBezTo>
                  <a:cubicBezTo>
                    <a:pt x="1986" y="15200"/>
                    <a:pt x="1986" y="15200"/>
                    <a:pt x="1986" y="15200"/>
                  </a:cubicBezTo>
                  <a:cubicBezTo>
                    <a:pt x="6958" y="20072"/>
                    <a:pt x="6958" y="20072"/>
                    <a:pt x="6958" y="20072"/>
                  </a:cubicBezTo>
                  <a:cubicBezTo>
                    <a:pt x="7073" y="20185"/>
                    <a:pt x="7231" y="20255"/>
                    <a:pt x="7404" y="20255"/>
                  </a:cubicBezTo>
                  <a:cubicBezTo>
                    <a:pt x="7562" y="20255"/>
                    <a:pt x="7720" y="20185"/>
                    <a:pt x="7835" y="20072"/>
                  </a:cubicBezTo>
                  <a:cubicBezTo>
                    <a:pt x="20194" y="7976"/>
                    <a:pt x="20194" y="7976"/>
                    <a:pt x="20194" y="7976"/>
                  </a:cubicBezTo>
                  <a:cubicBezTo>
                    <a:pt x="21085" y="7089"/>
                    <a:pt x="21588" y="5921"/>
                    <a:pt x="21588" y="4667"/>
                  </a:cubicBezTo>
                  <a:cubicBezTo>
                    <a:pt x="21588" y="3414"/>
                    <a:pt x="21085" y="2246"/>
                    <a:pt x="20194" y="1373"/>
                  </a:cubicBezTo>
                  <a:close/>
                  <a:moveTo>
                    <a:pt x="13684" y="2851"/>
                  </a:moveTo>
                  <a:cubicBezTo>
                    <a:pt x="15768" y="4893"/>
                    <a:pt x="15768" y="4893"/>
                    <a:pt x="15768" y="4893"/>
                  </a:cubicBezTo>
                  <a:cubicBezTo>
                    <a:pt x="4486" y="15932"/>
                    <a:pt x="4486" y="15932"/>
                    <a:pt x="4486" y="15932"/>
                  </a:cubicBezTo>
                  <a:cubicBezTo>
                    <a:pt x="2417" y="13904"/>
                    <a:pt x="2417" y="13904"/>
                    <a:pt x="2417" y="13904"/>
                  </a:cubicBezTo>
                  <a:lnTo>
                    <a:pt x="13684" y="2851"/>
                  </a:lnTo>
                  <a:close/>
                  <a:moveTo>
                    <a:pt x="7404" y="18776"/>
                  </a:moveTo>
                  <a:cubicBezTo>
                    <a:pt x="5377" y="16791"/>
                    <a:pt x="5377" y="16791"/>
                    <a:pt x="5377" y="16791"/>
                  </a:cubicBezTo>
                  <a:cubicBezTo>
                    <a:pt x="16644" y="5752"/>
                    <a:pt x="16644" y="5752"/>
                    <a:pt x="16644" y="5752"/>
                  </a:cubicBezTo>
                  <a:cubicBezTo>
                    <a:pt x="18671" y="7737"/>
                    <a:pt x="18671" y="7737"/>
                    <a:pt x="18671" y="7737"/>
                  </a:cubicBezTo>
                  <a:lnTo>
                    <a:pt x="7404" y="18776"/>
                  </a:lnTo>
                  <a:close/>
                  <a:moveTo>
                    <a:pt x="19533" y="6864"/>
                  </a:moveTo>
                  <a:cubicBezTo>
                    <a:pt x="14575" y="2006"/>
                    <a:pt x="14575" y="2006"/>
                    <a:pt x="14575" y="2006"/>
                  </a:cubicBezTo>
                  <a:cubicBezTo>
                    <a:pt x="15207" y="1499"/>
                    <a:pt x="15998" y="1218"/>
                    <a:pt x="16817" y="1218"/>
                  </a:cubicBezTo>
                  <a:cubicBezTo>
                    <a:pt x="17765" y="1218"/>
                    <a:pt x="18642" y="1584"/>
                    <a:pt x="19317" y="2231"/>
                  </a:cubicBezTo>
                  <a:cubicBezTo>
                    <a:pt x="19978" y="2879"/>
                    <a:pt x="20338" y="3752"/>
                    <a:pt x="20338" y="4667"/>
                  </a:cubicBezTo>
                  <a:cubicBezTo>
                    <a:pt x="20338" y="5484"/>
                    <a:pt x="20065" y="6244"/>
                    <a:pt x="19533" y="6864"/>
                  </a:cubicBezTo>
                  <a:close/>
                  <a:moveTo>
                    <a:pt x="19533" y="6864"/>
                  </a:moveTo>
                  <a:cubicBezTo>
                    <a:pt x="19533" y="6864"/>
                    <a:pt x="19533" y="6864"/>
                    <a:pt x="19533" y="6864"/>
                  </a:cubicBezTo>
                </a:path>
              </a:pathLst>
            </a:custGeom>
            <a:solidFill>
              <a:schemeClr val="tx2"/>
            </a:solidFill>
            <a:ln w="12700">
              <a:miter lim="400000"/>
            </a:ln>
          </p:spPr>
          <p:txBody>
            <a:bodyPr lIns="45719" rIns="45719"/>
            <a:lstStyle/>
            <a:p>
              <a:endParaRPr/>
            </a:p>
          </p:txBody>
        </p:sp>
        <p:sp>
          <p:nvSpPr>
            <p:cNvPr id="827" name="slot_827"/>
            <p:cNvSpPr/>
            <p:nvPr/>
          </p:nvSpPr>
          <p:spPr>
            <a:xfrm>
              <a:off x="6457" y="8059"/>
              <a:ext cx="685" cy="653"/>
            </a:xfrm>
            <a:custGeom>
              <a:avLst/>
              <a:gdLst/>
              <a:ahLst/>
              <a:cxnLst>
                <a:cxn ang="0">
                  <a:pos x="wd2" y="hd2"/>
                </a:cxn>
                <a:cxn ang="5400000">
                  <a:pos x="wd2" y="hd2"/>
                </a:cxn>
                <a:cxn ang="10800000">
                  <a:pos x="wd2" y="hd2"/>
                </a:cxn>
                <a:cxn ang="16200000">
                  <a:pos x="wd2" y="hd2"/>
                </a:cxn>
              </a:cxnLst>
              <a:rect l="0" t="0" r="r" b="b"/>
              <a:pathLst>
                <a:path w="21520" h="21600" extrusionOk="0">
                  <a:moveTo>
                    <a:pt x="21491" y="8167"/>
                  </a:moveTo>
                  <a:cubicBezTo>
                    <a:pt x="21422" y="7935"/>
                    <a:pt x="21229" y="7775"/>
                    <a:pt x="21008" y="7732"/>
                  </a:cubicBezTo>
                  <a:cubicBezTo>
                    <a:pt x="14300" y="6731"/>
                    <a:pt x="14300" y="6731"/>
                    <a:pt x="14300" y="6731"/>
                  </a:cubicBezTo>
                  <a:cubicBezTo>
                    <a:pt x="11278" y="348"/>
                    <a:pt x="11278" y="348"/>
                    <a:pt x="11278" y="348"/>
                  </a:cubicBezTo>
                  <a:cubicBezTo>
                    <a:pt x="11167" y="131"/>
                    <a:pt x="10960" y="0"/>
                    <a:pt x="10739" y="0"/>
                  </a:cubicBezTo>
                  <a:cubicBezTo>
                    <a:pt x="10518" y="0"/>
                    <a:pt x="10311" y="131"/>
                    <a:pt x="10201" y="363"/>
                  </a:cubicBezTo>
                  <a:cubicBezTo>
                    <a:pt x="7220" y="6760"/>
                    <a:pt x="7220" y="6760"/>
                    <a:pt x="7220" y="6760"/>
                  </a:cubicBezTo>
                  <a:cubicBezTo>
                    <a:pt x="512" y="7804"/>
                    <a:pt x="512" y="7804"/>
                    <a:pt x="512" y="7804"/>
                  </a:cubicBezTo>
                  <a:cubicBezTo>
                    <a:pt x="291" y="7848"/>
                    <a:pt x="98" y="8008"/>
                    <a:pt x="29" y="8240"/>
                  </a:cubicBezTo>
                  <a:cubicBezTo>
                    <a:pt x="-40" y="8457"/>
                    <a:pt x="15" y="8718"/>
                    <a:pt x="181" y="8878"/>
                  </a:cubicBezTo>
                  <a:cubicBezTo>
                    <a:pt x="5053" y="13839"/>
                    <a:pt x="5053" y="13839"/>
                    <a:pt x="5053" y="13839"/>
                  </a:cubicBezTo>
                  <a:cubicBezTo>
                    <a:pt x="3935" y="20860"/>
                    <a:pt x="3935" y="20860"/>
                    <a:pt x="3935" y="20860"/>
                  </a:cubicBezTo>
                  <a:cubicBezTo>
                    <a:pt x="3894" y="21107"/>
                    <a:pt x="3990" y="21339"/>
                    <a:pt x="4170" y="21484"/>
                  </a:cubicBezTo>
                  <a:cubicBezTo>
                    <a:pt x="4266" y="21556"/>
                    <a:pt x="4390" y="21600"/>
                    <a:pt x="4515" y="21600"/>
                  </a:cubicBezTo>
                  <a:cubicBezTo>
                    <a:pt x="4611" y="21600"/>
                    <a:pt x="4708" y="21571"/>
                    <a:pt x="4791" y="21527"/>
                  </a:cubicBezTo>
                  <a:cubicBezTo>
                    <a:pt x="10795" y="18191"/>
                    <a:pt x="10795" y="18191"/>
                    <a:pt x="10795" y="18191"/>
                  </a:cubicBezTo>
                  <a:cubicBezTo>
                    <a:pt x="16798" y="21484"/>
                    <a:pt x="16798" y="21484"/>
                    <a:pt x="16798" y="21484"/>
                  </a:cubicBezTo>
                  <a:cubicBezTo>
                    <a:pt x="16895" y="21527"/>
                    <a:pt x="16978" y="21556"/>
                    <a:pt x="17074" y="21556"/>
                  </a:cubicBezTo>
                  <a:cubicBezTo>
                    <a:pt x="17406" y="21556"/>
                    <a:pt x="17668" y="21266"/>
                    <a:pt x="17668" y="20933"/>
                  </a:cubicBezTo>
                  <a:cubicBezTo>
                    <a:pt x="17668" y="20875"/>
                    <a:pt x="17668" y="20831"/>
                    <a:pt x="17654" y="20788"/>
                  </a:cubicBezTo>
                  <a:cubicBezTo>
                    <a:pt x="16495" y="13796"/>
                    <a:pt x="16495" y="13796"/>
                    <a:pt x="16495" y="13796"/>
                  </a:cubicBezTo>
                  <a:cubicBezTo>
                    <a:pt x="21325" y="8805"/>
                    <a:pt x="21325" y="8805"/>
                    <a:pt x="21325" y="8805"/>
                  </a:cubicBezTo>
                  <a:cubicBezTo>
                    <a:pt x="21505" y="8646"/>
                    <a:pt x="21560" y="8385"/>
                    <a:pt x="21491" y="8167"/>
                  </a:cubicBezTo>
                  <a:close/>
                  <a:moveTo>
                    <a:pt x="15446" y="13128"/>
                  </a:moveTo>
                  <a:cubicBezTo>
                    <a:pt x="15294" y="13273"/>
                    <a:pt x="15239" y="13491"/>
                    <a:pt x="15266" y="13694"/>
                  </a:cubicBezTo>
                  <a:cubicBezTo>
                    <a:pt x="16288" y="19787"/>
                    <a:pt x="16288" y="19787"/>
                    <a:pt x="16288" y="19787"/>
                  </a:cubicBezTo>
                  <a:cubicBezTo>
                    <a:pt x="11057" y="16929"/>
                    <a:pt x="11057" y="16929"/>
                    <a:pt x="11057" y="16929"/>
                  </a:cubicBezTo>
                  <a:cubicBezTo>
                    <a:pt x="10891" y="16827"/>
                    <a:pt x="10684" y="16827"/>
                    <a:pt x="10505" y="16929"/>
                  </a:cubicBezTo>
                  <a:cubicBezTo>
                    <a:pt x="5301" y="19816"/>
                    <a:pt x="5301" y="19816"/>
                    <a:pt x="5301" y="19816"/>
                  </a:cubicBezTo>
                  <a:cubicBezTo>
                    <a:pt x="6281" y="13709"/>
                    <a:pt x="6281" y="13709"/>
                    <a:pt x="6281" y="13709"/>
                  </a:cubicBezTo>
                  <a:cubicBezTo>
                    <a:pt x="6309" y="13505"/>
                    <a:pt x="6254" y="13302"/>
                    <a:pt x="6102" y="13157"/>
                  </a:cubicBezTo>
                  <a:cubicBezTo>
                    <a:pt x="1892" y="8849"/>
                    <a:pt x="1892" y="8849"/>
                    <a:pt x="1892" y="8849"/>
                  </a:cubicBezTo>
                  <a:cubicBezTo>
                    <a:pt x="7717" y="7949"/>
                    <a:pt x="7717" y="7949"/>
                    <a:pt x="7717" y="7949"/>
                  </a:cubicBezTo>
                  <a:cubicBezTo>
                    <a:pt x="7910" y="7906"/>
                    <a:pt x="8076" y="7790"/>
                    <a:pt x="8158" y="7601"/>
                  </a:cubicBezTo>
                  <a:cubicBezTo>
                    <a:pt x="10739" y="2045"/>
                    <a:pt x="10739" y="2045"/>
                    <a:pt x="10739" y="2045"/>
                  </a:cubicBezTo>
                  <a:cubicBezTo>
                    <a:pt x="13375" y="7587"/>
                    <a:pt x="13375" y="7587"/>
                    <a:pt x="13375" y="7587"/>
                  </a:cubicBezTo>
                  <a:cubicBezTo>
                    <a:pt x="13458" y="7775"/>
                    <a:pt x="13624" y="7906"/>
                    <a:pt x="13817" y="7935"/>
                  </a:cubicBezTo>
                  <a:cubicBezTo>
                    <a:pt x="19655" y="8805"/>
                    <a:pt x="19655" y="8805"/>
                    <a:pt x="19655" y="8805"/>
                  </a:cubicBezTo>
                  <a:lnTo>
                    <a:pt x="15446" y="13128"/>
                  </a:lnTo>
                  <a:close/>
                  <a:moveTo>
                    <a:pt x="15446" y="13128"/>
                  </a:moveTo>
                  <a:cubicBezTo>
                    <a:pt x="15446" y="13128"/>
                    <a:pt x="15446" y="13128"/>
                    <a:pt x="15446" y="13128"/>
                  </a:cubicBezTo>
                </a:path>
              </a:pathLst>
            </a:custGeom>
            <a:solidFill>
              <a:schemeClr val="tx2"/>
            </a:solidFill>
            <a:ln w="12700">
              <a:miter lim="400000"/>
            </a:ln>
          </p:spPr>
          <p:txBody>
            <a:bodyPr lIns="45719" rIns="45719"/>
            <a:lstStyle/>
            <a:p>
              <a:endParaRPr/>
            </a:p>
          </p:txBody>
        </p:sp>
      </p:grpSp>
      <p:grpSp>
        <p:nvGrpSpPr>
          <p:cNvPr id="62" name="组合 61"/>
          <p:cNvGrpSpPr/>
          <p:nvPr/>
        </p:nvGrpSpPr>
        <p:grpSpPr>
          <a:xfrm>
            <a:off x="4881880" y="1777365"/>
            <a:ext cx="6289040" cy="4300220"/>
            <a:chOff x="7688" y="2799"/>
            <a:chExt cx="9904" cy="6772"/>
          </a:xfrm>
        </p:grpSpPr>
        <p:pic>
          <p:nvPicPr>
            <p:cNvPr id="61" name="picture_61" descr="picture_61"/>
            <p:cNvPicPr>
              <a:picLocks noChangeAspect="1"/>
            </p:cNvPicPr>
            <p:nvPr/>
          </p:nvPicPr>
          <p:blipFill>
            <a:blip r:embed="rId6"/>
            <a:stretch>
              <a:fillRect/>
            </a:stretch>
          </p:blipFill>
          <p:spPr>
            <a:xfrm>
              <a:off x="7704" y="2799"/>
              <a:ext cx="9888" cy="6773"/>
            </a:xfrm>
            <a:prstGeom prst="rect">
              <a:avLst/>
            </a:prstGeom>
          </p:spPr>
        </p:pic>
        <p:sp>
          <p:nvSpPr>
            <p:cNvPr id="45" name="slot_45"/>
            <p:cNvSpPr/>
            <p:nvPr/>
          </p:nvSpPr>
          <p:spPr>
            <a:xfrm>
              <a:off x="7704" y="2799"/>
              <a:ext cx="9887" cy="6773"/>
            </a:xfrm>
            <a:prstGeom prst="rect">
              <a:avLst/>
            </a:prstGeom>
            <a:gradFill>
              <a:gsLst>
                <a:gs pos="27000">
                  <a:srgbClr val="CA876E">
                    <a:alpha val="70000"/>
                  </a:srgbClr>
                </a:gs>
                <a:gs pos="0">
                  <a:srgbClr val="F1D5A4">
                    <a:alpha val="18000"/>
                  </a:srgbClr>
                </a:gs>
                <a:gs pos="74000">
                  <a:srgbClr val="A23838"/>
                </a:gs>
              </a:gsLst>
              <a:lin ang="13440000" scaled="0"/>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latin typeface="Arial" panose="020B0604020202020204" pitchFamily="34" charset="0"/>
                <a:ea typeface="微软雅黑" panose="020B0503020204020204" pitchFamily="34" charset="-122"/>
                <a:sym typeface="Arial" panose="020B0604020202020204" pitchFamily="34" charset="0"/>
              </a:endParaRPr>
            </a:p>
          </p:txBody>
        </p:sp>
        <p:sp>
          <p:nvSpPr>
            <p:cNvPr id="46" name="slot_46"/>
            <p:cNvSpPr txBox="1"/>
            <p:nvPr/>
          </p:nvSpPr>
          <p:spPr>
            <a:xfrm>
              <a:off x="8647" y="2961"/>
              <a:ext cx="2069" cy="539"/>
            </a:xfrm>
            <a:prstGeom prst="rect">
              <a:avLst/>
            </a:prstGeom>
            <a:noFill/>
          </p:spPr>
          <p:txBody>
            <a:bodyPr wrap="square" rtlCol="0">
              <a:noAutofit/>
            </a:bodyPr>
            <a:lstStyle/>
            <a:p>
              <a:pPr algn="ctr"/>
              <a:endParaRPr/>
            </a:p>
          </p:txBody>
        </p:sp>
        <p:sp>
          <p:nvSpPr>
            <p:cNvPr id="116" name="slot_116"/>
            <p:cNvSpPr txBox="1"/>
            <p:nvPr/>
          </p:nvSpPr>
          <p:spPr>
            <a:xfrm>
              <a:off x="8361" y="3381"/>
              <a:ext cx="9099" cy="1418"/>
            </a:xfrm>
            <a:prstGeom prst="rect">
              <a:avLst/>
            </a:prstGeom>
            <a:noFill/>
          </p:spPr>
          <p:txBody>
            <a:bodyPr wrap="square" rtlCol="0">
              <a:noAutofit/>
            </a:bodyPr>
            <a:lstStyle/>
            <a:p>
              <a:pPr>
                <a:lnSpc>
                  <a:spcPct val="150000"/>
                </a:lnSpc>
              </a:pPr>
              <a:endParaRPr/>
            </a:p>
          </p:txBody>
        </p:sp>
        <p:sp>
          <p:nvSpPr>
            <p:cNvPr id="117" name="slot_117"/>
            <p:cNvSpPr txBox="1"/>
            <p:nvPr/>
          </p:nvSpPr>
          <p:spPr>
            <a:xfrm>
              <a:off x="8647" y="5270"/>
              <a:ext cx="2069" cy="539"/>
            </a:xfrm>
            <a:prstGeom prst="rect">
              <a:avLst/>
            </a:prstGeom>
            <a:noFill/>
          </p:spPr>
          <p:txBody>
            <a:bodyPr wrap="square" rtlCol="0">
              <a:noAutofit/>
            </a:bodyPr>
            <a:lstStyle/>
            <a:p>
              <a:pPr algn="ctr"/>
              <a:endParaRPr/>
            </a:p>
          </p:txBody>
        </p:sp>
        <p:sp>
          <p:nvSpPr>
            <p:cNvPr id="126" name="slot_126"/>
            <p:cNvSpPr txBox="1"/>
            <p:nvPr/>
          </p:nvSpPr>
          <p:spPr>
            <a:xfrm>
              <a:off x="8361" y="5651"/>
              <a:ext cx="9099" cy="1421"/>
            </a:xfrm>
            <a:prstGeom prst="rect">
              <a:avLst/>
            </a:prstGeom>
            <a:noFill/>
          </p:spPr>
          <p:txBody>
            <a:bodyPr wrap="square" rtlCol="0">
              <a:noAutofit/>
            </a:bodyPr>
            <a:lstStyle/>
            <a:p>
              <a:pPr>
                <a:lnSpc>
                  <a:spcPct val="150000"/>
                </a:lnSpc>
              </a:pPr>
              <a:endParaRPr/>
            </a:p>
          </p:txBody>
        </p:sp>
        <p:sp>
          <p:nvSpPr>
            <p:cNvPr id="207" name="slot_207"/>
            <p:cNvSpPr txBox="1"/>
            <p:nvPr/>
          </p:nvSpPr>
          <p:spPr>
            <a:xfrm>
              <a:off x="8647" y="7525"/>
              <a:ext cx="2069" cy="539"/>
            </a:xfrm>
            <a:prstGeom prst="rect">
              <a:avLst/>
            </a:prstGeom>
            <a:noFill/>
          </p:spPr>
          <p:txBody>
            <a:bodyPr wrap="square" rtlCol="0">
              <a:noAutofit/>
            </a:bodyPr>
            <a:lstStyle/>
            <a:p>
              <a:pPr algn="ctr"/>
              <a:endParaRPr/>
            </a:p>
          </p:txBody>
        </p:sp>
        <p:sp>
          <p:nvSpPr>
            <p:cNvPr id="209" name="slot_209"/>
            <p:cNvSpPr txBox="1"/>
            <p:nvPr/>
          </p:nvSpPr>
          <p:spPr>
            <a:xfrm>
              <a:off x="8361" y="7914"/>
              <a:ext cx="8731" cy="1421"/>
            </a:xfrm>
            <a:prstGeom prst="rect">
              <a:avLst/>
            </a:prstGeom>
            <a:noFill/>
          </p:spPr>
          <p:txBody>
            <a:bodyPr wrap="square" rtlCol="0">
              <a:noAutofit/>
            </a:bodyPr>
            <a:lstStyle/>
            <a:p>
              <a:pPr>
                <a:lnSpc>
                  <a:spcPct val="150000"/>
                </a:lnSpc>
              </a:pPr>
              <a:endParaRPr/>
            </a:p>
          </p:txBody>
        </p:sp>
        <p:sp useBgFill="1">
          <p:nvSpPr>
            <p:cNvPr id="48" name="slot_48"/>
            <p:cNvSpPr/>
            <p:nvPr/>
          </p:nvSpPr>
          <p:spPr>
            <a:xfrm rot="5400000">
              <a:off x="7677" y="5281"/>
              <a:ext cx="291" cy="269"/>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350">
                <a:latin typeface="Arial" panose="020B0604020202020204" pitchFamily="34" charset="0"/>
                <a:ea typeface="微软雅黑" panose="020B0503020204020204" pitchFamily="34" charset="-122"/>
                <a:sym typeface="Arial" panose="020B0604020202020204" pitchFamily="34" charset="0"/>
              </a:endParaRPr>
            </a:p>
          </p:txBody>
        </p:sp>
      </p:grpSp>
      <p:pic>
        <p:nvPicPr>
          <p:cNvPr id="828" name="图片 827" descr="实际项目截图：选择反馈">
            <a:extLst>
              <a:ext uri="{FF2B5EF4-FFF2-40B4-BE49-F238E27FC236}">
                <a16:creationId xmlns:a16="http://schemas.microsoft.com/office/drawing/2014/main" id="{DB2723C3-228B-4380-BA6F-08E5C75BA981}"/>
              </a:ext>
            </a:extLst>
          </p:cNvPr>
          <p:cNvPicPr>
            <a:picLocks noChangeAspect="1"/>
          </p:cNvPicPr>
          <p:nvPr/>
        </p:nvPicPr>
        <p:blipFill>
          <a:blip r:embed="rId7"/>
          <a:srcRect l="29900" t="11200" r="29900" b="11000"/>
          <a:stretch/>
        </p:blipFill>
        <p:spPr>
          <a:xfrm>
            <a:off x="6250967" y="1952625"/>
            <a:ext cx="3604841" cy="3924300"/>
          </a:xfrm>
          <a:prstGeom prst="rect">
            <a:avLst/>
          </a:prstGeom>
        </p:spPr>
      </p:pic>
      <p:sp>
        <p:nvSpPr>
          <p:cNvPr id="930" name="revision_feedback_application">
            <a:extLst>
              <a:ext uri="{FF2B5EF4-FFF2-40B4-BE49-F238E27FC236}">
                <a16:creationId xmlns:a16="http://schemas.microsoft.com/office/drawing/2014/main" id="{9E946E6E-E833-45A0-9941-C49B70F6C3C4}"/>
              </a:ext>
            </a:extLst>
          </p:cNvPr>
          <p:cNvSpPr>
            <a:spLocks noGrp="1"/>
          </p:cNvSpPr>
          <p:nvPr/>
        </p:nvSpPr>
        <p:spPr>
          <a:xfrm>
            <a:off x="571500" y="6105525"/>
            <a:ext cx="10620375" cy="361950"/>
          </a:xfrm>
          <a:prstGeom prst="rect">
            <a:avLst/>
          </a:prstGeom>
          <a:noFill/>
          <a:ln w="0">
            <a:noFill/>
          </a:ln>
        </p:spPr>
        <p:txBody>
          <a:bodyPr wrap="square" lIns="0" tIns="0" rIns="0" bIns="0" anchor="t">
            <a:noAutofit/>
          </a:bodyPr>
          <a:lstStyle>
            <a:defPPr algn="l">
              <a:defRPr sz="1800" b="1">
                <a:solidFill>
                  <a:srgbClr val="A53836"/>
                </a:solidFill>
                <a:latin typeface="微软雅黑"/>
                <a:ea typeface="微软雅黑"/>
                <a:cs typeface="微软雅黑"/>
              </a:defRPr>
            </a:defPPr>
            <a:lvl1pPr algn="l">
              <a:defRPr sz="1800" b="1">
                <a:solidFill>
                  <a:srgbClr val="A53836"/>
                </a:solidFill>
                <a:latin typeface="微软雅黑"/>
                <a:ea typeface="微软雅黑"/>
                <a:cs typeface="微软雅黑"/>
              </a:defRPr>
            </a:lvl1pPr>
            <a:lvl2pPr algn="l">
              <a:defRPr sz="1800" b="1">
                <a:solidFill>
                  <a:srgbClr val="A53836"/>
                </a:solidFill>
                <a:latin typeface="微软雅黑"/>
                <a:ea typeface="微软雅黑"/>
                <a:cs typeface="微软雅黑"/>
              </a:defRPr>
            </a:lvl2pPr>
            <a:lvl3pPr algn="l">
              <a:defRPr sz="1800" b="1">
                <a:solidFill>
                  <a:srgbClr val="A53836"/>
                </a:solidFill>
                <a:latin typeface="微软雅黑"/>
                <a:ea typeface="微软雅黑"/>
                <a:cs typeface="微软雅黑"/>
              </a:defRPr>
            </a:lvl3pPr>
            <a:lvl4pPr algn="l">
              <a:defRPr sz="1800" b="1">
                <a:solidFill>
                  <a:srgbClr val="A53836"/>
                </a:solidFill>
                <a:latin typeface="微软雅黑"/>
                <a:ea typeface="微软雅黑"/>
                <a:cs typeface="微软雅黑"/>
              </a:defRPr>
            </a:lvl4pPr>
            <a:lvl5pPr algn="l">
              <a:defRPr sz="1800" b="1">
                <a:solidFill>
                  <a:srgbClr val="A53836"/>
                </a:solidFill>
                <a:latin typeface="微软雅黑"/>
                <a:ea typeface="微软雅黑"/>
                <a:cs typeface="微软雅黑"/>
              </a:defRPr>
            </a:lvl5pPr>
            <a:lvl6pPr algn="l">
              <a:defRPr sz="1800" b="1">
                <a:solidFill>
                  <a:srgbClr val="A53836"/>
                </a:solidFill>
                <a:latin typeface="微软雅黑"/>
                <a:ea typeface="微软雅黑"/>
                <a:cs typeface="微软雅黑"/>
              </a:defRPr>
            </a:lvl6pPr>
            <a:lvl7pPr algn="l">
              <a:defRPr sz="1800" b="1">
                <a:solidFill>
                  <a:srgbClr val="A53836"/>
                </a:solidFill>
                <a:latin typeface="微软雅黑"/>
                <a:ea typeface="微软雅黑"/>
                <a:cs typeface="微软雅黑"/>
              </a:defRPr>
            </a:lvl7pPr>
            <a:lvl8pPr algn="l">
              <a:defRPr sz="1800" b="1">
                <a:solidFill>
                  <a:srgbClr val="A53836"/>
                </a:solidFill>
                <a:latin typeface="微软雅黑"/>
                <a:ea typeface="微软雅黑"/>
                <a:cs typeface="微软雅黑"/>
              </a:defRPr>
            </a:lvl8pPr>
            <a:lvl9pPr algn="l">
              <a:defRPr sz="1800" b="1">
                <a:solidFill>
                  <a:srgbClr val="A53836"/>
                </a:solidFill>
                <a:latin typeface="微软雅黑"/>
                <a:ea typeface="微软雅黑"/>
                <a:cs typeface="微软雅黑"/>
              </a:defRPr>
            </a:lvl9pPr>
          </a:lstStyle>
          <a:p>
            <a:pPr algn="l">
              <a:lnSpc>
                <a:spcPct val="120000"/>
              </a:lnSpc>
              <a:buNone/>
              <a:defRPr sz="1800" b="1">
                <a:solidFill>
                  <a:srgbClr val="A53836"/>
                </a:solidFill>
                <a:latin typeface="微软雅黑"/>
                <a:ea typeface="微软雅黑"/>
                <a:cs typeface="微软雅黑"/>
              </a:defRPr>
            </a:pPr>
            <a:r>
              <a:rPr lang="zh-CN" altLang="en-US" dirty="0"/>
              <a:t>实时</a:t>
            </a:r>
            <a:r>
              <a:rPr sz="1800" b="1" dirty="0" err="1">
                <a:solidFill>
                  <a:srgbClr val="A53836"/>
                </a:solidFill>
                <a:latin typeface="微软雅黑"/>
                <a:ea typeface="微软雅黑"/>
                <a:cs typeface="微软雅黑"/>
              </a:rPr>
              <a:t>反馈：玩家依据结果，改变下一步决策</a:t>
            </a:r>
            <a:endParaRPr sz="1800" b="1" dirty="0">
              <a:solidFill>
                <a:srgbClr val="A53836"/>
              </a:solidFill>
              <a:latin typeface="微软雅黑"/>
              <a:ea typeface="微软雅黑"/>
              <a:cs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0">
          <a:blip r:embed="rId3"/>
          <a:stretch>
            <a:fillRect/>
          </a:stretch>
        </a:blipFill>
        <a:effectLst/>
      </p:bgPr>
    </p:bg>
    <p:spTree>
      <p:nvGrpSpPr>
        <p:cNvPr id="1" name=""/>
        <p:cNvGrpSpPr/>
        <p:nvPr/>
      </p:nvGrpSpPr>
      <p:grpSpPr>
        <a:xfrm>
          <a:off x="0" y="0"/>
          <a:ext cx="0" cy="0"/>
          <a:chOff x="0" y="0"/>
          <a:chExt cx="0" cy="0"/>
        </a:xfrm>
      </p:grpSpPr>
      <p:grpSp>
        <p:nvGrpSpPr>
          <p:cNvPr id="91" name="组合 90"/>
          <p:cNvGrpSpPr/>
          <p:nvPr/>
        </p:nvGrpSpPr>
        <p:grpSpPr>
          <a:xfrm>
            <a:off x="3175" y="0"/>
            <a:ext cx="12189460" cy="2884170"/>
            <a:chOff x="5" y="0"/>
            <a:chExt cx="19196" cy="5456"/>
          </a:xfrm>
        </p:grpSpPr>
        <p:sp>
          <p:nvSpPr>
            <p:cNvPr id="88" name="slot_88"/>
            <p:cNvSpPr/>
            <p:nvPr/>
          </p:nvSpPr>
          <p:spPr>
            <a:xfrm rot="10800000">
              <a:off x="5" y="0"/>
              <a:ext cx="19196" cy="5457"/>
            </a:xfrm>
            <a:custGeom>
              <a:avLst/>
              <a:gdLst>
                <a:gd name="connsiteX0" fmla="*/ 5845580 w 12192001"/>
                <a:gd name="connsiteY0" fmla="*/ 3455102 h 3465512"/>
                <a:gd name="connsiteX1" fmla="*/ 5868740 w 12192001"/>
                <a:gd name="connsiteY1" fmla="*/ 3462492 h 3465512"/>
                <a:gd name="connsiteX2" fmla="*/ 5875532 w 12192001"/>
                <a:gd name="connsiteY2" fmla="*/ 3465512 h 3465512"/>
                <a:gd name="connsiteX3" fmla="*/ 5801570 w 12192001"/>
                <a:gd name="connsiteY3" fmla="*/ 3465512 h 3465512"/>
                <a:gd name="connsiteX4" fmla="*/ 5812379 w 12192001"/>
                <a:gd name="connsiteY4" fmla="*/ 3459407 h 3465512"/>
                <a:gd name="connsiteX5" fmla="*/ 5845580 w 12192001"/>
                <a:gd name="connsiteY5" fmla="*/ 3455102 h 3465512"/>
                <a:gd name="connsiteX6" fmla="*/ 5727435 w 12192001"/>
                <a:gd name="connsiteY6" fmla="*/ 3450962 h 3465512"/>
                <a:gd name="connsiteX7" fmla="*/ 5741187 w 12192001"/>
                <a:gd name="connsiteY7" fmla="*/ 3456882 h 3465512"/>
                <a:gd name="connsiteX8" fmla="*/ 5756713 w 12192001"/>
                <a:gd name="connsiteY8" fmla="*/ 3465512 h 3465512"/>
                <a:gd name="connsiteX9" fmla="*/ 5752144 w 12192001"/>
                <a:gd name="connsiteY9" fmla="*/ 3465512 h 3465512"/>
                <a:gd name="connsiteX10" fmla="*/ 5737683 w 12192001"/>
                <a:gd name="connsiteY10" fmla="*/ 3463739 h 3465512"/>
                <a:gd name="connsiteX11" fmla="*/ 5722966 w 12192001"/>
                <a:gd name="connsiteY11" fmla="*/ 3461869 h 3465512"/>
                <a:gd name="connsiteX12" fmla="*/ 5717359 w 12192001"/>
                <a:gd name="connsiteY12" fmla="*/ 3454390 h 3465512"/>
                <a:gd name="connsiteX13" fmla="*/ 5727435 w 12192001"/>
                <a:gd name="connsiteY13" fmla="*/ 3450962 h 3465512"/>
                <a:gd name="connsiteX14" fmla="*/ 5608728 w 12192001"/>
                <a:gd name="connsiteY14" fmla="*/ 3414503 h 3465512"/>
                <a:gd name="connsiteX15" fmla="*/ 5606626 w 12192001"/>
                <a:gd name="connsiteY15" fmla="*/ 3421982 h 3465512"/>
                <a:gd name="connsiteX16" fmla="*/ 5596814 w 12192001"/>
                <a:gd name="connsiteY16" fmla="*/ 3415751 h 3465512"/>
                <a:gd name="connsiteX17" fmla="*/ 6041147 w 12192001"/>
                <a:gd name="connsiteY17" fmla="*/ 3387704 h 3465512"/>
                <a:gd name="connsiteX18" fmla="*/ 6051659 w 12192001"/>
                <a:gd name="connsiteY18" fmla="*/ 3394561 h 3465512"/>
                <a:gd name="connsiteX19" fmla="*/ 6044651 w 12192001"/>
                <a:gd name="connsiteY19" fmla="*/ 3400793 h 3465512"/>
                <a:gd name="connsiteX20" fmla="*/ 6034139 w 12192001"/>
                <a:gd name="connsiteY20" fmla="*/ 3394561 h 3465512"/>
                <a:gd name="connsiteX21" fmla="*/ 6440626 w 12192001"/>
                <a:gd name="connsiteY21" fmla="*/ 3338469 h 3465512"/>
                <a:gd name="connsiteX22" fmla="*/ 6447634 w 12192001"/>
                <a:gd name="connsiteY22" fmla="*/ 3349064 h 3465512"/>
                <a:gd name="connsiteX23" fmla="*/ 6436420 w 12192001"/>
                <a:gd name="connsiteY23" fmla="*/ 3355920 h 3465512"/>
                <a:gd name="connsiteX24" fmla="*/ 6429412 w 12192001"/>
                <a:gd name="connsiteY24" fmla="*/ 3345948 h 3465512"/>
                <a:gd name="connsiteX25" fmla="*/ 5458136 w 12192001"/>
                <a:gd name="connsiteY25" fmla="*/ 3210786 h 3465512"/>
                <a:gd name="connsiteX26" fmla="*/ 5474166 w 12192001"/>
                <a:gd name="connsiteY26" fmla="*/ 3213201 h 3465512"/>
                <a:gd name="connsiteX27" fmla="*/ 5493090 w 12192001"/>
                <a:gd name="connsiteY27" fmla="*/ 3233768 h 3465512"/>
                <a:gd name="connsiteX28" fmla="*/ 5463653 w 12192001"/>
                <a:gd name="connsiteY28" fmla="*/ 3240623 h 3465512"/>
                <a:gd name="connsiteX29" fmla="*/ 5446834 w 12192001"/>
                <a:gd name="connsiteY29" fmla="*/ 3220057 h 3465512"/>
                <a:gd name="connsiteX30" fmla="*/ 5458136 w 12192001"/>
                <a:gd name="connsiteY30" fmla="*/ 3210786 h 3465512"/>
                <a:gd name="connsiteX31" fmla="*/ 6056566 w 12192001"/>
                <a:gd name="connsiteY31" fmla="*/ 3208838 h 3465512"/>
                <a:gd name="connsiteX32" fmla="*/ 6121043 w 12192001"/>
                <a:gd name="connsiteY32" fmla="*/ 3241871 h 3465512"/>
                <a:gd name="connsiteX33" fmla="*/ 6107026 w 12192001"/>
                <a:gd name="connsiteY33" fmla="*/ 3246856 h 3465512"/>
                <a:gd name="connsiteX34" fmla="*/ 6049555 w 12192001"/>
                <a:gd name="connsiteY34" fmla="*/ 3227535 h 3465512"/>
                <a:gd name="connsiteX35" fmla="*/ 6041147 w 12192001"/>
                <a:gd name="connsiteY35" fmla="*/ 3215072 h 3465512"/>
                <a:gd name="connsiteX36" fmla="*/ 6056566 w 12192001"/>
                <a:gd name="connsiteY36" fmla="*/ 3208838 h 3465512"/>
                <a:gd name="connsiteX37" fmla="*/ 4767018 w 12192001"/>
                <a:gd name="connsiteY37" fmla="*/ 2844873 h 3465512"/>
                <a:gd name="connsiteX38" fmla="*/ 4742488 w 12192001"/>
                <a:gd name="connsiteY38" fmla="*/ 2861701 h 3465512"/>
                <a:gd name="connsiteX39" fmla="*/ 4749496 w 12192001"/>
                <a:gd name="connsiteY39" fmla="*/ 2884138 h 3465512"/>
                <a:gd name="connsiteX40" fmla="*/ 4846214 w 12192001"/>
                <a:gd name="connsiteY40" fmla="*/ 2916546 h 3465512"/>
                <a:gd name="connsiteX41" fmla="*/ 4899477 w 12192001"/>
                <a:gd name="connsiteY41" fmla="*/ 2927140 h 3465512"/>
                <a:gd name="connsiteX42" fmla="*/ 4922605 w 12192001"/>
                <a:gd name="connsiteY42" fmla="*/ 2910936 h 3465512"/>
                <a:gd name="connsiteX43" fmla="*/ 4916996 w 12192001"/>
                <a:gd name="connsiteY43" fmla="*/ 2885384 h 3465512"/>
                <a:gd name="connsiteX44" fmla="*/ 4865134 w 12192001"/>
                <a:gd name="connsiteY44" fmla="*/ 2861701 h 3465512"/>
                <a:gd name="connsiteX45" fmla="*/ 4810470 w 12192001"/>
                <a:gd name="connsiteY45" fmla="*/ 2846743 h 3465512"/>
                <a:gd name="connsiteX46" fmla="*/ 4767018 w 12192001"/>
                <a:gd name="connsiteY46" fmla="*/ 2844873 h 3465512"/>
                <a:gd name="connsiteX47" fmla="*/ 5113234 w 12192001"/>
                <a:gd name="connsiteY47" fmla="*/ 2808104 h 3465512"/>
                <a:gd name="connsiteX48" fmla="*/ 5106925 w 12192001"/>
                <a:gd name="connsiteY48" fmla="*/ 2814335 h 3465512"/>
                <a:gd name="connsiteX49" fmla="*/ 5132156 w 12192001"/>
                <a:gd name="connsiteY49" fmla="*/ 2822436 h 3465512"/>
                <a:gd name="connsiteX50" fmla="*/ 5126549 w 12192001"/>
                <a:gd name="connsiteY50" fmla="*/ 2811841 h 3465512"/>
                <a:gd name="connsiteX51" fmla="*/ 5113234 w 12192001"/>
                <a:gd name="connsiteY51" fmla="*/ 2808104 h 3465512"/>
                <a:gd name="connsiteX52" fmla="*/ 3910590 w 12192001"/>
                <a:gd name="connsiteY52" fmla="*/ 2722720 h 3465512"/>
                <a:gd name="connsiteX53" fmla="*/ 3972266 w 12192001"/>
                <a:gd name="connsiteY53" fmla="*/ 2743910 h 3465512"/>
                <a:gd name="connsiteX54" fmla="*/ 3976469 w 12192001"/>
                <a:gd name="connsiteY54" fmla="*/ 2754504 h 3465512"/>
                <a:gd name="connsiteX55" fmla="*/ 3970863 w 12192001"/>
                <a:gd name="connsiteY55" fmla="*/ 2768216 h 3465512"/>
                <a:gd name="connsiteX56" fmla="*/ 3918299 w 12192001"/>
                <a:gd name="connsiteY56" fmla="*/ 2758244 h 3465512"/>
                <a:gd name="connsiteX57" fmla="*/ 3910590 w 12192001"/>
                <a:gd name="connsiteY57" fmla="*/ 2722720 h 3465512"/>
                <a:gd name="connsiteX58" fmla="*/ 3905684 w 12192001"/>
                <a:gd name="connsiteY58" fmla="*/ 2716488 h 3465512"/>
                <a:gd name="connsiteX59" fmla="*/ 3907086 w 12192001"/>
                <a:gd name="connsiteY59" fmla="*/ 2717111 h 3465512"/>
                <a:gd name="connsiteX60" fmla="*/ 3910590 w 12192001"/>
                <a:gd name="connsiteY60" fmla="*/ 2722720 h 3465512"/>
                <a:gd name="connsiteX61" fmla="*/ 3902881 w 12192001"/>
                <a:gd name="connsiteY61" fmla="*/ 2719604 h 3465512"/>
                <a:gd name="connsiteX62" fmla="*/ 3905684 w 12192001"/>
                <a:gd name="connsiteY62" fmla="*/ 2716488 h 3465512"/>
                <a:gd name="connsiteX63" fmla="*/ 2801159 w 12192001"/>
                <a:gd name="connsiteY63" fmla="*/ 2707139 h 3465512"/>
                <a:gd name="connsiteX64" fmla="*/ 2847415 w 12192001"/>
                <a:gd name="connsiteY64" fmla="*/ 2707139 h 3465512"/>
                <a:gd name="connsiteX65" fmla="*/ 2869843 w 12192001"/>
                <a:gd name="connsiteY65" fmla="*/ 2707139 h 3465512"/>
                <a:gd name="connsiteX66" fmla="*/ 2892267 w 12192001"/>
                <a:gd name="connsiteY66" fmla="*/ 2707762 h 3465512"/>
                <a:gd name="connsiteX67" fmla="*/ 2937823 w 12192001"/>
                <a:gd name="connsiteY67" fmla="*/ 2709008 h 3465512"/>
                <a:gd name="connsiteX68" fmla="*/ 2984078 w 12192001"/>
                <a:gd name="connsiteY68" fmla="*/ 2712124 h 3465512"/>
                <a:gd name="connsiteX69" fmla="*/ 3009309 w 12192001"/>
                <a:gd name="connsiteY69" fmla="*/ 2715242 h 3465512"/>
                <a:gd name="connsiteX70" fmla="*/ 3033838 w 12192001"/>
                <a:gd name="connsiteY70" fmla="*/ 2731445 h 3465512"/>
                <a:gd name="connsiteX71" fmla="*/ 3012813 w 12192001"/>
                <a:gd name="connsiteY71" fmla="*/ 2737054 h 3465512"/>
                <a:gd name="connsiteX72" fmla="*/ 2992490 w 12192001"/>
                <a:gd name="connsiteY72" fmla="*/ 2741416 h 3465512"/>
                <a:gd name="connsiteX73" fmla="*/ 2951840 w 12192001"/>
                <a:gd name="connsiteY73" fmla="*/ 2741416 h 3465512"/>
                <a:gd name="connsiteX74" fmla="*/ 2801861 w 12192001"/>
                <a:gd name="connsiteY74" fmla="*/ 2730199 h 3465512"/>
                <a:gd name="connsiteX75" fmla="*/ 2792751 w 12192001"/>
                <a:gd name="connsiteY75" fmla="*/ 2722720 h 3465512"/>
                <a:gd name="connsiteX76" fmla="*/ 2801159 w 12192001"/>
                <a:gd name="connsiteY76" fmla="*/ 2707139 h 3465512"/>
                <a:gd name="connsiteX77" fmla="*/ 2168739 w 12192001"/>
                <a:gd name="connsiteY77" fmla="*/ 2673330 h 3465512"/>
                <a:gd name="connsiteX78" fmla="*/ 2164797 w 12192001"/>
                <a:gd name="connsiteY78" fmla="*/ 2688443 h 3465512"/>
                <a:gd name="connsiteX79" fmla="*/ 2154283 w 12192001"/>
                <a:gd name="connsiteY79" fmla="*/ 2690935 h 3465512"/>
                <a:gd name="connsiteX80" fmla="*/ 2143771 w 12192001"/>
                <a:gd name="connsiteY80" fmla="*/ 2692805 h 3465512"/>
                <a:gd name="connsiteX81" fmla="*/ 2122045 w 12192001"/>
                <a:gd name="connsiteY81" fmla="*/ 2690935 h 3465512"/>
                <a:gd name="connsiteX82" fmla="*/ 2135360 w 12192001"/>
                <a:gd name="connsiteY82" fmla="*/ 2679096 h 3465512"/>
                <a:gd name="connsiteX83" fmla="*/ 2156386 w 12192001"/>
                <a:gd name="connsiteY83" fmla="*/ 2674109 h 3465512"/>
                <a:gd name="connsiteX84" fmla="*/ 2168739 w 12192001"/>
                <a:gd name="connsiteY84" fmla="*/ 2673330 h 3465512"/>
                <a:gd name="connsiteX85" fmla="*/ 3109530 w 12192001"/>
                <a:gd name="connsiteY85" fmla="*/ 2551956 h 3465512"/>
                <a:gd name="connsiteX86" fmla="*/ 3159990 w 12192001"/>
                <a:gd name="connsiteY86" fmla="*/ 2556318 h 3465512"/>
                <a:gd name="connsiteX87" fmla="*/ 3184519 w 12192001"/>
                <a:gd name="connsiteY87" fmla="*/ 2561928 h 3465512"/>
                <a:gd name="connsiteX88" fmla="*/ 3209050 w 12192001"/>
                <a:gd name="connsiteY88" fmla="*/ 2572523 h 3465512"/>
                <a:gd name="connsiteX89" fmla="*/ 3241287 w 12192001"/>
                <a:gd name="connsiteY89" fmla="*/ 2581248 h 3465512"/>
                <a:gd name="connsiteX90" fmla="*/ 3333798 w 12192001"/>
                <a:gd name="connsiteY90" fmla="*/ 2575639 h 3465512"/>
                <a:gd name="connsiteX91" fmla="*/ 3356925 w 12192001"/>
                <a:gd name="connsiteY91" fmla="*/ 2578755 h 3465512"/>
                <a:gd name="connsiteX92" fmla="*/ 3380054 w 12192001"/>
                <a:gd name="connsiteY92" fmla="*/ 2583118 h 3465512"/>
                <a:gd name="connsiteX93" fmla="*/ 3426309 w 12192001"/>
                <a:gd name="connsiteY93" fmla="*/ 2591220 h 3465512"/>
                <a:gd name="connsiteX94" fmla="*/ 3449437 w 12192001"/>
                <a:gd name="connsiteY94" fmla="*/ 2594336 h 3465512"/>
                <a:gd name="connsiteX95" fmla="*/ 3473265 w 12192001"/>
                <a:gd name="connsiteY95" fmla="*/ 2598074 h 3465512"/>
                <a:gd name="connsiteX96" fmla="*/ 3520223 w 12192001"/>
                <a:gd name="connsiteY96" fmla="*/ 2607423 h 3465512"/>
                <a:gd name="connsiteX97" fmla="*/ 3544753 w 12192001"/>
                <a:gd name="connsiteY97" fmla="*/ 2638585 h 3465512"/>
                <a:gd name="connsiteX98" fmla="*/ 3544753 w 12192001"/>
                <a:gd name="connsiteY98" fmla="*/ 2654165 h 3465512"/>
                <a:gd name="connsiteX99" fmla="*/ 3537742 w 12192001"/>
                <a:gd name="connsiteY99" fmla="*/ 2663514 h 3465512"/>
                <a:gd name="connsiteX100" fmla="*/ 3480973 w 12192001"/>
                <a:gd name="connsiteY100" fmla="*/ 2666629 h 3465512"/>
                <a:gd name="connsiteX101" fmla="*/ 3426309 w 12192001"/>
                <a:gd name="connsiteY101" fmla="*/ 2659151 h 3465512"/>
                <a:gd name="connsiteX102" fmla="*/ 3371644 w 12192001"/>
                <a:gd name="connsiteY102" fmla="*/ 2652919 h 3465512"/>
                <a:gd name="connsiteX103" fmla="*/ 3344312 w 12192001"/>
                <a:gd name="connsiteY103" fmla="*/ 2653541 h 3465512"/>
                <a:gd name="connsiteX104" fmla="*/ 3316980 w 12192001"/>
                <a:gd name="connsiteY104" fmla="*/ 2659151 h 3465512"/>
                <a:gd name="connsiteX105" fmla="*/ 3295252 w 12192001"/>
                <a:gd name="connsiteY105" fmla="*/ 2652919 h 3465512"/>
                <a:gd name="connsiteX106" fmla="*/ 3251099 w 12192001"/>
                <a:gd name="connsiteY106" fmla="*/ 2646063 h 3465512"/>
                <a:gd name="connsiteX107" fmla="*/ 3200638 w 12192001"/>
                <a:gd name="connsiteY107" fmla="*/ 2651049 h 3465512"/>
                <a:gd name="connsiteX108" fmla="*/ 3175409 w 12192001"/>
                <a:gd name="connsiteY108" fmla="*/ 2651672 h 3465512"/>
                <a:gd name="connsiteX109" fmla="*/ 3150879 w 12192001"/>
                <a:gd name="connsiteY109" fmla="*/ 2652297 h 3465512"/>
                <a:gd name="connsiteX110" fmla="*/ 3101821 w 12192001"/>
                <a:gd name="connsiteY110" fmla="*/ 2651672 h 3465512"/>
                <a:gd name="connsiteX111" fmla="*/ 3053462 w 12192001"/>
                <a:gd name="connsiteY111" fmla="*/ 2651049 h 3465512"/>
                <a:gd name="connsiteX112" fmla="*/ 2927313 w 12192001"/>
                <a:gd name="connsiteY112" fmla="*/ 2657282 h 3465512"/>
                <a:gd name="connsiteX113" fmla="*/ 2846014 w 12192001"/>
                <a:gd name="connsiteY113" fmla="*/ 2650426 h 3465512"/>
                <a:gd name="connsiteX114" fmla="*/ 2825690 w 12192001"/>
                <a:gd name="connsiteY114" fmla="*/ 2647310 h 3465512"/>
                <a:gd name="connsiteX115" fmla="*/ 2754203 w 12192001"/>
                <a:gd name="connsiteY115" fmla="*/ 2642946 h 3465512"/>
                <a:gd name="connsiteX116" fmla="*/ 2744392 w 12192001"/>
                <a:gd name="connsiteY116" fmla="*/ 2644818 h 3465512"/>
                <a:gd name="connsiteX117" fmla="*/ 2735982 w 12192001"/>
                <a:gd name="connsiteY117" fmla="*/ 2652919 h 3465512"/>
                <a:gd name="connsiteX118" fmla="*/ 2700940 w 12192001"/>
                <a:gd name="connsiteY118" fmla="*/ 2677224 h 3465512"/>
                <a:gd name="connsiteX119" fmla="*/ 2648375 w 12192001"/>
                <a:gd name="connsiteY119" fmla="*/ 2660398 h 3465512"/>
                <a:gd name="connsiteX120" fmla="*/ 2619640 w 12192001"/>
                <a:gd name="connsiteY120" fmla="*/ 2664760 h 3465512"/>
                <a:gd name="connsiteX121" fmla="*/ 2580396 w 12192001"/>
                <a:gd name="connsiteY121" fmla="*/ 2682211 h 3465512"/>
                <a:gd name="connsiteX122" fmla="*/ 2515217 w 12192001"/>
                <a:gd name="connsiteY122" fmla="*/ 2682211 h 3465512"/>
                <a:gd name="connsiteX123" fmla="*/ 2482279 w 12192001"/>
                <a:gd name="connsiteY123" fmla="*/ 2681588 h 3465512"/>
                <a:gd name="connsiteX124" fmla="*/ 2449336 w 12192001"/>
                <a:gd name="connsiteY124" fmla="*/ 2680965 h 3465512"/>
                <a:gd name="connsiteX125" fmla="*/ 2428313 w 12192001"/>
                <a:gd name="connsiteY125" fmla="*/ 2667877 h 3465512"/>
                <a:gd name="connsiteX126" fmla="*/ 2386262 w 12192001"/>
                <a:gd name="connsiteY126" fmla="*/ 2648556 h 3465512"/>
                <a:gd name="connsiteX127" fmla="*/ 2352622 w 12192001"/>
                <a:gd name="connsiteY127" fmla="*/ 2653541 h 3465512"/>
                <a:gd name="connsiteX128" fmla="*/ 2350519 w 12192001"/>
                <a:gd name="connsiteY128" fmla="*/ 2647933 h 3465512"/>
                <a:gd name="connsiteX129" fmla="*/ 2349118 w 12192001"/>
                <a:gd name="connsiteY129" fmla="*/ 2649181 h 3465512"/>
                <a:gd name="connsiteX130" fmla="*/ 2330896 w 12192001"/>
                <a:gd name="connsiteY130" fmla="*/ 2681588 h 3465512"/>
                <a:gd name="connsiteX131" fmla="*/ 2285340 w 12192001"/>
                <a:gd name="connsiteY131" fmla="*/ 2685327 h 3465512"/>
                <a:gd name="connsiteX132" fmla="*/ 2238385 w 12192001"/>
                <a:gd name="connsiteY132" fmla="*/ 2680340 h 3465512"/>
                <a:gd name="connsiteX133" fmla="*/ 2218761 w 12192001"/>
                <a:gd name="connsiteY133" fmla="*/ 2659773 h 3465512"/>
                <a:gd name="connsiteX134" fmla="*/ 2175309 w 12192001"/>
                <a:gd name="connsiteY134" fmla="*/ 2634845 h 3465512"/>
                <a:gd name="connsiteX135" fmla="*/ 2157788 w 12192001"/>
                <a:gd name="connsiteY135" fmla="*/ 2614278 h 3465512"/>
                <a:gd name="connsiteX136" fmla="*/ 2172506 w 12192001"/>
                <a:gd name="connsiteY136" fmla="*/ 2597452 h 3465512"/>
                <a:gd name="connsiteX137" fmla="*/ 2360330 w 12192001"/>
                <a:gd name="connsiteY137" fmla="*/ 2582494 h 3465512"/>
                <a:gd name="connsiteX138" fmla="*/ 2410092 w 12192001"/>
                <a:gd name="connsiteY138" fmla="*/ 2584986 h 3465512"/>
                <a:gd name="connsiteX139" fmla="*/ 2459151 w 12192001"/>
                <a:gd name="connsiteY139" fmla="*/ 2586857 h 3465512"/>
                <a:gd name="connsiteX140" fmla="*/ 2555164 w 12192001"/>
                <a:gd name="connsiteY140" fmla="*/ 2592465 h 3465512"/>
                <a:gd name="connsiteX141" fmla="*/ 2588104 w 12192001"/>
                <a:gd name="connsiteY141" fmla="*/ 2593711 h 3465512"/>
                <a:gd name="connsiteX142" fmla="*/ 2621045 w 12192001"/>
                <a:gd name="connsiteY142" fmla="*/ 2594336 h 3465512"/>
                <a:gd name="connsiteX143" fmla="*/ 2685521 w 12192001"/>
                <a:gd name="connsiteY143" fmla="*/ 2589350 h 3465512"/>
                <a:gd name="connsiteX144" fmla="*/ 2719862 w 12192001"/>
                <a:gd name="connsiteY144" fmla="*/ 2582494 h 3465512"/>
                <a:gd name="connsiteX145" fmla="*/ 2753503 w 12192001"/>
                <a:gd name="connsiteY145" fmla="*/ 2577507 h 3465512"/>
                <a:gd name="connsiteX146" fmla="*/ 2822186 w 12192001"/>
                <a:gd name="connsiteY146" fmla="*/ 2591843 h 3465512"/>
                <a:gd name="connsiteX147" fmla="*/ 2831996 w 12192001"/>
                <a:gd name="connsiteY147" fmla="*/ 2591843 h 3465512"/>
                <a:gd name="connsiteX148" fmla="*/ 2848817 w 12192001"/>
                <a:gd name="connsiteY148" fmla="*/ 2584364 h 3465512"/>
                <a:gd name="connsiteX149" fmla="*/ 2865635 w 12192001"/>
                <a:gd name="connsiteY149" fmla="*/ 2580001 h 3465512"/>
                <a:gd name="connsiteX150" fmla="*/ 2899979 w 12192001"/>
                <a:gd name="connsiteY150" fmla="*/ 2578132 h 3465512"/>
                <a:gd name="connsiteX151" fmla="*/ 2934320 w 12192001"/>
                <a:gd name="connsiteY151" fmla="*/ 2580624 h 3465512"/>
                <a:gd name="connsiteX152" fmla="*/ 2969360 w 12192001"/>
                <a:gd name="connsiteY152" fmla="*/ 2583118 h 3465512"/>
                <a:gd name="connsiteX153" fmla="*/ 3023327 w 12192001"/>
                <a:gd name="connsiteY153" fmla="*/ 2580624 h 3465512"/>
                <a:gd name="connsiteX154" fmla="*/ 3076589 w 12192001"/>
                <a:gd name="connsiteY154" fmla="*/ 2558811 h 3465512"/>
                <a:gd name="connsiteX155" fmla="*/ 3109530 w 12192001"/>
                <a:gd name="connsiteY155" fmla="*/ 2551956 h 3465512"/>
                <a:gd name="connsiteX156" fmla="*/ 4280635 w 12192001"/>
                <a:gd name="connsiteY156" fmla="*/ 2537621 h 3465512"/>
                <a:gd name="connsiteX157" fmla="*/ 4268020 w 12192001"/>
                <a:gd name="connsiteY157" fmla="*/ 2545723 h 3465512"/>
                <a:gd name="connsiteX158" fmla="*/ 4272224 w 12192001"/>
                <a:gd name="connsiteY158" fmla="*/ 2568160 h 3465512"/>
                <a:gd name="connsiteX159" fmla="*/ 4417999 w 12192001"/>
                <a:gd name="connsiteY159" fmla="*/ 2598698 h 3465512"/>
                <a:gd name="connsiteX160" fmla="*/ 4429914 w 12192001"/>
                <a:gd name="connsiteY160" fmla="*/ 2591843 h 3465512"/>
                <a:gd name="connsiteX161" fmla="*/ 4423607 w 12192001"/>
                <a:gd name="connsiteY161" fmla="*/ 2578755 h 3465512"/>
                <a:gd name="connsiteX162" fmla="*/ 4413796 w 12192001"/>
                <a:gd name="connsiteY162" fmla="*/ 2570030 h 3465512"/>
                <a:gd name="connsiteX163" fmla="*/ 4378052 w 12192001"/>
                <a:gd name="connsiteY163" fmla="*/ 2559435 h 3465512"/>
                <a:gd name="connsiteX164" fmla="*/ 4327590 w 12192001"/>
                <a:gd name="connsiteY164" fmla="*/ 2545100 h 3465512"/>
                <a:gd name="connsiteX165" fmla="*/ 4280635 w 12192001"/>
                <a:gd name="connsiteY165" fmla="*/ 2537621 h 3465512"/>
                <a:gd name="connsiteX166" fmla="*/ 3692629 w 12192001"/>
                <a:gd name="connsiteY166" fmla="*/ 2509577 h 3465512"/>
                <a:gd name="connsiteX167" fmla="*/ 3684217 w 12192001"/>
                <a:gd name="connsiteY167" fmla="*/ 2514562 h 3465512"/>
                <a:gd name="connsiteX168" fmla="*/ 3691928 w 12192001"/>
                <a:gd name="connsiteY168" fmla="*/ 2518924 h 3465512"/>
                <a:gd name="connsiteX169" fmla="*/ 1796153 w 12192001"/>
                <a:gd name="connsiteY169" fmla="*/ 2391162 h 3465512"/>
                <a:gd name="connsiteX170" fmla="*/ 1797555 w 12192001"/>
                <a:gd name="connsiteY170" fmla="*/ 2394901 h 3465512"/>
                <a:gd name="connsiteX171" fmla="*/ 1794050 w 12192001"/>
                <a:gd name="connsiteY171" fmla="*/ 2394901 h 3465512"/>
                <a:gd name="connsiteX172" fmla="*/ 1790547 w 12192001"/>
                <a:gd name="connsiteY172" fmla="*/ 2394278 h 3465512"/>
                <a:gd name="connsiteX173" fmla="*/ 1796153 w 12192001"/>
                <a:gd name="connsiteY173" fmla="*/ 2391162 h 3465512"/>
                <a:gd name="connsiteX174" fmla="*/ 1746043 w 12192001"/>
                <a:gd name="connsiteY174" fmla="*/ 2386098 h 3465512"/>
                <a:gd name="connsiteX175" fmla="*/ 1790547 w 12192001"/>
                <a:gd name="connsiteY175" fmla="*/ 2393655 h 3465512"/>
                <a:gd name="connsiteX176" fmla="*/ 1711352 w 12192001"/>
                <a:gd name="connsiteY176" fmla="*/ 2416716 h 3465512"/>
                <a:gd name="connsiteX177" fmla="*/ 1695933 w 12192001"/>
                <a:gd name="connsiteY177" fmla="*/ 2404250 h 3465512"/>
                <a:gd name="connsiteX178" fmla="*/ 1703642 w 12192001"/>
                <a:gd name="connsiteY178" fmla="*/ 2394901 h 3465512"/>
                <a:gd name="connsiteX179" fmla="*/ 1746043 w 12192001"/>
                <a:gd name="connsiteY179" fmla="*/ 2386098 h 3465512"/>
                <a:gd name="connsiteX180" fmla="*/ 2420603 w 12192001"/>
                <a:gd name="connsiteY180" fmla="*/ 2303911 h 3465512"/>
                <a:gd name="connsiteX181" fmla="*/ 2389765 w 12192001"/>
                <a:gd name="connsiteY181" fmla="*/ 2316999 h 3465512"/>
                <a:gd name="connsiteX182" fmla="*/ 2392571 w 12192001"/>
                <a:gd name="connsiteY182" fmla="*/ 2331956 h 3465512"/>
                <a:gd name="connsiteX183" fmla="*/ 2431815 w 12192001"/>
                <a:gd name="connsiteY183" fmla="*/ 2339435 h 3465512"/>
                <a:gd name="connsiteX184" fmla="*/ 2431115 w 12192001"/>
                <a:gd name="connsiteY184" fmla="*/ 2312014 h 3465512"/>
                <a:gd name="connsiteX185" fmla="*/ 2420603 w 12192001"/>
                <a:gd name="connsiteY185" fmla="*/ 2303911 h 3465512"/>
                <a:gd name="connsiteX186" fmla="*/ 11828688 w 12192001"/>
                <a:gd name="connsiteY186" fmla="*/ 2025951 h 3465512"/>
                <a:gd name="connsiteX187" fmla="*/ 11893166 w 12192001"/>
                <a:gd name="connsiteY187" fmla="*/ 2060229 h 3465512"/>
                <a:gd name="connsiteX188" fmla="*/ 11897371 w 12192001"/>
                <a:gd name="connsiteY188" fmla="*/ 2075185 h 3465512"/>
                <a:gd name="connsiteX189" fmla="*/ 11886859 w 12192001"/>
                <a:gd name="connsiteY189" fmla="*/ 2082664 h 3465512"/>
                <a:gd name="connsiteX190" fmla="*/ 11813970 w 12192001"/>
                <a:gd name="connsiteY190" fmla="*/ 2047141 h 3465512"/>
                <a:gd name="connsiteX191" fmla="*/ 11816074 w 12192001"/>
                <a:gd name="connsiteY191" fmla="*/ 2034053 h 3465512"/>
                <a:gd name="connsiteX192" fmla="*/ 11828688 w 12192001"/>
                <a:gd name="connsiteY192" fmla="*/ 2025951 h 3465512"/>
                <a:gd name="connsiteX193" fmla="*/ 11438320 w 12192001"/>
                <a:gd name="connsiteY193" fmla="*/ 1948047 h 3465512"/>
                <a:gd name="connsiteX194" fmla="*/ 11468454 w 12192001"/>
                <a:gd name="connsiteY194" fmla="*/ 1949918 h 3465512"/>
                <a:gd name="connsiteX195" fmla="*/ 11626845 w 12192001"/>
                <a:gd name="connsiteY195" fmla="*/ 1992297 h 3465512"/>
                <a:gd name="connsiteX196" fmla="*/ 11640161 w 12192001"/>
                <a:gd name="connsiteY196" fmla="*/ 1999153 h 3465512"/>
                <a:gd name="connsiteX197" fmla="*/ 11655581 w 12192001"/>
                <a:gd name="connsiteY197" fmla="*/ 2022834 h 3465512"/>
                <a:gd name="connsiteX198" fmla="*/ 11631750 w 12192001"/>
                <a:gd name="connsiteY198" fmla="*/ 2035299 h 3465512"/>
                <a:gd name="connsiteX199" fmla="*/ 11557463 w 12192001"/>
                <a:gd name="connsiteY199" fmla="*/ 2019718 h 3465512"/>
                <a:gd name="connsiteX200" fmla="*/ 11558162 w 12192001"/>
                <a:gd name="connsiteY200" fmla="*/ 2017225 h 3465512"/>
                <a:gd name="connsiteX201" fmla="*/ 11455139 w 12192001"/>
                <a:gd name="connsiteY201" fmla="*/ 1995412 h 3465512"/>
                <a:gd name="connsiteX202" fmla="*/ 11430610 w 12192001"/>
                <a:gd name="connsiteY202" fmla="*/ 1979831 h 3465512"/>
                <a:gd name="connsiteX203" fmla="*/ 11424303 w 12192001"/>
                <a:gd name="connsiteY203" fmla="*/ 1953033 h 3465512"/>
                <a:gd name="connsiteX204" fmla="*/ 11438320 w 12192001"/>
                <a:gd name="connsiteY204" fmla="*/ 1948047 h 3465512"/>
                <a:gd name="connsiteX205" fmla="*/ 10645669 w 12192001"/>
                <a:gd name="connsiteY205" fmla="*/ 1838359 h 3465512"/>
                <a:gd name="connsiteX206" fmla="*/ 10660387 w 12192001"/>
                <a:gd name="connsiteY206" fmla="*/ 1838982 h 3465512"/>
                <a:gd name="connsiteX207" fmla="*/ 10663190 w 12192001"/>
                <a:gd name="connsiteY207" fmla="*/ 1852070 h 3465512"/>
                <a:gd name="connsiteX208" fmla="*/ 10650574 w 12192001"/>
                <a:gd name="connsiteY208" fmla="*/ 1857679 h 3465512"/>
                <a:gd name="connsiteX209" fmla="*/ 10640062 w 12192001"/>
                <a:gd name="connsiteY209" fmla="*/ 1848954 h 3465512"/>
                <a:gd name="connsiteX210" fmla="*/ 10645669 w 12192001"/>
                <a:gd name="connsiteY210" fmla="*/ 1838359 h 3465512"/>
                <a:gd name="connsiteX211" fmla="*/ 11909286 w 12192001"/>
                <a:gd name="connsiteY211" fmla="*/ 1825893 h 3465512"/>
                <a:gd name="connsiteX212" fmla="*/ 11931010 w 12192001"/>
                <a:gd name="connsiteY212" fmla="*/ 1827139 h 3465512"/>
                <a:gd name="connsiteX213" fmla="*/ 11935918 w 12192001"/>
                <a:gd name="connsiteY213" fmla="*/ 1848330 h 3465512"/>
                <a:gd name="connsiteX214" fmla="*/ 11924002 w 12192001"/>
                <a:gd name="connsiteY214" fmla="*/ 1853315 h 3465512"/>
                <a:gd name="connsiteX215" fmla="*/ 11909286 w 12192001"/>
                <a:gd name="connsiteY215" fmla="*/ 1825893 h 3465512"/>
                <a:gd name="connsiteX216" fmla="*/ 11907884 w 12192001"/>
                <a:gd name="connsiteY216" fmla="*/ 1824023 h 3465512"/>
                <a:gd name="connsiteX217" fmla="*/ 11909284 w 12192001"/>
                <a:gd name="connsiteY217" fmla="*/ 1824023 h 3465512"/>
                <a:gd name="connsiteX218" fmla="*/ 11909284 w 12192001"/>
                <a:gd name="connsiteY218" fmla="*/ 1825893 h 3465512"/>
                <a:gd name="connsiteX219" fmla="*/ 11905780 w 12192001"/>
                <a:gd name="connsiteY219" fmla="*/ 1827764 h 3465512"/>
                <a:gd name="connsiteX220" fmla="*/ 11907884 w 12192001"/>
                <a:gd name="connsiteY220" fmla="*/ 1824023 h 3465512"/>
                <a:gd name="connsiteX221" fmla="*/ 10241984 w 12192001"/>
                <a:gd name="connsiteY221" fmla="*/ 1779150 h 3465512"/>
                <a:gd name="connsiteX222" fmla="*/ 10242685 w 12192001"/>
                <a:gd name="connsiteY222" fmla="*/ 1789123 h 3465512"/>
                <a:gd name="connsiteX223" fmla="*/ 10230770 w 12192001"/>
                <a:gd name="connsiteY223" fmla="*/ 1779774 h 3465512"/>
                <a:gd name="connsiteX224" fmla="*/ 10241984 w 12192001"/>
                <a:gd name="connsiteY224" fmla="*/ 1779150 h 3465512"/>
                <a:gd name="connsiteX225" fmla="*/ 9872642 w 12192001"/>
                <a:gd name="connsiteY225" fmla="*/ 1374054 h 3465512"/>
                <a:gd name="connsiteX226" fmla="*/ 9978469 w 12192001"/>
                <a:gd name="connsiteY226" fmla="*/ 1387142 h 3465512"/>
                <a:gd name="connsiteX227" fmla="*/ 10218858 w 12192001"/>
                <a:gd name="connsiteY227" fmla="*/ 1426405 h 3465512"/>
                <a:gd name="connsiteX228" fmla="*/ 10457844 w 12192001"/>
                <a:gd name="connsiteY228" fmla="*/ 1470652 h 3465512"/>
                <a:gd name="connsiteX229" fmla="*/ 10563671 w 12192001"/>
                <a:gd name="connsiteY229" fmla="*/ 1483740 h 3465512"/>
                <a:gd name="connsiteX230" fmla="*/ 10628850 w 12192001"/>
                <a:gd name="connsiteY230" fmla="*/ 1486234 h 3465512"/>
                <a:gd name="connsiteX231" fmla="*/ 10693326 w 12192001"/>
                <a:gd name="connsiteY231" fmla="*/ 1493089 h 3465512"/>
                <a:gd name="connsiteX232" fmla="*/ 10818776 w 12192001"/>
                <a:gd name="connsiteY232" fmla="*/ 1519266 h 3465512"/>
                <a:gd name="connsiteX233" fmla="*/ 10908484 w 12192001"/>
                <a:gd name="connsiteY233" fmla="*/ 1534847 h 3465512"/>
                <a:gd name="connsiteX234" fmla="*/ 11224565 w 12192001"/>
                <a:gd name="connsiteY234" fmla="*/ 1576603 h 3465512"/>
                <a:gd name="connsiteX235" fmla="*/ 11336699 w 12192001"/>
                <a:gd name="connsiteY235" fmla="*/ 1594676 h 3465512"/>
                <a:gd name="connsiteX236" fmla="*/ 11448132 w 12192001"/>
                <a:gd name="connsiteY236" fmla="*/ 1615865 h 3465512"/>
                <a:gd name="connsiteX237" fmla="*/ 11668896 w 12192001"/>
                <a:gd name="connsiteY237" fmla="*/ 1666971 h 3465512"/>
                <a:gd name="connsiteX238" fmla="*/ 11743887 w 12192001"/>
                <a:gd name="connsiteY238" fmla="*/ 1670710 h 3465512"/>
                <a:gd name="connsiteX239" fmla="*/ 11906481 w 12192001"/>
                <a:gd name="connsiteY239" fmla="*/ 1697509 h 3465512"/>
                <a:gd name="connsiteX240" fmla="*/ 12015813 w 12192001"/>
                <a:gd name="connsiteY240" fmla="*/ 1743004 h 3465512"/>
                <a:gd name="connsiteX241" fmla="*/ 12026326 w 12192001"/>
                <a:gd name="connsiteY241" fmla="*/ 1754223 h 3465512"/>
                <a:gd name="connsiteX242" fmla="*/ 12002498 w 12192001"/>
                <a:gd name="connsiteY242" fmla="*/ 1769804 h 3465512"/>
                <a:gd name="connsiteX243" fmla="*/ 11956943 w 12192001"/>
                <a:gd name="connsiteY243" fmla="*/ 1768556 h 3465512"/>
                <a:gd name="connsiteX244" fmla="*/ 11923302 w 12192001"/>
                <a:gd name="connsiteY244" fmla="*/ 1797848 h 3465512"/>
                <a:gd name="connsiteX245" fmla="*/ 11908585 w 12192001"/>
                <a:gd name="connsiteY245" fmla="*/ 1823401 h 3465512"/>
                <a:gd name="connsiteX246" fmla="*/ 11860227 w 12192001"/>
                <a:gd name="connsiteY246" fmla="*/ 1795355 h 3465512"/>
                <a:gd name="connsiteX247" fmla="*/ 11806263 w 12192001"/>
                <a:gd name="connsiteY247" fmla="*/ 1746121 h 3465512"/>
                <a:gd name="connsiteX248" fmla="*/ 11549753 w 12192001"/>
                <a:gd name="connsiteY248" fmla="*/ 1718698 h 3465512"/>
                <a:gd name="connsiteX249" fmla="*/ 11460748 w 12192001"/>
                <a:gd name="connsiteY249" fmla="*/ 1704364 h 3465512"/>
                <a:gd name="connsiteX250" fmla="*/ 11363329 w 12192001"/>
                <a:gd name="connsiteY250" fmla="*/ 1664479 h 3465512"/>
                <a:gd name="connsiteX251" fmla="*/ 11247690 w 12192001"/>
                <a:gd name="connsiteY251" fmla="*/ 1629577 h 3465512"/>
                <a:gd name="connsiteX252" fmla="*/ 11202838 w 12192001"/>
                <a:gd name="connsiteY252" fmla="*/ 1635809 h 3465512"/>
                <a:gd name="connsiteX253" fmla="*/ 11106122 w 12192001"/>
                <a:gd name="connsiteY253" fmla="*/ 1629577 h 3465512"/>
                <a:gd name="connsiteX254" fmla="*/ 11031833 w 12192001"/>
                <a:gd name="connsiteY254" fmla="*/ 1623967 h 3465512"/>
                <a:gd name="connsiteX255" fmla="*/ 10912691 w 12192001"/>
                <a:gd name="connsiteY255" fmla="*/ 1631446 h 3465512"/>
                <a:gd name="connsiteX256" fmla="*/ 10674405 w 12192001"/>
                <a:gd name="connsiteY256" fmla="*/ 1585329 h 3465512"/>
                <a:gd name="connsiteX257" fmla="*/ 10599413 w 12192001"/>
                <a:gd name="connsiteY257" fmla="*/ 1573485 h 3465512"/>
                <a:gd name="connsiteX258" fmla="*/ 10524423 w 12192001"/>
                <a:gd name="connsiteY258" fmla="*/ 1559152 h 3465512"/>
                <a:gd name="connsiteX259" fmla="*/ 10345010 w 12192001"/>
                <a:gd name="connsiteY259" fmla="*/ 1526120 h 3465512"/>
                <a:gd name="connsiteX260" fmla="*/ 10165594 w 12192001"/>
                <a:gd name="connsiteY260" fmla="*/ 1491843 h 3465512"/>
                <a:gd name="connsiteX261" fmla="*/ 9868436 w 12192001"/>
                <a:gd name="connsiteY261" fmla="*/ 1426405 h 3465512"/>
                <a:gd name="connsiteX262" fmla="*/ 9855121 w 12192001"/>
                <a:gd name="connsiteY262" fmla="*/ 1419548 h 3465512"/>
                <a:gd name="connsiteX263" fmla="*/ 9848815 w 12192001"/>
                <a:gd name="connsiteY263" fmla="*/ 1392750 h 3465512"/>
                <a:gd name="connsiteX264" fmla="*/ 9872642 w 12192001"/>
                <a:gd name="connsiteY264" fmla="*/ 1374054 h 3465512"/>
                <a:gd name="connsiteX265" fmla="*/ 8743587 w 12192001"/>
                <a:gd name="connsiteY265" fmla="*/ 1107933 h 3465512"/>
                <a:gd name="connsiteX266" fmla="*/ 8848713 w 12192001"/>
                <a:gd name="connsiteY266" fmla="*/ 1121645 h 3465512"/>
                <a:gd name="connsiteX267" fmla="*/ 9050557 w 12192001"/>
                <a:gd name="connsiteY267" fmla="*/ 1180228 h 3465512"/>
                <a:gd name="connsiteX268" fmla="*/ 9050557 w 12192001"/>
                <a:gd name="connsiteY268" fmla="*/ 1179606 h 3465512"/>
                <a:gd name="connsiteX269" fmla="*/ 9166195 w 12192001"/>
                <a:gd name="connsiteY269" fmla="*/ 1212013 h 3465512"/>
                <a:gd name="connsiteX270" fmla="*/ 9268517 w 12192001"/>
                <a:gd name="connsiteY270" fmla="*/ 1236319 h 3465512"/>
                <a:gd name="connsiteX271" fmla="*/ 9309867 w 12192001"/>
                <a:gd name="connsiteY271" fmla="*/ 1251901 h 3465512"/>
                <a:gd name="connsiteX272" fmla="*/ 9318278 w 12192001"/>
                <a:gd name="connsiteY272" fmla="*/ 1264364 h 3465512"/>
                <a:gd name="connsiteX273" fmla="*/ 9296552 w 12192001"/>
                <a:gd name="connsiteY273" fmla="*/ 1278077 h 3465512"/>
                <a:gd name="connsiteX274" fmla="*/ 8958044 w 12192001"/>
                <a:gd name="connsiteY274" fmla="*/ 1206403 h 3465512"/>
                <a:gd name="connsiteX275" fmla="*/ 8780733 w 12192001"/>
                <a:gd name="connsiteY275" fmla="*/ 1169634 h 3465512"/>
                <a:gd name="connsiteX276" fmla="*/ 8723263 w 12192001"/>
                <a:gd name="connsiteY276" fmla="*/ 1152184 h 3465512"/>
                <a:gd name="connsiteX277" fmla="*/ 8704340 w 12192001"/>
                <a:gd name="connsiteY277" fmla="*/ 1131616 h 3465512"/>
                <a:gd name="connsiteX278" fmla="*/ 8743587 w 12192001"/>
                <a:gd name="connsiteY278" fmla="*/ 1107933 h 3465512"/>
                <a:gd name="connsiteX279" fmla="*/ 7895570 w 12192001"/>
                <a:gd name="connsiteY279" fmla="*/ 918473 h 3465512"/>
                <a:gd name="connsiteX280" fmla="*/ 7900476 w 12192001"/>
                <a:gd name="connsiteY280" fmla="*/ 922213 h 3465512"/>
                <a:gd name="connsiteX281" fmla="*/ 7897673 w 12192001"/>
                <a:gd name="connsiteY281" fmla="*/ 922836 h 3465512"/>
                <a:gd name="connsiteX282" fmla="*/ 7888562 w 12192001"/>
                <a:gd name="connsiteY282" fmla="*/ 921590 h 3465512"/>
                <a:gd name="connsiteX283" fmla="*/ 7929386 w 12192001"/>
                <a:gd name="connsiteY283" fmla="*/ 918239 h 3465512"/>
                <a:gd name="connsiteX284" fmla="*/ 7957245 w 12192001"/>
                <a:gd name="connsiteY284" fmla="*/ 922835 h 3465512"/>
                <a:gd name="connsiteX285" fmla="*/ 8096711 w 12192001"/>
                <a:gd name="connsiteY285" fmla="*/ 969578 h 3465512"/>
                <a:gd name="connsiteX286" fmla="*/ 8119840 w 12192001"/>
                <a:gd name="connsiteY286" fmla="*/ 984535 h 3465512"/>
                <a:gd name="connsiteX287" fmla="*/ 7975467 w 12192001"/>
                <a:gd name="connsiteY287" fmla="*/ 952749 h 3465512"/>
                <a:gd name="connsiteX288" fmla="*/ 7900476 w 12192001"/>
                <a:gd name="connsiteY288" fmla="*/ 921590 h 3465512"/>
                <a:gd name="connsiteX289" fmla="*/ 7929386 w 12192001"/>
                <a:gd name="connsiteY289" fmla="*/ 918239 h 3465512"/>
                <a:gd name="connsiteX290" fmla="*/ 7245192 w 12192001"/>
                <a:gd name="connsiteY290" fmla="*/ 748330 h 3465512"/>
                <a:gd name="connsiteX291" fmla="*/ 7573184 w 12192001"/>
                <a:gd name="connsiteY291" fmla="*/ 811279 h 3465512"/>
                <a:gd name="connsiteX292" fmla="*/ 7753301 w 12192001"/>
                <a:gd name="connsiteY292" fmla="*/ 881704 h 3465512"/>
                <a:gd name="connsiteX293" fmla="*/ 7888562 w 12192001"/>
                <a:gd name="connsiteY293" fmla="*/ 920965 h 3465512"/>
                <a:gd name="connsiteX294" fmla="*/ 7834598 w 12192001"/>
                <a:gd name="connsiteY294" fmla="*/ 931560 h 3465512"/>
                <a:gd name="connsiteX295" fmla="*/ 7642567 w 12192001"/>
                <a:gd name="connsiteY295" fmla="*/ 887312 h 3465512"/>
                <a:gd name="connsiteX296" fmla="*/ 7348215 w 12192001"/>
                <a:gd name="connsiteY296" fmla="*/ 814394 h 3465512"/>
                <a:gd name="connsiteX297" fmla="*/ 7234678 w 12192001"/>
                <a:gd name="connsiteY297" fmla="*/ 773884 h 3465512"/>
                <a:gd name="connsiteX298" fmla="*/ 7230472 w 12192001"/>
                <a:gd name="connsiteY298" fmla="*/ 753941 h 3465512"/>
                <a:gd name="connsiteX299" fmla="*/ 7245192 w 12192001"/>
                <a:gd name="connsiteY299" fmla="*/ 748330 h 3465512"/>
                <a:gd name="connsiteX300" fmla="*/ 6824688 w 12192001"/>
                <a:gd name="connsiteY300" fmla="*/ 631163 h 3465512"/>
                <a:gd name="connsiteX301" fmla="*/ 6906686 w 12192001"/>
                <a:gd name="connsiteY301" fmla="*/ 651106 h 3465512"/>
                <a:gd name="connsiteX302" fmla="*/ 6980975 w 12192001"/>
                <a:gd name="connsiteY302" fmla="*/ 687254 h 3465512"/>
                <a:gd name="connsiteX303" fmla="*/ 6987983 w 12192001"/>
                <a:gd name="connsiteY303" fmla="*/ 699718 h 3465512"/>
                <a:gd name="connsiteX304" fmla="*/ 6965556 w 12192001"/>
                <a:gd name="connsiteY304" fmla="*/ 709067 h 3465512"/>
                <a:gd name="connsiteX305" fmla="*/ 6928410 w 12192001"/>
                <a:gd name="connsiteY305" fmla="*/ 700965 h 3465512"/>
                <a:gd name="connsiteX306" fmla="*/ 6890566 w 12192001"/>
                <a:gd name="connsiteY306" fmla="*/ 692240 h 3465512"/>
                <a:gd name="connsiteX307" fmla="*/ 6821183 w 12192001"/>
                <a:gd name="connsiteY307" fmla="*/ 662325 h 3465512"/>
                <a:gd name="connsiteX308" fmla="*/ 6812072 w 12192001"/>
                <a:gd name="connsiteY308" fmla="*/ 651106 h 3465512"/>
                <a:gd name="connsiteX309" fmla="*/ 6810671 w 12192001"/>
                <a:gd name="connsiteY309" fmla="*/ 638642 h 3465512"/>
                <a:gd name="connsiteX310" fmla="*/ 6824688 w 12192001"/>
                <a:gd name="connsiteY310" fmla="*/ 631163 h 3465512"/>
                <a:gd name="connsiteX311" fmla="*/ 6430112 w 12192001"/>
                <a:gd name="connsiteY311" fmla="*/ 533940 h 3465512"/>
                <a:gd name="connsiteX312" fmla="*/ 6573086 w 12192001"/>
                <a:gd name="connsiteY312" fmla="*/ 560115 h 3465512"/>
                <a:gd name="connsiteX313" fmla="*/ 6698536 w 12192001"/>
                <a:gd name="connsiteY313" fmla="*/ 588784 h 3465512"/>
                <a:gd name="connsiteX314" fmla="*/ 6711150 w 12192001"/>
                <a:gd name="connsiteY314" fmla="*/ 596886 h 3465512"/>
                <a:gd name="connsiteX315" fmla="*/ 6720963 w 12192001"/>
                <a:gd name="connsiteY315" fmla="*/ 608727 h 3465512"/>
                <a:gd name="connsiteX316" fmla="*/ 6695731 w 12192001"/>
                <a:gd name="connsiteY316" fmla="*/ 626178 h 3465512"/>
                <a:gd name="connsiteX317" fmla="*/ 6521923 w 12192001"/>
                <a:gd name="connsiteY317" fmla="*/ 596263 h 3465512"/>
                <a:gd name="connsiteX318" fmla="*/ 6429412 w 12192001"/>
                <a:gd name="connsiteY318" fmla="*/ 567593 h 3465512"/>
                <a:gd name="connsiteX319" fmla="*/ 6419601 w 12192001"/>
                <a:gd name="connsiteY319" fmla="*/ 556376 h 3465512"/>
                <a:gd name="connsiteX320" fmla="*/ 6416097 w 12192001"/>
                <a:gd name="connsiteY320" fmla="*/ 543288 h 3465512"/>
                <a:gd name="connsiteX321" fmla="*/ 6430112 w 12192001"/>
                <a:gd name="connsiteY321" fmla="*/ 533940 h 3465512"/>
                <a:gd name="connsiteX322" fmla="*/ 205248 w 12192001"/>
                <a:gd name="connsiteY322" fmla="*/ 482836 h 3465512"/>
                <a:gd name="connsiteX323" fmla="*/ 222069 w 12192001"/>
                <a:gd name="connsiteY323" fmla="*/ 488445 h 3465512"/>
                <a:gd name="connsiteX324" fmla="*/ 203847 w 12192001"/>
                <a:gd name="connsiteY324" fmla="*/ 509635 h 3465512"/>
                <a:gd name="connsiteX325" fmla="*/ 156892 w 12192001"/>
                <a:gd name="connsiteY325" fmla="*/ 523345 h 3465512"/>
                <a:gd name="connsiteX326" fmla="*/ 108533 w 12192001"/>
                <a:gd name="connsiteY326" fmla="*/ 530824 h 3465512"/>
                <a:gd name="connsiteX327" fmla="*/ 11818 w 12192001"/>
                <a:gd name="connsiteY327" fmla="*/ 546404 h 3465512"/>
                <a:gd name="connsiteX328" fmla="*/ 0 w 12192001"/>
                <a:gd name="connsiteY328" fmla="*/ 543462 h 3465512"/>
                <a:gd name="connsiteX329" fmla="*/ 0 w 12192001"/>
                <a:gd name="connsiteY329" fmla="*/ 527389 h 3465512"/>
                <a:gd name="connsiteX330" fmla="*/ 603 w 12192001"/>
                <a:gd name="connsiteY330" fmla="*/ 525839 h 3465512"/>
                <a:gd name="connsiteX331" fmla="*/ 80499 w 12192001"/>
                <a:gd name="connsiteY331" fmla="*/ 498416 h 3465512"/>
                <a:gd name="connsiteX332" fmla="*/ 142174 w 12192001"/>
                <a:gd name="connsiteY332" fmla="*/ 489068 h 3465512"/>
                <a:gd name="connsiteX333" fmla="*/ 205248 w 12192001"/>
                <a:gd name="connsiteY333" fmla="*/ 482836 h 3465512"/>
                <a:gd name="connsiteX334" fmla="*/ 803768 w 12192001"/>
                <a:gd name="connsiteY334" fmla="*/ 438586 h 3465512"/>
                <a:gd name="connsiteX335" fmla="*/ 835304 w 12192001"/>
                <a:gd name="connsiteY335" fmla="*/ 442948 h 3465512"/>
                <a:gd name="connsiteX336" fmla="*/ 807269 w 12192001"/>
                <a:gd name="connsiteY336" fmla="*/ 461645 h 3465512"/>
                <a:gd name="connsiteX337" fmla="*/ 737887 w 12192001"/>
                <a:gd name="connsiteY337" fmla="*/ 479719 h 3465512"/>
                <a:gd name="connsiteX338" fmla="*/ 704948 w 12192001"/>
                <a:gd name="connsiteY338" fmla="*/ 474733 h 3465512"/>
                <a:gd name="connsiteX339" fmla="*/ 717563 w 12192001"/>
                <a:gd name="connsiteY339" fmla="*/ 463515 h 3465512"/>
                <a:gd name="connsiteX340" fmla="*/ 729475 w 12192001"/>
                <a:gd name="connsiteY340" fmla="*/ 459152 h 3465512"/>
                <a:gd name="connsiteX341" fmla="*/ 803768 w 12192001"/>
                <a:gd name="connsiteY341" fmla="*/ 438586 h 3465512"/>
                <a:gd name="connsiteX342" fmla="*/ 1008414 w 12192001"/>
                <a:gd name="connsiteY342" fmla="*/ 386235 h 3465512"/>
                <a:gd name="connsiteX343" fmla="*/ 1025934 w 12192001"/>
                <a:gd name="connsiteY343" fmla="*/ 386235 h 3465512"/>
                <a:gd name="connsiteX344" fmla="*/ 1028737 w 12192001"/>
                <a:gd name="connsiteY344" fmla="*/ 393713 h 3465512"/>
                <a:gd name="connsiteX345" fmla="*/ 1015423 w 12192001"/>
                <a:gd name="connsiteY345" fmla="*/ 402439 h 3465512"/>
                <a:gd name="connsiteX346" fmla="*/ 983182 w 12192001"/>
                <a:gd name="connsiteY346" fmla="*/ 411787 h 3465512"/>
                <a:gd name="connsiteX347" fmla="*/ 950244 w 12192001"/>
                <a:gd name="connsiteY347" fmla="*/ 410540 h 3465512"/>
                <a:gd name="connsiteX348" fmla="*/ 974773 w 12192001"/>
                <a:gd name="connsiteY348" fmla="*/ 391220 h 3465512"/>
                <a:gd name="connsiteX349" fmla="*/ 1438731 w 12192001"/>
                <a:gd name="connsiteY349" fmla="*/ 346972 h 3465512"/>
                <a:gd name="connsiteX350" fmla="*/ 1440134 w 12192001"/>
                <a:gd name="connsiteY350" fmla="*/ 350711 h 3465512"/>
                <a:gd name="connsiteX351" fmla="*/ 1471231 w 12192001"/>
                <a:gd name="connsiteY351" fmla="*/ 348296 h 3465512"/>
                <a:gd name="connsiteX352" fmla="*/ 1474475 w 12192001"/>
                <a:gd name="connsiteY352" fmla="*/ 359436 h 3465512"/>
                <a:gd name="connsiteX353" fmla="*/ 1460457 w 12192001"/>
                <a:gd name="connsiteY353" fmla="*/ 366915 h 3465512"/>
                <a:gd name="connsiteX354" fmla="*/ 1446088 w 12192001"/>
                <a:gd name="connsiteY354" fmla="*/ 362787 h 3465512"/>
                <a:gd name="connsiteX355" fmla="*/ 1440131 w 12192001"/>
                <a:gd name="connsiteY355" fmla="*/ 350711 h 3465512"/>
                <a:gd name="connsiteX356" fmla="*/ 1435928 w 12192001"/>
                <a:gd name="connsiteY356" fmla="*/ 351335 h 3465512"/>
                <a:gd name="connsiteX357" fmla="*/ 1431722 w 12192001"/>
                <a:gd name="connsiteY357" fmla="*/ 347595 h 3465512"/>
                <a:gd name="connsiteX358" fmla="*/ 1409293 w 12192001"/>
                <a:gd name="connsiteY358" fmla="*/ 332637 h 3465512"/>
                <a:gd name="connsiteX359" fmla="*/ 1431722 w 12192001"/>
                <a:gd name="connsiteY359" fmla="*/ 346972 h 3465512"/>
                <a:gd name="connsiteX360" fmla="*/ 1321690 w 12192001"/>
                <a:gd name="connsiteY360" fmla="*/ 364421 h 3465512"/>
                <a:gd name="connsiteX361" fmla="*/ 1205350 w 12192001"/>
                <a:gd name="connsiteY361" fmla="*/ 385612 h 3465512"/>
                <a:gd name="connsiteX362" fmla="*/ 1307671 w 12192001"/>
                <a:gd name="connsiteY362" fmla="*/ 348841 h 3465512"/>
                <a:gd name="connsiteX363" fmla="*/ 1358835 w 12192001"/>
                <a:gd name="connsiteY363" fmla="*/ 339493 h 3465512"/>
                <a:gd name="connsiteX364" fmla="*/ 1409293 w 12192001"/>
                <a:gd name="connsiteY364" fmla="*/ 332637 h 3465512"/>
                <a:gd name="connsiteX365" fmla="*/ 1775829 w 12192001"/>
                <a:gd name="connsiteY365" fmla="*/ 265951 h 3465512"/>
                <a:gd name="connsiteX366" fmla="*/ 1789144 w 12192001"/>
                <a:gd name="connsiteY366" fmla="*/ 268444 h 3465512"/>
                <a:gd name="connsiteX367" fmla="*/ 1763915 w 12192001"/>
                <a:gd name="connsiteY367" fmla="*/ 287142 h 3465512"/>
                <a:gd name="connsiteX368" fmla="*/ 1674907 w 12192001"/>
                <a:gd name="connsiteY368" fmla="*/ 301475 h 3465512"/>
                <a:gd name="connsiteX369" fmla="*/ 1658787 w 12192001"/>
                <a:gd name="connsiteY369" fmla="*/ 295866 h 3465512"/>
                <a:gd name="connsiteX370" fmla="*/ 1665795 w 12192001"/>
                <a:gd name="connsiteY370" fmla="*/ 287142 h 3465512"/>
                <a:gd name="connsiteX371" fmla="*/ 1775829 w 12192001"/>
                <a:gd name="connsiteY371" fmla="*/ 265951 h 3465512"/>
                <a:gd name="connsiteX372" fmla="*/ 1472796 w 12192001"/>
                <a:gd name="connsiteY372" fmla="*/ 245160 h 3465512"/>
                <a:gd name="connsiteX373" fmla="*/ 1506009 w 12192001"/>
                <a:gd name="connsiteY373" fmla="*/ 245384 h 3465512"/>
                <a:gd name="connsiteX374" fmla="*/ 1514417 w 12192001"/>
                <a:gd name="connsiteY374" fmla="*/ 254111 h 3465512"/>
                <a:gd name="connsiteX375" fmla="*/ 1499004 w 12192001"/>
                <a:gd name="connsiteY375" fmla="*/ 264082 h 3465512"/>
                <a:gd name="connsiteX376" fmla="*/ 1452746 w 12192001"/>
                <a:gd name="connsiteY376" fmla="*/ 278415 h 3465512"/>
                <a:gd name="connsiteX377" fmla="*/ 1358134 w 12192001"/>
                <a:gd name="connsiteY377" fmla="*/ 296490 h 3465512"/>
                <a:gd name="connsiteX378" fmla="*/ 1306973 w 12192001"/>
                <a:gd name="connsiteY378" fmla="*/ 300852 h 3465512"/>
                <a:gd name="connsiteX379" fmla="*/ 1255110 w 12192001"/>
                <a:gd name="connsiteY379" fmla="*/ 304591 h 3465512"/>
                <a:gd name="connsiteX380" fmla="*/ 1093917 w 12192001"/>
                <a:gd name="connsiteY380" fmla="*/ 320795 h 3465512"/>
                <a:gd name="connsiteX381" fmla="*/ 1053967 w 12192001"/>
                <a:gd name="connsiteY381" fmla="*/ 327028 h 3465512"/>
                <a:gd name="connsiteX382" fmla="*/ 1014721 w 12192001"/>
                <a:gd name="connsiteY382" fmla="*/ 334506 h 3465512"/>
                <a:gd name="connsiteX383" fmla="*/ 936929 w 12192001"/>
                <a:gd name="connsiteY383" fmla="*/ 352580 h 3465512"/>
                <a:gd name="connsiteX384" fmla="*/ 910997 w 12192001"/>
                <a:gd name="connsiteY384" fmla="*/ 337622 h 3465512"/>
                <a:gd name="connsiteX385" fmla="*/ 924313 w 12192001"/>
                <a:gd name="connsiteY385" fmla="*/ 308954 h 3465512"/>
                <a:gd name="connsiteX386" fmla="*/ 999302 w 12192001"/>
                <a:gd name="connsiteY386" fmla="*/ 279663 h 3465512"/>
                <a:gd name="connsiteX387" fmla="*/ 1077096 w 12192001"/>
                <a:gd name="connsiteY387" fmla="*/ 260343 h 3465512"/>
                <a:gd name="connsiteX388" fmla="*/ 1239691 w 12192001"/>
                <a:gd name="connsiteY388" fmla="*/ 249124 h 3465512"/>
                <a:gd name="connsiteX389" fmla="*/ 1306270 w 12192001"/>
                <a:gd name="connsiteY389" fmla="*/ 252864 h 3465512"/>
                <a:gd name="connsiteX390" fmla="*/ 1373552 w 12192001"/>
                <a:gd name="connsiteY390" fmla="*/ 259096 h 3465512"/>
                <a:gd name="connsiteX391" fmla="*/ 1472796 w 12192001"/>
                <a:gd name="connsiteY391" fmla="*/ 245160 h 3465512"/>
                <a:gd name="connsiteX392" fmla="*/ 2167600 w 12192001"/>
                <a:gd name="connsiteY392" fmla="*/ 236660 h 3465512"/>
                <a:gd name="connsiteX393" fmla="*/ 2169702 w 12192001"/>
                <a:gd name="connsiteY393" fmla="*/ 245384 h 3465512"/>
                <a:gd name="connsiteX394" fmla="*/ 2162511 w 12192001"/>
                <a:gd name="connsiteY394" fmla="*/ 244222 h 3465512"/>
                <a:gd name="connsiteX395" fmla="*/ 2162695 w 12192001"/>
                <a:gd name="connsiteY395" fmla="*/ 244139 h 3465512"/>
                <a:gd name="connsiteX396" fmla="*/ 2162134 w 12192001"/>
                <a:gd name="connsiteY396" fmla="*/ 244058 h 3465512"/>
                <a:gd name="connsiteX397" fmla="*/ 2166200 w 12192001"/>
                <a:gd name="connsiteY397" fmla="*/ 241645 h 3465512"/>
                <a:gd name="connsiteX398" fmla="*/ 2016919 w 12192001"/>
                <a:gd name="connsiteY398" fmla="*/ 224819 h 3465512"/>
                <a:gd name="connsiteX399" fmla="*/ 2089806 w 12192001"/>
                <a:gd name="connsiteY399" fmla="*/ 233544 h 3465512"/>
                <a:gd name="connsiteX400" fmla="*/ 2162134 w 12192001"/>
                <a:gd name="connsiteY400" fmla="*/ 244058 h 3465512"/>
                <a:gd name="connsiteX401" fmla="*/ 2161995 w 12192001"/>
                <a:gd name="connsiteY401" fmla="*/ 244139 h 3465512"/>
                <a:gd name="connsiteX402" fmla="*/ 2162511 w 12192001"/>
                <a:gd name="connsiteY402" fmla="*/ 244222 h 3465512"/>
                <a:gd name="connsiteX403" fmla="*/ 2130631 w 12192001"/>
                <a:gd name="connsiteY403" fmla="*/ 258551 h 3465512"/>
                <a:gd name="connsiteX404" fmla="*/ 2095412 w 12192001"/>
                <a:gd name="connsiteY404" fmla="*/ 264082 h 3465512"/>
                <a:gd name="connsiteX405" fmla="*/ 1941928 w 12192001"/>
                <a:gd name="connsiteY405" fmla="*/ 272807 h 3465512"/>
                <a:gd name="connsiteX406" fmla="*/ 1928613 w 12192001"/>
                <a:gd name="connsiteY406" fmla="*/ 262835 h 3465512"/>
                <a:gd name="connsiteX407" fmla="*/ 1941928 w 12192001"/>
                <a:gd name="connsiteY407" fmla="*/ 236660 h 3465512"/>
                <a:gd name="connsiteX408" fmla="*/ 2016919 w 12192001"/>
                <a:gd name="connsiteY408" fmla="*/ 224819 h 3465512"/>
                <a:gd name="connsiteX409" fmla="*/ 2837603 w 12192001"/>
                <a:gd name="connsiteY409" fmla="*/ 108898 h 3465512"/>
                <a:gd name="connsiteX410" fmla="*/ 2823587 w 12192001"/>
                <a:gd name="connsiteY410" fmla="*/ 116377 h 3465512"/>
                <a:gd name="connsiteX411" fmla="*/ 2839705 w 12192001"/>
                <a:gd name="connsiteY411" fmla="*/ 121986 h 3465512"/>
                <a:gd name="connsiteX412" fmla="*/ 2853723 w 12192001"/>
                <a:gd name="connsiteY412" fmla="*/ 114508 h 3465512"/>
                <a:gd name="connsiteX413" fmla="*/ 2837603 w 12192001"/>
                <a:gd name="connsiteY413" fmla="*/ 108898 h 3465512"/>
                <a:gd name="connsiteX414" fmla="*/ 3688249 w 12192001"/>
                <a:gd name="connsiteY414" fmla="*/ 301 h 3465512"/>
                <a:gd name="connsiteX415" fmla="*/ 3994691 w 12192001"/>
                <a:gd name="connsiteY415" fmla="*/ 33488 h 3465512"/>
                <a:gd name="connsiteX416" fmla="*/ 4071783 w 12192001"/>
                <a:gd name="connsiteY416" fmla="*/ 48446 h 3465512"/>
                <a:gd name="connsiteX417" fmla="*/ 4205643 w 12192001"/>
                <a:gd name="connsiteY417" fmla="*/ 73374 h 3465512"/>
                <a:gd name="connsiteX418" fmla="*/ 4272926 w 12192001"/>
                <a:gd name="connsiteY418" fmla="*/ 82723 h 3465512"/>
                <a:gd name="connsiteX419" fmla="*/ 4340208 w 12192001"/>
                <a:gd name="connsiteY419" fmla="*/ 90202 h 3465512"/>
                <a:gd name="connsiteX420" fmla="*/ 4511912 w 12192001"/>
                <a:gd name="connsiteY420" fmla="*/ 109522 h 3465512"/>
                <a:gd name="connsiteX421" fmla="*/ 4597415 w 12192001"/>
                <a:gd name="connsiteY421" fmla="*/ 118246 h 3465512"/>
                <a:gd name="connsiteX422" fmla="*/ 4682216 w 12192001"/>
                <a:gd name="connsiteY422" fmla="*/ 125726 h 3465512"/>
                <a:gd name="connsiteX423" fmla="*/ 5199438 w 12192001"/>
                <a:gd name="connsiteY423" fmla="*/ 188672 h 3465512"/>
                <a:gd name="connsiteX424" fmla="*/ 5307367 w 12192001"/>
                <a:gd name="connsiteY424" fmla="*/ 206746 h 3465512"/>
                <a:gd name="connsiteX425" fmla="*/ 5412492 w 12192001"/>
                <a:gd name="connsiteY425" fmla="*/ 231675 h 3465512"/>
                <a:gd name="connsiteX426" fmla="*/ 5449637 w 12192001"/>
                <a:gd name="connsiteY426" fmla="*/ 241646 h 3465512"/>
                <a:gd name="connsiteX427" fmla="*/ 5486082 w 12192001"/>
                <a:gd name="connsiteY427" fmla="*/ 252241 h 3465512"/>
                <a:gd name="connsiteX428" fmla="*/ 5558268 w 12192001"/>
                <a:gd name="connsiteY428" fmla="*/ 272808 h 3465512"/>
                <a:gd name="connsiteX429" fmla="*/ 5701939 w 12192001"/>
                <a:gd name="connsiteY429" fmla="*/ 314564 h 3465512"/>
                <a:gd name="connsiteX430" fmla="*/ 5787441 w 12192001"/>
                <a:gd name="connsiteY430" fmla="*/ 330768 h 3465512"/>
                <a:gd name="connsiteX431" fmla="*/ 5995591 w 12192001"/>
                <a:gd name="connsiteY431" fmla="*/ 351335 h 3465512"/>
                <a:gd name="connsiteX432" fmla="*/ 6096512 w 12192001"/>
                <a:gd name="connsiteY432" fmla="*/ 371278 h 3465512"/>
                <a:gd name="connsiteX433" fmla="*/ 6197435 w 12192001"/>
                <a:gd name="connsiteY433" fmla="*/ 386859 h 3465512"/>
                <a:gd name="connsiteX434" fmla="*/ 6236680 w 12192001"/>
                <a:gd name="connsiteY434" fmla="*/ 414281 h 3465512"/>
                <a:gd name="connsiteX435" fmla="*/ 6296954 w 12192001"/>
                <a:gd name="connsiteY435" fmla="*/ 466632 h 3465512"/>
                <a:gd name="connsiteX436" fmla="*/ 6338303 w 12192001"/>
                <a:gd name="connsiteY436" fmla="*/ 492184 h 3465512"/>
                <a:gd name="connsiteX437" fmla="*/ 6343910 w 12192001"/>
                <a:gd name="connsiteY437" fmla="*/ 507142 h 3465512"/>
                <a:gd name="connsiteX438" fmla="*/ 6323586 w 12192001"/>
                <a:gd name="connsiteY438" fmla="*/ 527708 h 3465512"/>
                <a:gd name="connsiteX439" fmla="*/ 6240184 w 12192001"/>
                <a:gd name="connsiteY439" fmla="*/ 525215 h 3465512"/>
                <a:gd name="connsiteX440" fmla="*/ 6180614 w 12192001"/>
                <a:gd name="connsiteY440" fmla="*/ 497171 h 3465512"/>
                <a:gd name="connsiteX441" fmla="*/ 6117538 w 12192001"/>
                <a:gd name="connsiteY441" fmla="*/ 483459 h 3465512"/>
                <a:gd name="connsiteX442" fmla="*/ 6050958 w 12192001"/>
                <a:gd name="connsiteY442" fmla="*/ 474733 h 3465512"/>
                <a:gd name="connsiteX443" fmla="*/ 5930413 w 12192001"/>
                <a:gd name="connsiteY443" fmla="*/ 437340 h 3465512"/>
                <a:gd name="connsiteX444" fmla="*/ 5802861 w 12192001"/>
                <a:gd name="connsiteY444" fmla="*/ 418643 h 3465512"/>
                <a:gd name="connsiteX445" fmla="*/ 5751697 w 12192001"/>
                <a:gd name="connsiteY445" fmla="*/ 408672 h 3465512"/>
                <a:gd name="connsiteX446" fmla="*/ 5685118 w 12192001"/>
                <a:gd name="connsiteY446" fmla="*/ 390598 h 3465512"/>
                <a:gd name="connsiteX447" fmla="*/ 5617138 w 12192001"/>
                <a:gd name="connsiteY447" fmla="*/ 375018 h 3465512"/>
                <a:gd name="connsiteX448" fmla="*/ 5548455 w 12192001"/>
                <a:gd name="connsiteY448" fmla="*/ 360683 h 3465512"/>
                <a:gd name="connsiteX449" fmla="*/ 5479071 w 12192001"/>
                <a:gd name="connsiteY449" fmla="*/ 347595 h 3465512"/>
                <a:gd name="connsiteX450" fmla="*/ 5376049 w 12192001"/>
                <a:gd name="connsiteY450" fmla="*/ 320796 h 3465512"/>
                <a:gd name="connsiteX451" fmla="*/ 5289143 w 12192001"/>
                <a:gd name="connsiteY451" fmla="*/ 300853 h 3465512"/>
                <a:gd name="connsiteX452" fmla="*/ 5200838 w 12192001"/>
                <a:gd name="connsiteY452" fmla="*/ 282780 h 3465512"/>
                <a:gd name="connsiteX453" fmla="*/ 5151779 w 12192001"/>
                <a:gd name="connsiteY453" fmla="*/ 273430 h 3465512"/>
                <a:gd name="connsiteX454" fmla="*/ 5102020 w 12192001"/>
                <a:gd name="connsiteY454" fmla="*/ 265329 h 3465512"/>
                <a:gd name="connsiteX455" fmla="*/ 5000398 w 12192001"/>
                <a:gd name="connsiteY455" fmla="*/ 247255 h 3465512"/>
                <a:gd name="connsiteX456" fmla="*/ 4891767 w 12192001"/>
                <a:gd name="connsiteY456" fmla="*/ 229805 h 3465512"/>
                <a:gd name="connsiteX457" fmla="*/ 4804162 w 12192001"/>
                <a:gd name="connsiteY457" fmla="*/ 221079 h 3465512"/>
                <a:gd name="connsiteX458" fmla="*/ 4716558 w 12192001"/>
                <a:gd name="connsiteY458" fmla="*/ 212978 h 3465512"/>
                <a:gd name="connsiteX459" fmla="*/ 4628251 w 12192001"/>
                <a:gd name="connsiteY459" fmla="*/ 205499 h 3465512"/>
                <a:gd name="connsiteX460" fmla="*/ 4539945 w 12192001"/>
                <a:gd name="connsiteY460" fmla="*/ 196774 h 3465512"/>
                <a:gd name="connsiteX461" fmla="*/ 3968059 w 12192001"/>
                <a:gd name="connsiteY461" fmla="*/ 163120 h 3465512"/>
                <a:gd name="connsiteX462" fmla="*/ 3866436 w 12192001"/>
                <a:gd name="connsiteY462" fmla="*/ 163120 h 3465512"/>
                <a:gd name="connsiteX463" fmla="*/ 3841208 w 12192001"/>
                <a:gd name="connsiteY463" fmla="*/ 163120 h 3465512"/>
                <a:gd name="connsiteX464" fmla="*/ 3815976 w 12192001"/>
                <a:gd name="connsiteY464" fmla="*/ 163743 h 3465512"/>
                <a:gd name="connsiteX465" fmla="*/ 3764815 w 12192001"/>
                <a:gd name="connsiteY465" fmla="*/ 165612 h 3465512"/>
                <a:gd name="connsiteX466" fmla="*/ 3562273 w 12192001"/>
                <a:gd name="connsiteY466" fmla="*/ 186179 h 3465512"/>
                <a:gd name="connsiteX467" fmla="*/ 3542650 w 12192001"/>
                <a:gd name="connsiteY467" fmla="*/ 211108 h 3465512"/>
                <a:gd name="connsiteX468" fmla="*/ 3564375 w 12192001"/>
                <a:gd name="connsiteY468" fmla="*/ 234167 h 3465512"/>
                <a:gd name="connsiteX469" fmla="*/ 3582596 w 12192001"/>
                <a:gd name="connsiteY469" fmla="*/ 239154 h 3465512"/>
                <a:gd name="connsiteX470" fmla="*/ 3682816 w 12192001"/>
                <a:gd name="connsiteY470" fmla="*/ 252865 h 3465512"/>
                <a:gd name="connsiteX471" fmla="*/ 3782335 w 12192001"/>
                <a:gd name="connsiteY471" fmla="*/ 268445 h 3465512"/>
                <a:gd name="connsiteX472" fmla="*/ 3832097 w 12192001"/>
                <a:gd name="connsiteY472" fmla="*/ 275924 h 3465512"/>
                <a:gd name="connsiteX473" fmla="*/ 3881155 w 12192001"/>
                <a:gd name="connsiteY473" fmla="*/ 284026 h 3465512"/>
                <a:gd name="connsiteX474" fmla="*/ 3979272 w 12192001"/>
                <a:gd name="connsiteY474" fmla="*/ 300853 h 3465512"/>
                <a:gd name="connsiteX475" fmla="*/ 4090706 w 12192001"/>
                <a:gd name="connsiteY475" fmla="*/ 318304 h 3465512"/>
                <a:gd name="connsiteX476" fmla="*/ 4200741 w 12192001"/>
                <a:gd name="connsiteY476" fmla="*/ 339493 h 3465512"/>
                <a:gd name="connsiteX477" fmla="*/ 4254705 w 12192001"/>
                <a:gd name="connsiteY477" fmla="*/ 351335 h 3465512"/>
                <a:gd name="connsiteX478" fmla="*/ 4307966 w 12192001"/>
                <a:gd name="connsiteY478" fmla="*/ 364423 h 3465512"/>
                <a:gd name="connsiteX479" fmla="*/ 4407486 w 12192001"/>
                <a:gd name="connsiteY479" fmla="*/ 407425 h 3465512"/>
                <a:gd name="connsiteX480" fmla="*/ 4424307 w 12192001"/>
                <a:gd name="connsiteY480" fmla="*/ 413034 h 3465512"/>
                <a:gd name="connsiteX481" fmla="*/ 4530835 w 12192001"/>
                <a:gd name="connsiteY481" fmla="*/ 436717 h 3465512"/>
                <a:gd name="connsiteX482" fmla="*/ 4635959 w 12192001"/>
                <a:gd name="connsiteY482" fmla="*/ 461645 h 3465512"/>
                <a:gd name="connsiteX483" fmla="*/ 4741787 w 12192001"/>
                <a:gd name="connsiteY483" fmla="*/ 483459 h 3465512"/>
                <a:gd name="connsiteX484" fmla="*/ 4849017 w 12192001"/>
                <a:gd name="connsiteY484" fmla="*/ 497171 h 3465512"/>
                <a:gd name="connsiteX485" fmla="*/ 4970962 w 12192001"/>
                <a:gd name="connsiteY485" fmla="*/ 520853 h 3465512"/>
                <a:gd name="connsiteX486" fmla="*/ 5074687 w 12192001"/>
                <a:gd name="connsiteY486" fmla="*/ 540173 h 3465512"/>
                <a:gd name="connsiteX487" fmla="*/ 5181215 w 12192001"/>
                <a:gd name="connsiteY487" fmla="*/ 538303 h 3465512"/>
                <a:gd name="connsiteX488" fmla="*/ 5357827 w 12192001"/>
                <a:gd name="connsiteY488" fmla="*/ 536434 h 3465512"/>
                <a:gd name="connsiteX489" fmla="*/ 5479773 w 12192001"/>
                <a:gd name="connsiteY489" fmla="*/ 548275 h 3465512"/>
                <a:gd name="connsiteX490" fmla="*/ 5600317 w 12192001"/>
                <a:gd name="connsiteY490" fmla="*/ 563233 h 3465512"/>
                <a:gd name="connsiteX491" fmla="*/ 5616437 w 12192001"/>
                <a:gd name="connsiteY491" fmla="*/ 568842 h 3465512"/>
                <a:gd name="connsiteX492" fmla="*/ 5666195 w 12192001"/>
                <a:gd name="connsiteY492" fmla="*/ 627425 h 3465512"/>
                <a:gd name="connsiteX493" fmla="*/ 5680214 w 12192001"/>
                <a:gd name="connsiteY493" fmla="*/ 654847 h 3465512"/>
                <a:gd name="connsiteX494" fmla="*/ 5739083 w 12192001"/>
                <a:gd name="connsiteY494" fmla="*/ 684762 h 3465512"/>
                <a:gd name="connsiteX495" fmla="*/ 5850517 w 12192001"/>
                <a:gd name="connsiteY495" fmla="*/ 722156 h 3465512"/>
                <a:gd name="connsiteX496" fmla="*/ 5959850 w 12192001"/>
                <a:gd name="connsiteY496" fmla="*/ 762042 h 3465512"/>
                <a:gd name="connsiteX497" fmla="*/ 6237382 w 12192001"/>
                <a:gd name="connsiteY497" fmla="*/ 863630 h 3465512"/>
                <a:gd name="connsiteX498" fmla="*/ 6456745 w 12192001"/>
                <a:gd name="connsiteY498" fmla="*/ 922836 h 3465512"/>
                <a:gd name="connsiteX499" fmla="*/ 6704843 w 12192001"/>
                <a:gd name="connsiteY499" fmla="*/ 985159 h 3465512"/>
                <a:gd name="connsiteX500" fmla="*/ 6809967 w 12192001"/>
                <a:gd name="connsiteY500" fmla="*/ 1018190 h 3465512"/>
                <a:gd name="connsiteX501" fmla="*/ 6914393 w 12192001"/>
                <a:gd name="connsiteY501" fmla="*/ 1051845 h 3465512"/>
                <a:gd name="connsiteX502" fmla="*/ 6959948 w 12192001"/>
                <a:gd name="connsiteY502" fmla="*/ 1062439 h 3465512"/>
                <a:gd name="connsiteX503" fmla="*/ 7008307 w 12192001"/>
                <a:gd name="connsiteY503" fmla="*/ 1028162 h 3465512"/>
                <a:gd name="connsiteX504" fmla="*/ 7053862 w 12192001"/>
                <a:gd name="connsiteY504" fmla="*/ 1006972 h 3465512"/>
                <a:gd name="connsiteX505" fmla="*/ 7099417 w 12192001"/>
                <a:gd name="connsiteY505" fmla="*/ 1044989 h 3465512"/>
                <a:gd name="connsiteX506" fmla="*/ 7219960 w 12192001"/>
                <a:gd name="connsiteY506" fmla="*/ 1130995 h 3465512"/>
                <a:gd name="connsiteX507" fmla="*/ 7352419 w 12192001"/>
                <a:gd name="connsiteY507" fmla="*/ 1171503 h 3465512"/>
                <a:gd name="connsiteX508" fmla="*/ 7418999 w 12192001"/>
                <a:gd name="connsiteY508" fmla="*/ 1190823 h 3465512"/>
                <a:gd name="connsiteX509" fmla="*/ 7486279 w 12192001"/>
                <a:gd name="connsiteY509" fmla="*/ 1207651 h 3465512"/>
                <a:gd name="connsiteX510" fmla="*/ 7738582 w 12192001"/>
                <a:gd name="connsiteY510" fmla="*/ 1275584 h 3465512"/>
                <a:gd name="connsiteX511" fmla="*/ 7805161 w 12192001"/>
                <a:gd name="connsiteY511" fmla="*/ 1294904 h 3465512"/>
                <a:gd name="connsiteX512" fmla="*/ 7872442 w 12192001"/>
                <a:gd name="connsiteY512" fmla="*/ 1311730 h 3465512"/>
                <a:gd name="connsiteX513" fmla="*/ 7925005 w 12192001"/>
                <a:gd name="connsiteY513" fmla="*/ 1284309 h 3465512"/>
                <a:gd name="connsiteX514" fmla="*/ 7979670 w 12192001"/>
                <a:gd name="connsiteY514" fmla="*/ 1255640 h 3465512"/>
                <a:gd name="connsiteX515" fmla="*/ 8040644 w 12192001"/>
                <a:gd name="connsiteY515" fmla="*/ 1264364 h 3465512"/>
                <a:gd name="connsiteX516" fmla="*/ 8297152 w 12192001"/>
                <a:gd name="connsiteY516" fmla="*/ 1315471 h 3465512"/>
                <a:gd name="connsiteX517" fmla="*/ 8384057 w 12192001"/>
                <a:gd name="connsiteY517" fmla="*/ 1344139 h 3465512"/>
                <a:gd name="connsiteX518" fmla="*/ 8389663 w 12192001"/>
                <a:gd name="connsiteY518" fmla="*/ 1352864 h 3465512"/>
                <a:gd name="connsiteX519" fmla="*/ 8375646 w 12192001"/>
                <a:gd name="connsiteY519" fmla="*/ 1361589 h 3465512"/>
                <a:gd name="connsiteX520" fmla="*/ 8300656 w 12192001"/>
                <a:gd name="connsiteY520" fmla="*/ 1369690 h 3465512"/>
                <a:gd name="connsiteX521" fmla="*/ 8258605 w 12192001"/>
                <a:gd name="connsiteY521" fmla="*/ 1352864 h 3465512"/>
                <a:gd name="connsiteX522" fmla="*/ 8227768 w 12192001"/>
                <a:gd name="connsiteY522" fmla="*/ 1357850 h 3465512"/>
                <a:gd name="connsiteX523" fmla="*/ 8218657 w 12192001"/>
                <a:gd name="connsiteY523" fmla="*/ 1368445 h 3465512"/>
                <a:gd name="connsiteX524" fmla="*/ 8218657 w 12192001"/>
                <a:gd name="connsiteY524" fmla="*/ 1384649 h 3465512"/>
                <a:gd name="connsiteX525" fmla="*/ 8355321 w 12192001"/>
                <a:gd name="connsiteY525" fmla="*/ 1441985 h 3465512"/>
                <a:gd name="connsiteX526" fmla="*/ 8501797 w 12192001"/>
                <a:gd name="connsiteY526" fmla="*/ 1458190 h 3465512"/>
                <a:gd name="connsiteX527" fmla="*/ 8573283 w 12192001"/>
                <a:gd name="connsiteY527" fmla="*/ 1473771 h 3465512"/>
                <a:gd name="connsiteX528" fmla="*/ 8643367 w 12192001"/>
                <a:gd name="connsiteY528" fmla="*/ 1494337 h 3465512"/>
                <a:gd name="connsiteX529" fmla="*/ 8967855 w 12192001"/>
                <a:gd name="connsiteY529" fmla="*/ 1585951 h 3465512"/>
                <a:gd name="connsiteX530" fmla="*/ 9266413 w 12192001"/>
                <a:gd name="connsiteY530" fmla="*/ 1660738 h 3465512"/>
                <a:gd name="connsiteX531" fmla="*/ 9340704 w 12192001"/>
                <a:gd name="connsiteY531" fmla="*/ 1680059 h 3465512"/>
                <a:gd name="connsiteX532" fmla="*/ 9414992 w 12192001"/>
                <a:gd name="connsiteY532" fmla="*/ 1699379 h 3465512"/>
                <a:gd name="connsiteX533" fmla="*/ 9563570 w 12192001"/>
                <a:gd name="connsiteY533" fmla="*/ 1739888 h 3465512"/>
                <a:gd name="connsiteX534" fmla="*/ 9720559 w 12192001"/>
                <a:gd name="connsiteY534" fmla="*/ 1778529 h 3465512"/>
                <a:gd name="connsiteX535" fmla="*/ 9879649 w 12192001"/>
                <a:gd name="connsiteY535" fmla="*/ 1810313 h 3465512"/>
                <a:gd name="connsiteX536" fmla="*/ 9941323 w 12192001"/>
                <a:gd name="connsiteY536" fmla="*/ 1809066 h 3465512"/>
                <a:gd name="connsiteX537" fmla="*/ 9953237 w 12192001"/>
                <a:gd name="connsiteY537" fmla="*/ 1798471 h 3465512"/>
                <a:gd name="connsiteX538" fmla="*/ 9946931 w 12192001"/>
                <a:gd name="connsiteY538" fmla="*/ 1773543 h 3465512"/>
                <a:gd name="connsiteX539" fmla="*/ 9878249 w 12192001"/>
                <a:gd name="connsiteY539" fmla="*/ 1741136 h 3465512"/>
                <a:gd name="connsiteX540" fmla="*/ 9869137 w 12192001"/>
                <a:gd name="connsiteY540" fmla="*/ 1715583 h 3465512"/>
                <a:gd name="connsiteX541" fmla="*/ 9894367 w 12192001"/>
                <a:gd name="connsiteY541" fmla="*/ 1702495 h 3465512"/>
                <a:gd name="connsiteX542" fmla="*/ 10059065 w 12192001"/>
                <a:gd name="connsiteY542" fmla="*/ 1779775 h 3465512"/>
                <a:gd name="connsiteX543" fmla="*/ 10128447 w 12192001"/>
                <a:gd name="connsiteY543" fmla="*/ 1810313 h 3465512"/>
                <a:gd name="connsiteX544" fmla="*/ 10454338 w 12192001"/>
                <a:gd name="connsiteY544" fmla="*/ 1898188 h 3465512"/>
                <a:gd name="connsiteX545" fmla="*/ 10530731 w 12192001"/>
                <a:gd name="connsiteY545" fmla="*/ 1911276 h 3465512"/>
                <a:gd name="connsiteX546" fmla="*/ 10607824 w 12192001"/>
                <a:gd name="connsiteY546" fmla="*/ 1917509 h 3465512"/>
                <a:gd name="connsiteX547" fmla="*/ 10762008 w 12192001"/>
                <a:gd name="connsiteY547" fmla="*/ 1927480 h 3465512"/>
                <a:gd name="connsiteX548" fmla="*/ 10801956 w 12192001"/>
                <a:gd name="connsiteY548" fmla="*/ 1910031 h 3465512"/>
                <a:gd name="connsiteX549" fmla="*/ 10797051 w 12192001"/>
                <a:gd name="connsiteY549" fmla="*/ 1878869 h 3465512"/>
                <a:gd name="connsiteX550" fmla="*/ 10819478 w 12192001"/>
                <a:gd name="connsiteY550" fmla="*/ 1845837 h 3465512"/>
                <a:gd name="connsiteX551" fmla="*/ 10954739 w 12192001"/>
                <a:gd name="connsiteY551" fmla="*/ 1871389 h 3465512"/>
                <a:gd name="connsiteX552" fmla="*/ 11090000 w 12192001"/>
                <a:gd name="connsiteY552" fmla="*/ 1896943 h 3465512"/>
                <a:gd name="connsiteX553" fmla="*/ 11222460 w 12192001"/>
                <a:gd name="connsiteY553" fmla="*/ 1933091 h 3465512"/>
                <a:gd name="connsiteX554" fmla="*/ 11267313 w 12192001"/>
                <a:gd name="connsiteY554" fmla="*/ 1972353 h 3465512"/>
                <a:gd name="connsiteX555" fmla="*/ 11311467 w 12192001"/>
                <a:gd name="connsiteY555" fmla="*/ 2012240 h 3465512"/>
                <a:gd name="connsiteX556" fmla="*/ 11592505 w 12192001"/>
                <a:gd name="connsiteY556" fmla="*/ 2087028 h 3465512"/>
                <a:gd name="connsiteX557" fmla="*/ 11682210 w 12192001"/>
                <a:gd name="connsiteY557" fmla="*/ 2106347 h 3465512"/>
                <a:gd name="connsiteX558" fmla="*/ 11771920 w 12192001"/>
                <a:gd name="connsiteY558" fmla="*/ 2126291 h 3465512"/>
                <a:gd name="connsiteX559" fmla="*/ 11944327 w 12192001"/>
                <a:gd name="connsiteY559" fmla="*/ 2164308 h 3465512"/>
                <a:gd name="connsiteX560" fmla="*/ 12030531 w 12192001"/>
                <a:gd name="connsiteY560" fmla="*/ 2182382 h 3465512"/>
                <a:gd name="connsiteX561" fmla="*/ 12117434 w 12192001"/>
                <a:gd name="connsiteY561" fmla="*/ 2198585 h 3465512"/>
                <a:gd name="connsiteX562" fmla="*/ 12192001 w 12192001"/>
                <a:gd name="connsiteY562" fmla="*/ 2206361 h 3465512"/>
                <a:gd name="connsiteX563" fmla="*/ 12192001 w 12192001"/>
                <a:gd name="connsiteY563" fmla="*/ 3465512 h 3465512"/>
                <a:gd name="connsiteX564" fmla="*/ 7200241 w 12192001"/>
                <a:gd name="connsiteY564" fmla="*/ 3465512 h 3465512"/>
                <a:gd name="connsiteX565" fmla="*/ 7194029 w 12192001"/>
                <a:gd name="connsiteY565" fmla="*/ 3463740 h 3465512"/>
                <a:gd name="connsiteX566" fmla="*/ 6969761 w 12192001"/>
                <a:gd name="connsiteY566" fmla="*/ 3400793 h 3465512"/>
                <a:gd name="connsiteX567" fmla="*/ 6758808 w 12192001"/>
                <a:gd name="connsiteY567" fmla="*/ 3356543 h 3465512"/>
                <a:gd name="connsiteX568" fmla="*/ 6693629 w 12192001"/>
                <a:gd name="connsiteY568" fmla="*/ 3343456 h 3465512"/>
                <a:gd name="connsiteX569" fmla="*/ 6531035 w 12192001"/>
                <a:gd name="connsiteY569" fmla="*/ 3310425 h 3465512"/>
                <a:gd name="connsiteX570" fmla="*/ 6347414 w 12192001"/>
                <a:gd name="connsiteY570" fmla="*/ 3295468 h 3465512"/>
                <a:gd name="connsiteX571" fmla="*/ 6292047 w 12192001"/>
                <a:gd name="connsiteY571" fmla="*/ 3266176 h 3465512"/>
                <a:gd name="connsiteX572" fmla="*/ 6213553 w 12192001"/>
                <a:gd name="connsiteY572" fmla="*/ 3212579 h 3465512"/>
                <a:gd name="connsiteX573" fmla="*/ 6110530 w 12192001"/>
                <a:gd name="connsiteY573" fmla="*/ 3181417 h 3465512"/>
                <a:gd name="connsiteX574" fmla="*/ 6008207 w 12192001"/>
                <a:gd name="connsiteY574" fmla="*/ 3150255 h 3465512"/>
                <a:gd name="connsiteX575" fmla="*/ 5929012 w 12192001"/>
                <a:gd name="connsiteY575" fmla="*/ 3129688 h 3465512"/>
                <a:gd name="connsiteX576" fmla="*/ 5695632 w 12192001"/>
                <a:gd name="connsiteY576" fmla="*/ 3067367 h 3465512"/>
                <a:gd name="connsiteX577" fmla="*/ 5362032 w 12192001"/>
                <a:gd name="connsiteY577" fmla="*/ 2976375 h 3465512"/>
                <a:gd name="connsiteX578" fmla="*/ 5287042 w 12192001"/>
                <a:gd name="connsiteY578" fmla="*/ 2957054 h 3465512"/>
                <a:gd name="connsiteX579" fmla="*/ 5186121 w 12192001"/>
                <a:gd name="connsiteY579" fmla="*/ 2923400 h 3465512"/>
                <a:gd name="connsiteX580" fmla="*/ 5085901 w 12192001"/>
                <a:gd name="connsiteY580" fmla="*/ 2890370 h 3465512"/>
                <a:gd name="connsiteX581" fmla="*/ 5041748 w 12192001"/>
                <a:gd name="connsiteY581" fmla="*/ 2883514 h 3465512"/>
                <a:gd name="connsiteX582" fmla="*/ 5028432 w 12192001"/>
                <a:gd name="connsiteY582" fmla="*/ 2889122 h 3465512"/>
                <a:gd name="connsiteX583" fmla="*/ 5022825 w 12192001"/>
                <a:gd name="connsiteY583" fmla="*/ 2917790 h 3465512"/>
                <a:gd name="connsiteX584" fmla="*/ 5063474 w 12192001"/>
                <a:gd name="connsiteY584" fmla="*/ 2959548 h 3465512"/>
                <a:gd name="connsiteX585" fmla="*/ 5095011 w 12192001"/>
                <a:gd name="connsiteY585" fmla="*/ 3010028 h 3465512"/>
                <a:gd name="connsiteX586" fmla="*/ 5127950 w 12192001"/>
                <a:gd name="connsiteY586" fmla="*/ 2990709 h 3465512"/>
                <a:gd name="connsiteX587" fmla="*/ 5162292 w 12192001"/>
                <a:gd name="connsiteY587" fmla="*/ 2962664 h 3465512"/>
                <a:gd name="connsiteX588" fmla="*/ 5261812 w 12192001"/>
                <a:gd name="connsiteY588" fmla="*/ 2997564 h 3465512"/>
                <a:gd name="connsiteX589" fmla="*/ 5257607 w 12192001"/>
                <a:gd name="connsiteY589" fmla="*/ 3022495 h 3465512"/>
                <a:gd name="connsiteX590" fmla="*/ 5254102 w 12192001"/>
                <a:gd name="connsiteY590" fmla="*/ 3056772 h 3465512"/>
                <a:gd name="connsiteX591" fmla="*/ 5330494 w 12192001"/>
                <a:gd name="connsiteY591" fmla="*/ 3091050 h 3465512"/>
                <a:gd name="connsiteX592" fmla="*/ 5413192 w 12192001"/>
                <a:gd name="connsiteY592" fmla="*/ 3112861 h 3465512"/>
                <a:gd name="connsiteX593" fmla="*/ 5440527 w 12192001"/>
                <a:gd name="connsiteY593" fmla="*/ 3099773 h 3465512"/>
                <a:gd name="connsiteX594" fmla="*/ 5554062 w 12192001"/>
                <a:gd name="connsiteY594" fmla="*/ 3060510 h 3465512"/>
                <a:gd name="connsiteX595" fmla="*/ 5641667 w 12192001"/>
                <a:gd name="connsiteY595" fmla="*/ 3094165 h 3465512"/>
                <a:gd name="connsiteX596" fmla="*/ 5720161 w 12192001"/>
                <a:gd name="connsiteY596" fmla="*/ 3145893 h 3465512"/>
                <a:gd name="connsiteX597" fmla="*/ 5780434 w 12192001"/>
                <a:gd name="connsiteY597" fmla="*/ 3162097 h 3465512"/>
                <a:gd name="connsiteX598" fmla="*/ 5811972 w 12192001"/>
                <a:gd name="connsiteY598" fmla="*/ 3165213 h 3465512"/>
                <a:gd name="connsiteX599" fmla="*/ 5831595 w 12192001"/>
                <a:gd name="connsiteY599" fmla="*/ 3204476 h 3465512"/>
                <a:gd name="connsiteX600" fmla="*/ 5805663 w 12192001"/>
                <a:gd name="connsiteY600" fmla="*/ 3217564 h 3465512"/>
                <a:gd name="connsiteX601" fmla="*/ 5773426 w 12192001"/>
                <a:gd name="connsiteY601" fmla="*/ 3214447 h 3465512"/>
                <a:gd name="connsiteX602" fmla="*/ 5674606 w 12192001"/>
                <a:gd name="connsiteY602" fmla="*/ 3178923 h 3465512"/>
                <a:gd name="connsiteX603" fmla="*/ 5601018 w 12192001"/>
                <a:gd name="connsiteY603" fmla="*/ 3163966 h 3465512"/>
                <a:gd name="connsiteX604" fmla="*/ 5520422 w 12192001"/>
                <a:gd name="connsiteY604" fmla="*/ 3173938 h 3465512"/>
                <a:gd name="connsiteX605" fmla="*/ 5409688 w 12192001"/>
                <a:gd name="connsiteY605" fmla="*/ 3162721 h 3465512"/>
                <a:gd name="connsiteX606" fmla="*/ 5293349 w 12192001"/>
                <a:gd name="connsiteY606" fmla="*/ 3126572 h 3465512"/>
                <a:gd name="connsiteX607" fmla="*/ 5179814 w 12192001"/>
                <a:gd name="connsiteY607" fmla="*/ 3086686 h 3465512"/>
                <a:gd name="connsiteX608" fmla="*/ 5089405 w 12192001"/>
                <a:gd name="connsiteY608" fmla="*/ 3072975 h 3465512"/>
                <a:gd name="connsiteX609" fmla="*/ 5000398 w 12192001"/>
                <a:gd name="connsiteY609" fmla="*/ 3054901 h 3465512"/>
                <a:gd name="connsiteX610" fmla="*/ 4874246 w 12192001"/>
                <a:gd name="connsiteY610" fmla="*/ 3017508 h 3465512"/>
                <a:gd name="connsiteX611" fmla="*/ 4776829 w 12192001"/>
                <a:gd name="connsiteY611" fmla="*/ 2989463 h 3465512"/>
                <a:gd name="connsiteX612" fmla="*/ 4657686 w 12192001"/>
                <a:gd name="connsiteY612" fmla="*/ 2941473 h 3465512"/>
                <a:gd name="connsiteX613" fmla="*/ 4389967 w 12192001"/>
                <a:gd name="connsiteY613" fmla="*/ 2826177 h 3465512"/>
                <a:gd name="connsiteX614" fmla="*/ 4335300 w 12192001"/>
                <a:gd name="connsiteY614" fmla="*/ 2800625 h 3465512"/>
                <a:gd name="connsiteX615" fmla="*/ 4283437 w 12192001"/>
                <a:gd name="connsiteY615" fmla="*/ 2769462 h 3465512"/>
                <a:gd name="connsiteX616" fmla="*/ 4220362 w 12192001"/>
                <a:gd name="connsiteY616" fmla="*/ 2745158 h 3465512"/>
                <a:gd name="connsiteX617" fmla="*/ 4160790 w 12192001"/>
                <a:gd name="connsiteY617" fmla="*/ 2715243 h 3465512"/>
                <a:gd name="connsiteX618" fmla="*/ 4086500 w 12192001"/>
                <a:gd name="connsiteY618" fmla="*/ 2688443 h 3465512"/>
                <a:gd name="connsiteX619" fmla="*/ 4006607 w 12192001"/>
                <a:gd name="connsiteY619" fmla="*/ 2682833 h 3465512"/>
                <a:gd name="connsiteX620" fmla="*/ 3926007 w 12192001"/>
                <a:gd name="connsiteY620" fmla="*/ 2698414 h 3465512"/>
                <a:gd name="connsiteX621" fmla="*/ 3906387 w 12192001"/>
                <a:gd name="connsiteY621" fmla="*/ 2715243 h 3465512"/>
                <a:gd name="connsiteX622" fmla="*/ 3860129 w 12192001"/>
                <a:gd name="connsiteY622" fmla="*/ 2699038 h 3465512"/>
                <a:gd name="connsiteX623" fmla="*/ 3816676 w 12192001"/>
                <a:gd name="connsiteY623" fmla="*/ 2689067 h 3465512"/>
                <a:gd name="connsiteX624" fmla="*/ 3773925 w 12192001"/>
                <a:gd name="connsiteY624" fmla="*/ 2680340 h 3465512"/>
                <a:gd name="connsiteX625" fmla="*/ 3689125 w 12192001"/>
                <a:gd name="connsiteY625" fmla="*/ 2662892 h 3465512"/>
                <a:gd name="connsiteX626" fmla="*/ 3671604 w 12192001"/>
                <a:gd name="connsiteY626" fmla="*/ 2650426 h 3465512"/>
                <a:gd name="connsiteX627" fmla="*/ 3677913 w 12192001"/>
                <a:gd name="connsiteY627" fmla="*/ 2636715 h 3465512"/>
                <a:gd name="connsiteX628" fmla="*/ 3812472 w 12192001"/>
                <a:gd name="connsiteY628" fmla="*/ 2654165 h 3465512"/>
                <a:gd name="connsiteX629" fmla="*/ 3850319 w 12192001"/>
                <a:gd name="connsiteY629" fmla="*/ 2652297 h 3465512"/>
                <a:gd name="connsiteX630" fmla="*/ 3896572 w 12192001"/>
                <a:gd name="connsiteY630" fmla="*/ 2640453 h 3465512"/>
                <a:gd name="connsiteX631" fmla="*/ 3942128 w 12192001"/>
                <a:gd name="connsiteY631" fmla="*/ 2642947 h 3465512"/>
                <a:gd name="connsiteX632" fmla="*/ 3981374 w 12192001"/>
                <a:gd name="connsiteY632" fmla="*/ 2646063 h 3465512"/>
                <a:gd name="connsiteX633" fmla="*/ 4028333 w 12192001"/>
                <a:gd name="connsiteY633" fmla="*/ 2644194 h 3465512"/>
                <a:gd name="connsiteX634" fmla="*/ 4073886 w 12192001"/>
                <a:gd name="connsiteY634" fmla="*/ 2651672 h 3465512"/>
                <a:gd name="connsiteX635" fmla="*/ 4120141 w 12192001"/>
                <a:gd name="connsiteY635" fmla="*/ 2654789 h 3465512"/>
                <a:gd name="connsiteX636" fmla="*/ 4164996 w 12192001"/>
                <a:gd name="connsiteY636" fmla="*/ 2667877 h 3465512"/>
                <a:gd name="connsiteX637" fmla="*/ 4204943 w 12192001"/>
                <a:gd name="connsiteY637" fmla="*/ 2668500 h 3465512"/>
                <a:gd name="connsiteX638" fmla="*/ 4245595 w 12192001"/>
                <a:gd name="connsiteY638" fmla="*/ 2670370 h 3465512"/>
                <a:gd name="connsiteX639" fmla="*/ 4295354 w 12192001"/>
                <a:gd name="connsiteY639" fmla="*/ 2715866 h 3465512"/>
                <a:gd name="connsiteX640" fmla="*/ 4326892 w 12192001"/>
                <a:gd name="connsiteY640" fmla="*/ 2734563 h 3465512"/>
                <a:gd name="connsiteX641" fmla="*/ 4366838 w 12192001"/>
                <a:gd name="connsiteY641" fmla="*/ 2742664 h 3465512"/>
                <a:gd name="connsiteX642" fmla="*/ 4425009 w 12192001"/>
                <a:gd name="connsiteY642" fmla="*/ 2778188 h 3465512"/>
                <a:gd name="connsiteX643" fmla="*/ 4490888 w 12192001"/>
                <a:gd name="connsiteY643" fmla="*/ 2798754 h 3465512"/>
                <a:gd name="connsiteX644" fmla="*/ 4560269 w 12192001"/>
                <a:gd name="connsiteY644" fmla="*/ 2811220 h 3465512"/>
                <a:gd name="connsiteX645" fmla="*/ 4628251 w 12192001"/>
                <a:gd name="connsiteY645" fmla="*/ 2830539 h 3465512"/>
                <a:gd name="connsiteX646" fmla="*/ 4641568 w 12192001"/>
                <a:gd name="connsiteY646" fmla="*/ 2828669 h 3465512"/>
                <a:gd name="connsiteX647" fmla="*/ 4651379 w 12192001"/>
                <a:gd name="connsiteY647" fmla="*/ 2816828 h 3465512"/>
                <a:gd name="connsiteX648" fmla="*/ 4650678 w 12192001"/>
                <a:gd name="connsiteY648" fmla="*/ 2801247 h 3465512"/>
                <a:gd name="connsiteX649" fmla="*/ 4577090 w 12192001"/>
                <a:gd name="connsiteY649" fmla="*/ 2760115 h 3465512"/>
                <a:gd name="connsiteX650" fmla="*/ 4537844 w 12192001"/>
                <a:gd name="connsiteY650" fmla="*/ 2744534 h 3465512"/>
                <a:gd name="connsiteX651" fmla="*/ 4498596 w 12192001"/>
                <a:gd name="connsiteY651" fmla="*/ 2730199 h 3465512"/>
                <a:gd name="connsiteX652" fmla="*/ 4440426 w 12192001"/>
                <a:gd name="connsiteY652" fmla="*/ 2692805 h 3465512"/>
                <a:gd name="connsiteX653" fmla="*/ 4336002 w 12192001"/>
                <a:gd name="connsiteY653" fmla="*/ 2626121 h 3465512"/>
                <a:gd name="connsiteX654" fmla="*/ 4267321 w 12192001"/>
                <a:gd name="connsiteY654" fmla="*/ 2616772 h 3465512"/>
                <a:gd name="connsiteX655" fmla="*/ 4203542 w 12192001"/>
                <a:gd name="connsiteY655" fmla="*/ 2604931 h 3465512"/>
                <a:gd name="connsiteX656" fmla="*/ 4139064 w 12192001"/>
                <a:gd name="connsiteY656" fmla="*/ 2595582 h 3465512"/>
                <a:gd name="connsiteX657" fmla="*/ 4074589 w 12192001"/>
                <a:gd name="connsiteY657" fmla="*/ 2590595 h 3465512"/>
                <a:gd name="connsiteX658" fmla="*/ 4042348 w 12192001"/>
                <a:gd name="connsiteY658" fmla="*/ 2589973 h 3465512"/>
                <a:gd name="connsiteX659" fmla="*/ 4010110 w 12192001"/>
                <a:gd name="connsiteY659" fmla="*/ 2591220 h 3465512"/>
                <a:gd name="connsiteX660" fmla="*/ 3959649 w 12192001"/>
                <a:gd name="connsiteY660" fmla="*/ 2579378 h 3465512"/>
                <a:gd name="connsiteX661" fmla="*/ 3949837 w 12192001"/>
                <a:gd name="connsiteY661" fmla="*/ 2570653 h 3465512"/>
                <a:gd name="connsiteX662" fmla="*/ 3961752 w 12192001"/>
                <a:gd name="connsiteY662" fmla="*/ 2561303 h 3465512"/>
                <a:gd name="connsiteX663" fmla="*/ 4036042 w 12192001"/>
                <a:gd name="connsiteY663" fmla="*/ 2556318 h 3465512"/>
                <a:gd name="connsiteX664" fmla="*/ 4110330 w 12192001"/>
                <a:gd name="connsiteY664" fmla="*/ 2561928 h 3465512"/>
                <a:gd name="connsiteX665" fmla="*/ 4164996 w 12192001"/>
                <a:gd name="connsiteY665" fmla="*/ 2565667 h 3465512"/>
                <a:gd name="connsiteX666" fmla="*/ 4185317 w 12192001"/>
                <a:gd name="connsiteY666" fmla="*/ 2545100 h 3465512"/>
                <a:gd name="connsiteX667" fmla="*/ 4170602 w 12192001"/>
                <a:gd name="connsiteY667" fmla="*/ 2523288 h 3465512"/>
                <a:gd name="connsiteX668" fmla="*/ 4089305 w 12192001"/>
                <a:gd name="connsiteY668" fmla="*/ 2513315 h 3465512"/>
                <a:gd name="connsiteX669" fmla="*/ 3993989 w 12192001"/>
                <a:gd name="connsiteY669" fmla="*/ 2515186 h 3465512"/>
                <a:gd name="connsiteX670" fmla="*/ 3941428 w 12192001"/>
                <a:gd name="connsiteY670" fmla="*/ 2510823 h 3465512"/>
                <a:gd name="connsiteX671" fmla="*/ 3876249 w 12192001"/>
                <a:gd name="connsiteY671" fmla="*/ 2503968 h 3465512"/>
                <a:gd name="connsiteX672" fmla="*/ 3856625 w 12192001"/>
                <a:gd name="connsiteY672" fmla="*/ 2523288 h 3465512"/>
                <a:gd name="connsiteX673" fmla="*/ 3818782 w 12192001"/>
                <a:gd name="connsiteY673" fmla="*/ 2563174 h 3465512"/>
                <a:gd name="connsiteX674" fmla="*/ 3792850 w 12192001"/>
                <a:gd name="connsiteY674" fmla="*/ 2566913 h 3465512"/>
                <a:gd name="connsiteX675" fmla="*/ 3741688 w 12192001"/>
                <a:gd name="connsiteY675" fmla="*/ 2562551 h 3465512"/>
                <a:gd name="connsiteX676" fmla="*/ 3691228 w 12192001"/>
                <a:gd name="connsiteY676" fmla="*/ 2560059 h 3465512"/>
                <a:gd name="connsiteX677" fmla="*/ 3640768 w 12192001"/>
                <a:gd name="connsiteY677" fmla="*/ 2556318 h 3465512"/>
                <a:gd name="connsiteX678" fmla="*/ 3591708 w 12192001"/>
                <a:gd name="connsiteY678" fmla="*/ 2548840 h 3465512"/>
                <a:gd name="connsiteX679" fmla="*/ 3469761 w 12192001"/>
                <a:gd name="connsiteY679" fmla="*/ 2540739 h 3465512"/>
                <a:gd name="connsiteX680" fmla="*/ 3422806 w 12192001"/>
                <a:gd name="connsiteY680" fmla="*/ 2534504 h 3465512"/>
                <a:gd name="connsiteX681" fmla="*/ 3377250 w 12192001"/>
                <a:gd name="connsiteY681" fmla="*/ 2521417 h 3465512"/>
                <a:gd name="connsiteX682" fmla="*/ 3329593 w 12192001"/>
                <a:gd name="connsiteY682" fmla="*/ 2525157 h 3465512"/>
                <a:gd name="connsiteX683" fmla="*/ 3282637 w 12192001"/>
                <a:gd name="connsiteY683" fmla="*/ 2525781 h 3465512"/>
                <a:gd name="connsiteX684" fmla="*/ 3010712 w 12192001"/>
                <a:gd name="connsiteY684" fmla="*/ 2501474 h 3465512"/>
                <a:gd name="connsiteX685" fmla="*/ 2944130 w 12192001"/>
                <a:gd name="connsiteY685" fmla="*/ 2498982 h 3465512"/>
                <a:gd name="connsiteX686" fmla="*/ 2878252 w 12192001"/>
                <a:gd name="connsiteY686" fmla="*/ 2498982 h 3465512"/>
                <a:gd name="connsiteX687" fmla="*/ 2850920 w 12192001"/>
                <a:gd name="connsiteY687" fmla="*/ 2499605 h 3465512"/>
                <a:gd name="connsiteX688" fmla="*/ 2823587 w 12192001"/>
                <a:gd name="connsiteY688" fmla="*/ 2500851 h 3465512"/>
                <a:gd name="connsiteX689" fmla="*/ 2768920 w 12192001"/>
                <a:gd name="connsiteY689" fmla="*/ 2502720 h 3465512"/>
                <a:gd name="connsiteX690" fmla="*/ 2731776 w 12192001"/>
                <a:gd name="connsiteY690" fmla="*/ 2503344 h 3465512"/>
                <a:gd name="connsiteX691" fmla="*/ 2713554 w 12192001"/>
                <a:gd name="connsiteY691" fmla="*/ 2503344 h 3465512"/>
                <a:gd name="connsiteX692" fmla="*/ 2694630 w 12192001"/>
                <a:gd name="connsiteY692" fmla="*/ 2504592 h 3465512"/>
                <a:gd name="connsiteX693" fmla="*/ 2619640 w 12192001"/>
                <a:gd name="connsiteY693" fmla="*/ 2507084 h 3465512"/>
                <a:gd name="connsiteX694" fmla="*/ 2581796 w 12192001"/>
                <a:gd name="connsiteY694" fmla="*/ 2507707 h 3465512"/>
                <a:gd name="connsiteX695" fmla="*/ 2562875 w 12192001"/>
                <a:gd name="connsiteY695" fmla="*/ 2508952 h 3465512"/>
                <a:gd name="connsiteX696" fmla="*/ 2543953 w 12192001"/>
                <a:gd name="connsiteY696" fmla="*/ 2510200 h 3465512"/>
                <a:gd name="connsiteX697" fmla="*/ 2466859 w 12192001"/>
                <a:gd name="connsiteY697" fmla="*/ 2516431 h 3465512"/>
                <a:gd name="connsiteX698" fmla="*/ 2438124 w 12192001"/>
                <a:gd name="connsiteY698" fmla="*/ 2516431 h 3465512"/>
                <a:gd name="connsiteX699" fmla="*/ 2408688 w 12192001"/>
                <a:gd name="connsiteY699" fmla="*/ 2514562 h 3465512"/>
                <a:gd name="connsiteX700" fmla="*/ 2277632 w 12192001"/>
                <a:gd name="connsiteY700" fmla="*/ 2508329 h 3465512"/>
                <a:gd name="connsiteX701" fmla="*/ 2145873 w 12192001"/>
                <a:gd name="connsiteY701" fmla="*/ 2525781 h 3465512"/>
                <a:gd name="connsiteX702" fmla="*/ 2119241 w 12192001"/>
                <a:gd name="connsiteY702" fmla="*/ 2531389 h 3465512"/>
                <a:gd name="connsiteX703" fmla="*/ 2091909 w 12192001"/>
                <a:gd name="connsiteY703" fmla="*/ 2534504 h 3465512"/>
                <a:gd name="connsiteX704" fmla="*/ 2035139 w 12192001"/>
                <a:gd name="connsiteY704" fmla="*/ 2533883 h 3465512"/>
                <a:gd name="connsiteX705" fmla="*/ 1977671 w 12192001"/>
                <a:gd name="connsiteY705" fmla="*/ 2527649 h 3465512"/>
                <a:gd name="connsiteX706" fmla="*/ 1918799 w 12192001"/>
                <a:gd name="connsiteY706" fmla="*/ 2522665 h 3465512"/>
                <a:gd name="connsiteX707" fmla="*/ 1892870 w 12192001"/>
                <a:gd name="connsiteY707" fmla="*/ 2511445 h 3465512"/>
                <a:gd name="connsiteX708" fmla="*/ 1886561 w 12192001"/>
                <a:gd name="connsiteY708" fmla="*/ 2502098 h 3465512"/>
                <a:gd name="connsiteX709" fmla="*/ 1895672 w 12192001"/>
                <a:gd name="connsiteY709" fmla="*/ 2493997 h 3465512"/>
                <a:gd name="connsiteX710" fmla="*/ 1941928 w 12192001"/>
                <a:gd name="connsiteY710" fmla="*/ 2496489 h 3465512"/>
                <a:gd name="connsiteX711" fmla="*/ 1964354 w 12192001"/>
                <a:gd name="connsiteY711" fmla="*/ 2495241 h 3465512"/>
                <a:gd name="connsiteX712" fmla="*/ 1986081 w 12192001"/>
                <a:gd name="connsiteY712" fmla="*/ 2493373 h 3465512"/>
                <a:gd name="connsiteX713" fmla="*/ 2070883 w 12192001"/>
                <a:gd name="connsiteY713" fmla="*/ 2475299 h 3465512"/>
                <a:gd name="connsiteX714" fmla="*/ 2074386 w 12192001"/>
                <a:gd name="connsiteY714" fmla="*/ 2464704 h 3465512"/>
                <a:gd name="connsiteX715" fmla="*/ 2065277 w 12192001"/>
                <a:gd name="connsiteY715" fmla="*/ 2451617 h 3465512"/>
                <a:gd name="connsiteX716" fmla="*/ 1947535 w 12192001"/>
                <a:gd name="connsiteY716" fmla="*/ 2419207 h 3465512"/>
                <a:gd name="connsiteX717" fmla="*/ 1828392 w 12192001"/>
                <a:gd name="connsiteY717" fmla="*/ 2416716 h 3465512"/>
                <a:gd name="connsiteX718" fmla="*/ 1798256 w 12192001"/>
                <a:gd name="connsiteY718" fmla="*/ 2391786 h 3465512"/>
                <a:gd name="connsiteX719" fmla="*/ 2007107 w 12192001"/>
                <a:gd name="connsiteY719" fmla="*/ 2389916 h 3465512"/>
                <a:gd name="connsiteX720" fmla="*/ 2148676 w 12192001"/>
                <a:gd name="connsiteY720" fmla="*/ 2389916 h 3465512"/>
                <a:gd name="connsiteX721" fmla="*/ 2318983 w 12192001"/>
                <a:gd name="connsiteY721" fmla="*/ 2324478 h 3465512"/>
                <a:gd name="connsiteX722" fmla="*/ 2321084 w 12192001"/>
                <a:gd name="connsiteY722" fmla="*/ 2313883 h 3465512"/>
                <a:gd name="connsiteX723" fmla="*/ 2310571 w 12192001"/>
                <a:gd name="connsiteY723" fmla="*/ 2303911 h 3465512"/>
                <a:gd name="connsiteX724" fmla="*/ 2240487 w 12192001"/>
                <a:gd name="connsiteY724" fmla="*/ 2288953 h 3465512"/>
                <a:gd name="connsiteX725" fmla="*/ 2169702 w 12192001"/>
                <a:gd name="connsiteY725" fmla="*/ 2292069 h 3465512"/>
                <a:gd name="connsiteX726" fmla="*/ 2077891 w 12192001"/>
                <a:gd name="connsiteY726" fmla="*/ 2304533 h 3465512"/>
                <a:gd name="connsiteX727" fmla="*/ 1983278 w 12192001"/>
                <a:gd name="connsiteY727" fmla="*/ 2312636 h 3465512"/>
                <a:gd name="connsiteX728" fmla="*/ 1935620 w 12192001"/>
                <a:gd name="connsiteY728" fmla="*/ 2315129 h 3465512"/>
                <a:gd name="connsiteX729" fmla="*/ 1911791 w 12192001"/>
                <a:gd name="connsiteY729" fmla="*/ 2316374 h 3465512"/>
                <a:gd name="connsiteX730" fmla="*/ 1887964 w 12192001"/>
                <a:gd name="connsiteY730" fmla="*/ 2318245 h 3465512"/>
                <a:gd name="connsiteX731" fmla="*/ 1791247 w 12192001"/>
                <a:gd name="connsiteY731" fmla="*/ 2328216 h 3465512"/>
                <a:gd name="connsiteX732" fmla="*/ 1750597 w 12192001"/>
                <a:gd name="connsiteY732" fmla="*/ 2328216 h 3465512"/>
                <a:gd name="connsiteX733" fmla="*/ 1482177 w 12192001"/>
                <a:gd name="connsiteY733" fmla="*/ 2374335 h 3465512"/>
                <a:gd name="connsiteX734" fmla="*/ 1459751 w 12192001"/>
                <a:gd name="connsiteY734" fmla="*/ 2404874 h 3465512"/>
                <a:gd name="connsiteX735" fmla="*/ 1487783 w 12192001"/>
                <a:gd name="connsiteY735" fmla="*/ 2414846 h 3465512"/>
                <a:gd name="connsiteX736" fmla="*/ 1499698 w 12192001"/>
                <a:gd name="connsiteY736" fmla="*/ 2421078 h 3465512"/>
                <a:gd name="connsiteX737" fmla="*/ 1487082 w 12192001"/>
                <a:gd name="connsiteY737" fmla="*/ 2436658 h 3465512"/>
                <a:gd name="connsiteX738" fmla="*/ 1402983 w 12192001"/>
                <a:gd name="connsiteY738" fmla="*/ 2423570 h 3465512"/>
                <a:gd name="connsiteX739" fmla="*/ 1374949 w 12192001"/>
                <a:gd name="connsiteY739" fmla="*/ 2412975 h 3465512"/>
                <a:gd name="connsiteX740" fmla="*/ 1282437 w 12192001"/>
                <a:gd name="connsiteY740" fmla="*/ 2416716 h 3465512"/>
                <a:gd name="connsiteX741" fmla="*/ 1237584 w 12192001"/>
                <a:gd name="connsiteY741" fmla="*/ 2425440 h 3465512"/>
                <a:gd name="connsiteX742" fmla="*/ 1196935 w 12192001"/>
                <a:gd name="connsiteY742" fmla="*/ 2446007 h 3465512"/>
                <a:gd name="connsiteX743" fmla="*/ 1083398 w 12192001"/>
                <a:gd name="connsiteY743" fmla="*/ 2498982 h 3465512"/>
                <a:gd name="connsiteX744" fmla="*/ 980375 w 12192001"/>
                <a:gd name="connsiteY744" fmla="*/ 2528896 h 3465512"/>
                <a:gd name="connsiteX745" fmla="*/ 928514 w 12192001"/>
                <a:gd name="connsiteY745" fmla="*/ 2542607 h 3465512"/>
                <a:gd name="connsiteX746" fmla="*/ 902582 w 12192001"/>
                <a:gd name="connsiteY746" fmla="*/ 2549464 h 3465512"/>
                <a:gd name="connsiteX747" fmla="*/ 876652 w 12192001"/>
                <a:gd name="connsiteY747" fmla="*/ 2556943 h 3465512"/>
                <a:gd name="connsiteX748" fmla="*/ 831797 w 12192001"/>
                <a:gd name="connsiteY748" fmla="*/ 2556318 h 3465512"/>
                <a:gd name="connsiteX749" fmla="*/ 713355 w 12192001"/>
                <a:gd name="connsiteY749" fmla="*/ 2556943 h 3465512"/>
                <a:gd name="connsiteX750" fmla="*/ 618040 w 12192001"/>
                <a:gd name="connsiteY750" fmla="*/ 2593089 h 3465512"/>
                <a:gd name="connsiteX751" fmla="*/ 547253 w 12192001"/>
                <a:gd name="connsiteY751" fmla="*/ 2623005 h 3465512"/>
                <a:gd name="connsiteX752" fmla="*/ 477872 w 12192001"/>
                <a:gd name="connsiteY752" fmla="*/ 2655413 h 3465512"/>
                <a:gd name="connsiteX753" fmla="*/ 409190 w 12192001"/>
                <a:gd name="connsiteY753" fmla="*/ 2689689 h 3465512"/>
                <a:gd name="connsiteX754" fmla="*/ 374848 w 12192001"/>
                <a:gd name="connsiteY754" fmla="*/ 2707139 h 3465512"/>
                <a:gd name="connsiteX755" fmla="*/ 341208 w 12192001"/>
                <a:gd name="connsiteY755" fmla="*/ 2725838 h 3465512"/>
                <a:gd name="connsiteX756" fmla="*/ 207347 w 12192001"/>
                <a:gd name="connsiteY756" fmla="*/ 2801870 h 3465512"/>
                <a:gd name="connsiteX757" fmla="*/ 76292 w 12192001"/>
                <a:gd name="connsiteY757" fmla="*/ 2883514 h 3465512"/>
                <a:gd name="connsiteX758" fmla="*/ 4105 w 12192001"/>
                <a:gd name="connsiteY758" fmla="*/ 2927140 h 3465512"/>
                <a:gd name="connsiteX759" fmla="*/ 0 w 12192001"/>
                <a:gd name="connsiteY759" fmla="*/ 2929527 h 3465512"/>
                <a:gd name="connsiteX760" fmla="*/ 0 w 12192001"/>
                <a:gd name="connsiteY760" fmla="*/ 754457 h 3465512"/>
                <a:gd name="connsiteX761" fmla="*/ 132357 w 12192001"/>
                <a:gd name="connsiteY761" fmla="*/ 691618 h 3465512"/>
                <a:gd name="connsiteX762" fmla="*/ 219964 w 12192001"/>
                <a:gd name="connsiteY762" fmla="*/ 660456 h 3465512"/>
                <a:gd name="connsiteX763" fmla="*/ 313175 w 12192001"/>
                <a:gd name="connsiteY763" fmla="*/ 639267 h 3465512"/>
                <a:gd name="connsiteX764" fmla="*/ 390969 w 12192001"/>
                <a:gd name="connsiteY764" fmla="*/ 618700 h 3465512"/>
                <a:gd name="connsiteX765" fmla="*/ 466659 w 12192001"/>
                <a:gd name="connsiteY765" fmla="*/ 589408 h 3465512"/>
                <a:gd name="connsiteX766" fmla="*/ 605426 w 12192001"/>
                <a:gd name="connsiteY766" fmla="*/ 547029 h 3465512"/>
                <a:gd name="connsiteX767" fmla="*/ 677611 w 12192001"/>
                <a:gd name="connsiteY767" fmla="*/ 535187 h 3465512"/>
                <a:gd name="connsiteX768" fmla="*/ 751901 w 12192001"/>
                <a:gd name="connsiteY768" fmla="*/ 530824 h 3465512"/>
                <a:gd name="connsiteX769" fmla="*/ 835301 w 12192001"/>
                <a:gd name="connsiteY769" fmla="*/ 526462 h 3465512"/>
                <a:gd name="connsiteX770" fmla="*/ 875950 w 12192001"/>
                <a:gd name="connsiteY770" fmla="*/ 521476 h 3465512"/>
                <a:gd name="connsiteX771" fmla="*/ 916599 w 12192001"/>
                <a:gd name="connsiteY771" fmla="*/ 515244 h 3465512"/>
                <a:gd name="connsiteX772" fmla="*/ 1077792 w 12192001"/>
                <a:gd name="connsiteY772" fmla="*/ 475980 h 3465512"/>
                <a:gd name="connsiteX773" fmla="*/ 1131056 w 12192001"/>
                <a:gd name="connsiteY773" fmla="*/ 462892 h 3465512"/>
                <a:gd name="connsiteX774" fmla="*/ 1187123 w 12192001"/>
                <a:gd name="connsiteY774" fmla="*/ 459153 h 3465512"/>
                <a:gd name="connsiteX775" fmla="*/ 1364436 w 12192001"/>
                <a:gd name="connsiteY775" fmla="*/ 454791 h 3465512"/>
                <a:gd name="connsiteX776" fmla="*/ 1543149 w 12192001"/>
                <a:gd name="connsiteY776" fmla="*/ 451052 h 3465512"/>
                <a:gd name="connsiteX777" fmla="*/ 1598516 w 12192001"/>
                <a:gd name="connsiteY777" fmla="*/ 442326 h 3465512"/>
                <a:gd name="connsiteX778" fmla="*/ 1647575 w 12192001"/>
                <a:gd name="connsiteY778" fmla="*/ 418643 h 3465512"/>
                <a:gd name="connsiteX779" fmla="*/ 1677710 w 12192001"/>
                <a:gd name="connsiteY779" fmla="*/ 398701 h 3465512"/>
                <a:gd name="connsiteX780" fmla="*/ 1821383 w 12192001"/>
                <a:gd name="connsiteY780" fmla="*/ 366292 h 3465512"/>
                <a:gd name="connsiteX781" fmla="*/ 1915997 w 12192001"/>
                <a:gd name="connsiteY781" fmla="*/ 366292 h 3465512"/>
                <a:gd name="connsiteX782" fmla="*/ 2019721 w 12192001"/>
                <a:gd name="connsiteY782" fmla="*/ 350088 h 3465512"/>
                <a:gd name="connsiteX783" fmla="*/ 2072286 w 12192001"/>
                <a:gd name="connsiteY783" fmla="*/ 346348 h 3465512"/>
                <a:gd name="connsiteX784" fmla="*/ 2124848 w 12192001"/>
                <a:gd name="connsiteY784" fmla="*/ 343232 h 3465512"/>
                <a:gd name="connsiteX785" fmla="*/ 2297255 w 12192001"/>
                <a:gd name="connsiteY785" fmla="*/ 322043 h 3465512"/>
                <a:gd name="connsiteX786" fmla="*/ 2389065 w 12192001"/>
                <a:gd name="connsiteY786" fmla="*/ 294621 h 3465512"/>
                <a:gd name="connsiteX787" fmla="*/ 2472465 w 12192001"/>
                <a:gd name="connsiteY787" fmla="*/ 250994 h 3465512"/>
                <a:gd name="connsiteX788" fmla="*/ 2508909 w 12192001"/>
                <a:gd name="connsiteY788" fmla="*/ 227312 h 3465512"/>
                <a:gd name="connsiteX789" fmla="*/ 2548858 w 12192001"/>
                <a:gd name="connsiteY789" fmla="*/ 212355 h 3465512"/>
                <a:gd name="connsiteX790" fmla="*/ 2635760 w 12192001"/>
                <a:gd name="connsiteY790" fmla="*/ 198643 h 3465512"/>
                <a:gd name="connsiteX791" fmla="*/ 2671504 w 12192001"/>
                <a:gd name="connsiteY791" fmla="*/ 184309 h 3465512"/>
                <a:gd name="connsiteX792" fmla="*/ 2682718 w 12192001"/>
                <a:gd name="connsiteY792" fmla="*/ 171221 h 3465512"/>
                <a:gd name="connsiteX793" fmla="*/ 2665196 w 12192001"/>
                <a:gd name="connsiteY793" fmla="*/ 150032 h 3465512"/>
                <a:gd name="connsiteX794" fmla="*/ 2545353 w 12192001"/>
                <a:gd name="connsiteY794" fmla="*/ 157511 h 3465512"/>
                <a:gd name="connsiteX795" fmla="*/ 2527832 w 12192001"/>
                <a:gd name="connsiteY795" fmla="*/ 161249 h 3465512"/>
                <a:gd name="connsiteX796" fmla="*/ 2510312 w 12192001"/>
                <a:gd name="connsiteY796" fmla="*/ 164367 h 3465512"/>
                <a:gd name="connsiteX797" fmla="*/ 2475971 w 12192001"/>
                <a:gd name="connsiteY797" fmla="*/ 166859 h 3465512"/>
                <a:gd name="connsiteX798" fmla="*/ 2407988 w 12192001"/>
                <a:gd name="connsiteY798" fmla="*/ 156888 h 3465512"/>
                <a:gd name="connsiteX799" fmla="*/ 2350519 w 12192001"/>
                <a:gd name="connsiteY799" fmla="*/ 166236 h 3465512"/>
                <a:gd name="connsiteX800" fmla="*/ 2300758 w 12192001"/>
                <a:gd name="connsiteY800" fmla="*/ 193658 h 3465512"/>
                <a:gd name="connsiteX801" fmla="*/ 2281137 w 12192001"/>
                <a:gd name="connsiteY801" fmla="*/ 198643 h 3465512"/>
                <a:gd name="connsiteX802" fmla="*/ 2262914 w 12192001"/>
                <a:gd name="connsiteY802" fmla="*/ 197398 h 3465512"/>
                <a:gd name="connsiteX803" fmla="*/ 2148676 w 12192001"/>
                <a:gd name="connsiteY803" fmla="*/ 183063 h 3465512"/>
                <a:gd name="connsiteX804" fmla="*/ 2040045 w 12192001"/>
                <a:gd name="connsiteY804" fmla="*/ 194280 h 3465512"/>
                <a:gd name="connsiteX805" fmla="*/ 1932117 w 12192001"/>
                <a:gd name="connsiteY805" fmla="*/ 204252 h 3465512"/>
                <a:gd name="connsiteX806" fmla="*/ 1716956 w 12192001"/>
                <a:gd name="connsiteY806" fmla="*/ 223573 h 3465512"/>
                <a:gd name="connsiteX807" fmla="*/ 1679113 w 12192001"/>
                <a:gd name="connsiteY807" fmla="*/ 218587 h 3465512"/>
                <a:gd name="connsiteX808" fmla="*/ 1663695 w 12192001"/>
                <a:gd name="connsiteY808" fmla="*/ 179323 h 3465512"/>
                <a:gd name="connsiteX809" fmla="*/ 1688924 w 12192001"/>
                <a:gd name="connsiteY809" fmla="*/ 153771 h 3465512"/>
                <a:gd name="connsiteX810" fmla="*/ 1780733 w 12192001"/>
                <a:gd name="connsiteY810" fmla="*/ 121986 h 3465512"/>
                <a:gd name="connsiteX811" fmla="*/ 1924408 w 12192001"/>
                <a:gd name="connsiteY811" fmla="*/ 100173 h 3465512"/>
                <a:gd name="connsiteX812" fmla="*/ 1995892 w 12192001"/>
                <a:gd name="connsiteY812" fmla="*/ 90202 h 3465512"/>
                <a:gd name="connsiteX813" fmla="*/ 2014116 w 12192001"/>
                <a:gd name="connsiteY813" fmla="*/ 87709 h 3465512"/>
                <a:gd name="connsiteX814" fmla="*/ 2032336 w 12192001"/>
                <a:gd name="connsiteY814" fmla="*/ 85839 h 3465512"/>
                <a:gd name="connsiteX815" fmla="*/ 2068780 w 12192001"/>
                <a:gd name="connsiteY815" fmla="*/ 82099 h 3465512"/>
                <a:gd name="connsiteX816" fmla="*/ 2362433 w 12192001"/>
                <a:gd name="connsiteY816" fmla="*/ 61534 h 3465512"/>
                <a:gd name="connsiteX817" fmla="*/ 2423407 w 12192001"/>
                <a:gd name="connsiteY817" fmla="*/ 62779 h 3465512"/>
                <a:gd name="connsiteX818" fmla="*/ 2515217 w 12192001"/>
                <a:gd name="connsiteY818" fmla="*/ 69635 h 3465512"/>
                <a:gd name="connsiteX819" fmla="*/ 2607026 w 12192001"/>
                <a:gd name="connsiteY819" fmla="*/ 70258 h 3465512"/>
                <a:gd name="connsiteX820" fmla="*/ 2791347 w 12192001"/>
                <a:gd name="connsiteY820" fmla="*/ 56547 h 3465512"/>
                <a:gd name="connsiteX821" fmla="*/ 2873347 w 12192001"/>
                <a:gd name="connsiteY821" fmla="*/ 52185 h 3465512"/>
                <a:gd name="connsiteX822" fmla="*/ 2955345 w 12192001"/>
                <a:gd name="connsiteY822" fmla="*/ 53431 h 3465512"/>
                <a:gd name="connsiteX823" fmla="*/ 3062574 w 12192001"/>
                <a:gd name="connsiteY823" fmla="*/ 57170 h 3465512"/>
                <a:gd name="connsiteX824" fmla="*/ 3115836 w 12192001"/>
                <a:gd name="connsiteY824" fmla="*/ 56547 h 3465512"/>
                <a:gd name="connsiteX825" fmla="*/ 3168399 w 12192001"/>
                <a:gd name="connsiteY825" fmla="*/ 54678 h 3465512"/>
                <a:gd name="connsiteX826" fmla="*/ 3220961 w 12192001"/>
                <a:gd name="connsiteY826" fmla="*/ 50938 h 3465512"/>
                <a:gd name="connsiteX827" fmla="*/ 3247595 w 12192001"/>
                <a:gd name="connsiteY827" fmla="*/ 48446 h 3465512"/>
                <a:gd name="connsiteX828" fmla="*/ 3273525 w 12192001"/>
                <a:gd name="connsiteY828" fmla="*/ 45330 h 3465512"/>
                <a:gd name="connsiteX829" fmla="*/ 3378651 w 12192001"/>
                <a:gd name="connsiteY829" fmla="*/ 27879 h 3465512"/>
                <a:gd name="connsiteX830" fmla="*/ 3688249 w 12192001"/>
                <a:gd name="connsiteY830" fmla="*/ 301 h 3465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Lst>
              <a:rect l="l" t="t" r="r" b="b"/>
              <a:pathLst>
                <a:path w="12192001" h="3465512">
                  <a:moveTo>
                    <a:pt x="5845580" y="3455102"/>
                  </a:moveTo>
                  <a:cubicBezTo>
                    <a:pt x="5853147" y="3456066"/>
                    <a:pt x="5860856" y="3458442"/>
                    <a:pt x="5868740" y="3462492"/>
                  </a:cubicBezTo>
                  <a:lnTo>
                    <a:pt x="5875532" y="3465512"/>
                  </a:lnTo>
                  <a:lnTo>
                    <a:pt x="5801570" y="3465512"/>
                  </a:lnTo>
                  <a:lnTo>
                    <a:pt x="5812379" y="3459407"/>
                  </a:lnTo>
                  <a:cubicBezTo>
                    <a:pt x="5823200" y="3455387"/>
                    <a:pt x="5834230" y="3453656"/>
                    <a:pt x="5845580" y="3455102"/>
                  </a:cubicBezTo>
                  <a:close/>
                  <a:moveTo>
                    <a:pt x="5727435" y="3450962"/>
                  </a:moveTo>
                  <a:cubicBezTo>
                    <a:pt x="5731376" y="3451587"/>
                    <a:pt x="5735932" y="3453766"/>
                    <a:pt x="5741187" y="3456882"/>
                  </a:cubicBezTo>
                  <a:lnTo>
                    <a:pt x="5756713" y="3465512"/>
                  </a:lnTo>
                  <a:lnTo>
                    <a:pt x="5752144" y="3465512"/>
                  </a:lnTo>
                  <a:lnTo>
                    <a:pt x="5737683" y="3463739"/>
                  </a:lnTo>
                  <a:cubicBezTo>
                    <a:pt x="5732777" y="3463739"/>
                    <a:pt x="5727171" y="3463739"/>
                    <a:pt x="5722966" y="3461869"/>
                  </a:cubicBezTo>
                  <a:cubicBezTo>
                    <a:pt x="5720163" y="3461246"/>
                    <a:pt x="5716657" y="3455014"/>
                    <a:pt x="5717359" y="3454390"/>
                  </a:cubicBezTo>
                  <a:cubicBezTo>
                    <a:pt x="5720163" y="3451274"/>
                    <a:pt x="5723491" y="3450339"/>
                    <a:pt x="5727435" y="3450962"/>
                  </a:cubicBezTo>
                  <a:close/>
                  <a:moveTo>
                    <a:pt x="5608728" y="3414503"/>
                  </a:moveTo>
                  <a:lnTo>
                    <a:pt x="5606626" y="3421982"/>
                  </a:lnTo>
                  <a:lnTo>
                    <a:pt x="5596814" y="3415751"/>
                  </a:lnTo>
                  <a:close/>
                  <a:moveTo>
                    <a:pt x="6041147" y="3387704"/>
                  </a:moveTo>
                  <a:lnTo>
                    <a:pt x="6051659" y="3394561"/>
                  </a:lnTo>
                  <a:cubicBezTo>
                    <a:pt x="6048856" y="3396429"/>
                    <a:pt x="6046053" y="3401415"/>
                    <a:pt x="6044651" y="3400793"/>
                  </a:cubicBezTo>
                  <a:cubicBezTo>
                    <a:pt x="6041147" y="3399545"/>
                    <a:pt x="6037643" y="3397053"/>
                    <a:pt x="6034139" y="3394561"/>
                  </a:cubicBezTo>
                  <a:close/>
                  <a:moveTo>
                    <a:pt x="6440626" y="3338469"/>
                  </a:moveTo>
                  <a:lnTo>
                    <a:pt x="6447634" y="3349064"/>
                  </a:lnTo>
                  <a:cubicBezTo>
                    <a:pt x="6444130" y="3351557"/>
                    <a:pt x="6439223" y="3356543"/>
                    <a:pt x="6436420" y="3355920"/>
                  </a:cubicBezTo>
                  <a:cubicBezTo>
                    <a:pt x="6433617" y="3355297"/>
                    <a:pt x="6431514" y="3349689"/>
                    <a:pt x="6429412" y="3345948"/>
                  </a:cubicBezTo>
                  <a:close/>
                  <a:moveTo>
                    <a:pt x="5458136" y="3210786"/>
                  </a:moveTo>
                  <a:cubicBezTo>
                    <a:pt x="5463304" y="3209618"/>
                    <a:pt x="5469261" y="3210396"/>
                    <a:pt x="5474166" y="3213201"/>
                  </a:cubicBezTo>
                  <a:cubicBezTo>
                    <a:pt x="5481875" y="3218188"/>
                    <a:pt x="5486780" y="3226911"/>
                    <a:pt x="5493090" y="3233768"/>
                  </a:cubicBezTo>
                  <a:cubicBezTo>
                    <a:pt x="5483978" y="3241247"/>
                    <a:pt x="5474166" y="3243740"/>
                    <a:pt x="5463653" y="3240623"/>
                  </a:cubicBezTo>
                  <a:cubicBezTo>
                    <a:pt x="5453141" y="3237507"/>
                    <a:pt x="5443330" y="3229404"/>
                    <a:pt x="5446834" y="3220057"/>
                  </a:cubicBezTo>
                  <a:cubicBezTo>
                    <a:pt x="5448587" y="3215072"/>
                    <a:pt x="5452967" y="3211956"/>
                    <a:pt x="5458136" y="3210786"/>
                  </a:cubicBezTo>
                  <a:close/>
                  <a:moveTo>
                    <a:pt x="6056566" y="3208838"/>
                  </a:moveTo>
                  <a:cubicBezTo>
                    <a:pt x="6094411" y="3210708"/>
                    <a:pt x="6125948" y="3226289"/>
                    <a:pt x="6121043" y="3241871"/>
                  </a:cubicBezTo>
                  <a:cubicBezTo>
                    <a:pt x="6116837" y="3243117"/>
                    <a:pt x="6111932" y="3246234"/>
                    <a:pt x="6107026" y="3246856"/>
                  </a:cubicBezTo>
                  <a:cubicBezTo>
                    <a:pt x="6084599" y="3248725"/>
                    <a:pt x="6065675" y="3240000"/>
                    <a:pt x="6049555" y="3227535"/>
                  </a:cubicBezTo>
                  <a:cubicBezTo>
                    <a:pt x="6046051" y="3224419"/>
                    <a:pt x="6043950" y="3219434"/>
                    <a:pt x="6041147" y="3215072"/>
                  </a:cubicBezTo>
                  <a:cubicBezTo>
                    <a:pt x="6046753" y="3212579"/>
                    <a:pt x="6051659" y="3208838"/>
                    <a:pt x="6056566" y="3208838"/>
                  </a:cubicBezTo>
                  <a:close/>
                  <a:moveTo>
                    <a:pt x="4767018" y="2844873"/>
                  </a:moveTo>
                  <a:cubicBezTo>
                    <a:pt x="4755104" y="2844250"/>
                    <a:pt x="4748095" y="2850483"/>
                    <a:pt x="4742488" y="2861701"/>
                  </a:cubicBezTo>
                  <a:cubicBezTo>
                    <a:pt x="4736882" y="2871672"/>
                    <a:pt x="4737583" y="2880397"/>
                    <a:pt x="4749496" y="2884138"/>
                  </a:cubicBezTo>
                  <a:cubicBezTo>
                    <a:pt x="4776130" y="2893485"/>
                    <a:pt x="4802762" y="2902210"/>
                    <a:pt x="4846214" y="2916546"/>
                  </a:cubicBezTo>
                  <a:cubicBezTo>
                    <a:pt x="4852521" y="2917790"/>
                    <a:pt x="4875647" y="2922777"/>
                    <a:pt x="4899477" y="2927140"/>
                  </a:cubicBezTo>
                  <a:cubicBezTo>
                    <a:pt x="4911391" y="2929633"/>
                    <a:pt x="4917698" y="2922777"/>
                    <a:pt x="4922605" y="2910936"/>
                  </a:cubicBezTo>
                  <a:cubicBezTo>
                    <a:pt x="4927511" y="2899717"/>
                    <a:pt x="4927511" y="2890993"/>
                    <a:pt x="4916996" y="2885384"/>
                  </a:cubicBezTo>
                  <a:cubicBezTo>
                    <a:pt x="4900178" y="2876659"/>
                    <a:pt x="4883358" y="2868556"/>
                    <a:pt x="4865134" y="2861701"/>
                  </a:cubicBezTo>
                  <a:cubicBezTo>
                    <a:pt x="4847614" y="2854844"/>
                    <a:pt x="4829393" y="2849860"/>
                    <a:pt x="4810470" y="2846743"/>
                  </a:cubicBezTo>
                  <a:cubicBezTo>
                    <a:pt x="4796453" y="2844873"/>
                    <a:pt x="4781736" y="2845497"/>
                    <a:pt x="4767018" y="2844873"/>
                  </a:cubicBezTo>
                  <a:close/>
                  <a:moveTo>
                    <a:pt x="5113234" y="2808104"/>
                  </a:moveTo>
                  <a:cubicBezTo>
                    <a:pt x="5111131" y="2808104"/>
                    <a:pt x="5109029" y="2812465"/>
                    <a:pt x="5106925" y="2814335"/>
                  </a:cubicBezTo>
                  <a:cubicBezTo>
                    <a:pt x="5113234" y="2823060"/>
                    <a:pt x="5121644" y="2825553"/>
                    <a:pt x="5132156" y="2822436"/>
                  </a:cubicBezTo>
                  <a:cubicBezTo>
                    <a:pt x="5130754" y="2818698"/>
                    <a:pt x="5129351" y="2814335"/>
                    <a:pt x="5126549" y="2811841"/>
                  </a:cubicBezTo>
                  <a:cubicBezTo>
                    <a:pt x="5123045" y="2809349"/>
                    <a:pt x="5118140" y="2808104"/>
                    <a:pt x="5113234" y="2808104"/>
                  </a:cubicBezTo>
                  <a:close/>
                  <a:moveTo>
                    <a:pt x="3910590" y="2722720"/>
                  </a:moveTo>
                  <a:cubicBezTo>
                    <a:pt x="3930914" y="2729576"/>
                    <a:pt x="3951940" y="2736432"/>
                    <a:pt x="3972266" y="2743910"/>
                  </a:cubicBezTo>
                  <a:cubicBezTo>
                    <a:pt x="3975066" y="2744533"/>
                    <a:pt x="3977169" y="2750766"/>
                    <a:pt x="3976469" y="2754504"/>
                  </a:cubicBezTo>
                  <a:cubicBezTo>
                    <a:pt x="3976469" y="2758867"/>
                    <a:pt x="3973666" y="2765723"/>
                    <a:pt x="3970863" y="2768216"/>
                  </a:cubicBezTo>
                  <a:cubicBezTo>
                    <a:pt x="3949137" y="2786912"/>
                    <a:pt x="3925308" y="2781927"/>
                    <a:pt x="3918299" y="2758244"/>
                  </a:cubicBezTo>
                  <a:cubicBezTo>
                    <a:pt x="3915496" y="2746403"/>
                    <a:pt x="3916198" y="2732691"/>
                    <a:pt x="3910590" y="2722720"/>
                  </a:cubicBezTo>
                  <a:close/>
                  <a:moveTo>
                    <a:pt x="3905684" y="2716488"/>
                  </a:moveTo>
                  <a:lnTo>
                    <a:pt x="3907086" y="2717111"/>
                  </a:lnTo>
                  <a:cubicBezTo>
                    <a:pt x="3908487" y="2718981"/>
                    <a:pt x="3909890" y="2720851"/>
                    <a:pt x="3910590" y="2722720"/>
                  </a:cubicBezTo>
                  <a:lnTo>
                    <a:pt x="3902881" y="2719604"/>
                  </a:lnTo>
                  <a:cubicBezTo>
                    <a:pt x="3903581" y="2718981"/>
                    <a:pt x="3904983" y="2717734"/>
                    <a:pt x="3905684" y="2716488"/>
                  </a:cubicBezTo>
                  <a:close/>
                  <a:moveTo>
                    <a:pt x="2801159" y="2707139"/>
                  </a:moveTo>
                  <a:lnTo>
                    <a:pt x="2847415" y="2707139"/>
                  </a:lnTo>
                  <a:cubicBezTo>
                    <a:pt x="2854423" y="2706516"/>
                    <a:pt x="2862132" y="2707139"/>
                    <a:pt x="2869843" y="2707139"/>
                  </a:cubicBezTo>
                  <a:lnTo>
                    <a:pt x="2892267" y="2707762"/>
                  </a:lnTo>
                  <a:cubicBezTo>
                    <a:pt x="2907688" y="2708386"/>
                    <a:pt x="2922405" y="2708386"/>
                    <a:pt x="2937823" y="2709008"/>
                  </a:cubicBezTo>
                  <a:lnTo>
                    <a:pt x="2984078" y="2712124"/>
                  </a:lnTo>
                  <a:cubicBezTo>
                    <a:pt x="2992490" y="2712749"/>
                    <a:pt x="3000898" y="2712749"/>
                    <a:pt x="3009309" y="2715242"/>
                  </a:cubicBezTo>
                  <a:cubicBezTo>
                    <a:pt x="3017719" y="2717110"/>
                    <a:pt x="3026130" y="2722096"/>
                    <a:pt x="3033838" y="2731445"/>
                  </a:cubicBezTo>
                  <a:cubicBezTo>
                    <a:pt x="3026831" y="2733315"/>
                    <a:pt x="3019822" y="2735184"/>
                    <a:pt x="3012813" y="2737054"/>
                  </a:cubicBezTo>
                  <a:cubicBezTo>
                    <a:pt x="3005804" y="2738923"/>
                    <a:pt x="2998795" y="2740793"/>
                    <a:pt x="2992490" y="2741416"/>
                  </a:cubicBezTo>
                  <a:cubicBezTo>
                    <a:pt x="2978472" y="2743286"/>
                    <a:pt x="2965157" y="2742664"/>
                    <a:pt x="2951840" y="2741416"/>
                  </a:cubicBezTo>
                  <a:cubicBezTo>
                    <a:pt x="2901379" y="2737054"/>
                    <a:pt x="2851621" y="2732691"/>
                    <a:pt x="2801861" y="2730199"/>
                  </a:cubicBezTo>
                  <a:cubicBezTo>
                    <a:pt x="2798356" y="2729576"/>
                    <a:pt x="2794850" y="2726460"/>
                    <a:pt x="2792751" y="2722720"/>
                  </a:cubicBezTo>
                  <a:cubicBezTo>
                    <a:pt x="2789244" y="2716488"/>
                    <a:pt x="2792751" y="2707139"/>
                    <a:pt x="2801159" y="2707139"/>
                  </a:cubicBezTo>
                  <a:close/>
                  <a:moveTo>
                    <a:pt x="2168739" y="2673330"/>
                  </a:moveTo>
                  <a:cubicBezTo>
                    <a:pt x="2172329" y="2674265"/>
                    <a:pt x="2173206" y="2677848"/>
                    <a:pt x="2164797" y="2688443"/>
                  </a:cubicBezTo>
                  <a:cubicBezTo>
                    <a:pt x="2162692" y="2691560"/>
                    <a:pt x="2157788" y="2690312"/>
                    <a:pt x="2154283" y="2690935"/>
                  </a:cubicBezTo>
                  <a:cubicBezTo>
                    <a:pt x="2150780" y="2691560"/>
                    <a:pt x="2147275" y="2692805"/>
                    <a:pt x="2143771" y="2692805"/>
                  </a:cubicBezTo>
                  <a:cubicBezTo>
                    <a:pt x="2136763" y="2692805"/>
                    <a:pt x="2129052" y="2691560"/>
                    <a:pt x="2122045" y="2690935"/>
                  </a:cubicBezTo>
                  <a:cubicBezTo>
                    <a:pt x="2121344" y="2684081"/>
                    <a:pt x="2126251" y="2680340"/>
                    <a:pt x="2135360" y="2679096"/>
                  </a:cubicBezTo>
                  <a:cubicBezTo>
                    <a:pt x="2142368" y="2677848"/>
                    <a:pt x="2149377" y="2674109"/>
                    <a:pt x="2156386" y="2674109"/>
                  </a:cubicBezTo>
                  <a:cubicBezTo>
                    <a:pt x="2158838" y="2674109"/>
                    <a:pt x="2165148" y="2672395"/>
                    <a:pt x="2168739" y="2673330"/>
                  </a:cubicBezTo>
                  <a:close/>
                  <a:moveTo>
                    <a:pt x="3109530" y="2551956"/>
                  </a:moveTo>
                  <a:cubicBezTo>
                    <a:pt x="3126350" y="2552579"/>
                    <a:pt x="3143168" y="2553827"/>
                    <a:pt x="3159990" y="2556318"/>
                  </a:cubicBezTo>
                  <a:cubicBezTo>
                    <a:pt x="3168402" y="2557565"/>
                    <a:pt x="3176109" y="2559435"/>
                    <a:pt x="3184519" y="2561928"/>
                  </a:cubicBezTo>
                  <a:cubicBezTo>
                    <a:pt x="3192929" y="2564420"/>
                    <a:pt x="3201341" y="2568160"/>
                    <a:pt x="3209050" y="2572523"/>
                  </a:cubicBezTo>
                  <a:cubicBezTo>
                    <a:pt x="3218861" y="2578132"/>
                    <a:pt x="3230775" y="2584364"/>
                    <a:pt x="3241287" y="2581248"/>
                  </a:cubicBezTo>
                  <a:cubicBezTo>
                    <a:pt x="3272126" y="2570653"/>
                    <a:pt x="3303664" y="2571899"/>
                    <a:pt x="3333798" y="2575639"/>
                  </a:cubicBezTo>
                  <a:cubicBezTo>
                    <a:pt x="3341507" y="2576262"/>
                    <a:pt x="3349216" y="2577507"/>
                    <a:pt x="3356925" y="2578755"/>
                  </a:cubicBezTo>
                  <a:cubicBezTo>
                    <a:pt x="3364637" y="2580001"/>
                    <a:pt x="3372345" y="2581870"/>
                    <a:pt x="3380054" y="2583118"/>
                  </a:cubicBezTo>
                  <a:cubicBezTo>
                    <a:pt x="3395473" y="2586234"/>
                    <a:pt x="3410891" y="2589350"/>
                    <a:pt x="3426309" y="2591220"/>
                  </a:cubicBezTo>
                  <a:lnTo>
                    <a:pt x="3449437" y="2594336"/>
                  </a:lnTo>
                  <a:lnTo>
                    <a:pt x="3473265" y="2598074"/>
                  </a:lnTo>
                  <a:cubicBezTo>
                    <a:pt x="3489385" y="2600567"/>
                    <a:pt x="3504803" y="2603683"/>
                    <a:pt x="3520223" y="2607423"/>
                  </a:cubicBezTo>
                  <a:cubicBezTo>
                    <a:pt x="3530734" y="2609917"/>
                    <a:pt x="3538443" y="2624250"/>
                    <a:pt x="3544753" y="2638585"/>
                  </a:cubicBezTo>
                  <a:cubicBezTo>
                    <a:pt x="3546855" y="2641077"/>
                    <a:pt x="3546152" y="2649181"/>
                    <a:pt x="3544753" y="2654165"/>
                  </a:cubicBezTo>
                  <a:cubicBezTo>
                    <a:pt x="3544049" y="2657905"/>
                    <a:pt x="3539846" y="2662892"/>
                    <a:pt x="3537742" y="2663514"/>
                  </a:cubicBezTo>
                  <a:cubicBezTo>
                    <a:pt x="3518119" y="2667252"/>
                    <a:pt x="3499897" y="2667877"/>
                    <a:pt x="3480973" y="2666629"/>
                  </a:cubicBezTo>
                  <a:cubicBezTo>
                    <a:pt x="3462753" y="2665384"/>
                    <a:pt x="3444532" y="2661644"/>
                    <a:pt x="3426309" y="2659151"/>
                  </a:cubicBezTo>
                  <a:cubicBezTo>
                    <a:pt x="3408089" y="2656035"/>
                    <a:pt x="3389865" y="2653541"/>
                    <a:pt x="3371644" y="2652919"/>
                  </a:cubicBezTo>
                  <a:cubicBezTo>
                    <a:pt x="3362533" y="2652297"/>
                    <a:pt x="3353422" y="2652297"/>
                    <a:pt x="3344312" y="2653541"/>
                  </a:cubicBezTo>
                  <a:cubicBezTo>
                    <a:pt x="3335202" y="2654789"/>
                    <a:pt x="3326090" y="2656657"/>
                    <a:pt x="3316980" y="2659151"/>
                  </a:cubicBezTo>
                  <a:cubicBezTo>
                    <a:pt x="3309969" y="2661020"/>
                    <a:pt x="3302962" y="2654165"/>
                    <a:pt x="3295252" y="2652919"/>
                  </a:cubicBezTo>
                  <a:cubicBezTo>
                    <a:pt x="3280534" y="2649803"/>
                    <a:pt x="3265816" y="2643570"/>
                    <a:pt x="3251099" y="2646063"/>
                  </a:cubicBezTo>
                  <a:cubicBezTo>
                    <a:pt x="3234279" y="2648556"/>
                    <a:pt x="3217458" y="2650426"/>
                    <a:pt x="3200638" y="2651049"/>
                  </a:cubicBezTo>
                  <a:cubicBezTo>
                    <a:pt x="3192229" y="2651049"/>
                    <a:pt x="3183821" y="2651672"/>
                    <a:pt x="3175409" y="2651672"/>
                  </a:cubicBezTo>
                  <a:cubicBezTo>
                    <a:pt x="3167000" y="2651672"/>
                    <a:pt x="3159290" y="2652297"/>
                    <a:pt x="3150879" y="2652297"/>
                  </a:cubicBezTo>
                  <a:cubicBezTo>
                    <a:pt x="3134761" y="2652297"/>
                    <a:pt x="3117941" y="2652297"/>
                    <a:pt x="3101821" y="2651672"/>
                  </a:cubicBezTo>
                  <a:cubicBezTo>
                    <a:pt x="3085701" y="2651049"/>
                    <a:pt x="3069580" y="2651672"/>
                    <a:pt x="3053462" y="2651049"/>
                  </a:cubicBezTo>
                  <a:cubicBezTo>
                    <a:pt x="3010712" y="2649803"/>
                    <a:pt x="2968661" y="2651672"/>
                    <a:pt x="2927313" y="2657282"/>
                  </a:cubicBezTo>
                  <a:cubicBezTo>
                    <a:pt x="2899278" y="2661644"/>
                    <a:pt x="2873347" y="2668500"/>
                    <a:pt x="2846014" y="2650426"/>
                  </a:cubicBezTo>
                  <a:cubicBezTo>
                    <a:pt x="2839705" y="2646687"/>
                    <a:pt x="2831996" y="2646063"/>
                    <a:pt x="2825690" y="2647310"/>
                  </a:cubicBezTo>
                  <a:cubicBezTo>
                    <a:pt x="2801861" y="2652919"/>
                    <a:pt x="2778733" y="2652919"/>
                    <a:pt x="2754203" y="2642946"/>
                  </a:cubicBezTo>
                  <a:cubicBezTo>
                    <a:pt x="2750698" y="2641701"/>
                    <a:pt x="2747195" y="2642946"/>
                    <a:pt x="2744392" y="2644818"/>
                  </a:cubicBezTo>
                  <a:cubicBezTo>
                    <a:pt x="2741589" y="2646687"/>
                    <a:pt x="2738086" y="2649181"/>
                    <a:pt x="2735982" y="2652919"/>
                  </a:cubicBezTo>
                  <a:cubicBezTo>
                    <a:pt x="2726871" y="2669123"/>
                    <a:pt x="2717057" y="2680340"/>
                    <a:pt x="2700940" y="2677224"/>
                  </a:cubicBezTo>
                  <a:cubicBezTo>
                    <a:pt x="2683419" y="2674109"/>
                    <a:pt x="2665196" y="2672863"/>
                    <a:pt x="2648375" y="2660398"/>
                  </a:cubicBezTo>
                  <a:cubicBezTo>
                    <a:pt x="2637164" y="2652297"/>
                    <a:pt x="2628051" y="2655413"/>
                    <a:pt x="2619640" y="2664760"/>
                  </a:cubicBezTo>
                  <a:cubicBezTo>
                    <a:pt x="2608429" y="2676602"/>
                    <a:pt x="2595113" y="2681588"/>
                    <a:pt x="2580396" y="2682211"/>
                  </a:cubicBezTo>
                  <a:cubicBezTo>
                    <a:pt x="2558667" y="2682211"/>
                    <a:pt x="2536944" y="2682211"/>
                    <a:pt x="2515217" y="2682211"/>
                  </a:cubicBezTo>
                  <a:lnTo>
                    <a:pt x="2482279" y="2681588"/>
                  </a:lnTo>
                  <a:cubicBezTo>
                    <a:pt x="2471765" y="2681588"/>
                    <a:pt x="2460550" y="2680340"/>
                    <a:pt x="2449336" y="2680965"/>
                  </a:cubicBezTo>
                  <a:cubicBezTo>
                    <a:pt x="2443030" y="2680965"/>
                    <a:pt x="2435320" y="2673486"/>
                    <a:pt x="2428313" y="2667877"/>
                  </a:cubicBezTo>
                  <a:cubicBezTo>
                    <a:pt x="2402381" y="2646687"/>
                    <a:pt x="2402381" y="2646687"/>
                    <a:pt x="2386262" y="2648556"/>
                  </a:cubicBezTo>
                  <a:cubicBezTo>
                    <a:pt x="2375048" y="2649803"/>
                    <a:pt x="2363836" y="2651672"/>
                    <a:pt x="2352622" y="2653541"/>
                  </a:cubicBezTo>
                  <a:cubicBezTo>
                    <a:pt x="2351921" y="2652297"/>
                    <a:pt x="2351221" y="2649803"/>
                    <a:pt x="2350519" y="2647933"/>
                  </a:cubicBezTo>
                  <a:cubicBezTo>
                    <a:pt x="2349819" y="2648556"/>
                    <a:pt x="2349819" y="2648556"/>
                    <a:pt x="2349118" y="2649181"/>
                  </a:cubicBezTo>
                  <a:cubicBezTo>
                    <a:pt x="2347716" y="2666008"/>
                    <a:pt x="2342107" y="2681588"/>
                    <a:pt x="2330896" y="2681588"/>
                  </a:cubicBezTo>
                  <a:cubicBezTo>
                    <a:pt x="2316178" y="2681588"/>
                    <a:pt x="2300758" y="2684704"/>
                    <a:pt x="2285340" y="2685327"/>
                  </a:cubicBezTo>
                  <a:cubicBezTo>
                    <a:pt x="2269923" y="2686573"/>
                    <a:pt x="2254504" y="2685327"/>
                    <a:pt x="2238385" y="2680340"/>
                  </a:cubicBezTo>
                  <a:cubicBezTo>
                    <a:pt x="2229276" y="2677224"/>
                    <a:pt x="2225067" y="2669745"/>
                    <a:pt x="2218761" y="2659773"/>
                  </a:cubicBezTo>
                  <a:cubicBezTo>
                    <a:pt x="2206847" y="2641077"/>
                    <a:pt x="2206148" y="2641701"/>
                    <a:pt x="2175309" y="2634845"/>
                  </a:cubicBezTo>
                  <a:cubicBezTo>
                    <a:pt x="2166197" y="2632352"/>
                    <a:pt x="2157788" y="2626743"/>
                    <a:pt x="2157788" y="2614278"/>
                  </a:cubicBezTo>
                  <a:cubicBezTo>
                    <a:pt x="2157788" y="2606799"/>
                    <a:pt x="2166197" y="2598074"/>
                    <a:pt x="2172506" y="2597452"/>
                  </a:cubicBezTo>
                  <a:cubicBezTo>
                    <a:pt x="2235582" y="2590595"/>
                    <a:pt x="2298658" y="2576884"/>
                    <a:pt x="2360330" y="2582494"/>
                  </a:cubicBezTo>
                  <a:cubicBezTo>
                    <a:pt x="2377151" y="2583740"/>
                    <a:pt x="2393971" y="2584364"/>
                    <a:pt x="2410092" y="2584986"/>
                  </a:cubicBezTo>
                  <a:cubicBezTo>
                    <a:pt x="2426909" y="2585610"/>
                    <a:pt x="2443030" y="2585610"/>
                    <a:pt x="2459151" y="2586857"/>
                  </a:cubicBezTo>
                  <a:cubicBezTo>
                    <a:pt x="2491389" y="2588727"/>
                    <a:pt x="2522927" y="2590595"/>
                    <a:pt x="2555164" y="2592465"/>
                  </a:cubicBezTo>
                  <a:cubicBezTo>
                    <a:pt x="2565678" y="2593089"/>
                    <a:pt x="2576891" y="2593089"/>
                    <a:pt x="2588104" y="2593711"/>
                  </a:cubicBezTo>
                  <a:cubicBezTo>
                    <a:pt x="2599317" y="2594336"/>
                    <a:pt x="2610530" y="2594336"/>
                    <a:pt x="2621045" y="2594336"/>
                  </a:cubicBezTo>
                  <a:cubicBezTo>
                    <a:pt x="2642769" y="2593711"/>
                    <a:pt x="2664496" y="2592465"/>
                    <a:pt x="2685521" y="2589350"/>
                  </a:cubicBezTo>
                  <a:cubicBezTo>
                    <a:pt x="2696734" y="2587479"/>
                    <a:pt x="2708650" y="2584986"/>
                    <a:pt x="2719862" y="2582494"/>
                  </a:cubicBezTo>
                  <a:cubicBezTo>
                    <a:pt x="2731077" y="2580624"/>
                    <a:pt x="2742288" y="2578132"/>
                    <a:pt x="2753503" y="2577507"/>
                  </a:cubicBezTo>
                  <a:cubicBezTo>
                    <a:pt x="2776629" y="2575639"/>
                    <a:pt x="2799058" y="2577507"/>
                    <a:pt x="2822186" y="2591843"/>
                  </a:cubicBezTo>
                  <a:cubicBezTo>
                    <a:pt x="2824988" y="2593089"/>
                    <a:pt x="2829194" y="2593711"/>
                    <a:pt x="2831996" y="2591843"/>
                  </a:cubicBezTo>
                  <a:cubicBezTo>
                    <a:pt x="2837603" y="2588727"/>
                    <a:pt x="2843208" y="2586234"/>
                    <a:pt x="2848817" y="2584364"/>
                  </a:cubicBezTo>
                  <a:cubicBezTo>
                    <a:pt x="2854423" y="2581870"/>
                    <a:pt x="2860031" y="2581248"/>
                    <a:pt x="2865635" y="2580001"/>
                  </a:cubicBezTo>
                  <a:cubicBezTo>
                    <a:pt x="2876852" y="2578132"/>
                    <a:pt x="2888764" y="2577507"/>
                    <a:pt x="2899979" y="2578132"/>
                  </a:cubicBezTo>
                  <a:cubicBezTo>
                    <a:pt x="2911193" y="2578755"/>
                    <a:pt x="2923105" y="2579378"/>
                    <a:pt x="2934320" y="2580624"/>
                  </a:cubicBezTo>
                  <a:cubicBezTo>
                    <a:pt x="2946234" y="2581870"/>
                    <a:pt x="2957449" y="2583118"/>
                    <a:pt x="2969360" y="2583118"/>
                  </a:cubicBezTo>
                  <a:cubicBezTo>
                    <a:pt x="2987584" y="2583740"/>
                    <a:pt x="3005105" y="2583740"/>
                    <a:pt x="3023327" y="2580624"/>
                  </a:cubicBezTo>
                  <a:cubicBezTo>
                    <a:pt x="3040848" y="2577507"/>
                    <a:pt x="3059069" y="2571275"/>
                    <a:pt x="3076589" y="2558811"/>
                  </a:cubicBezTo>
                  <a:cubicBezTo>
                    <a:pt x="3086404" y="2551956"/>
                    <a:pt x="3098317" y="2551332"/>
                    <a:pt x="3109530" y="2551956"/>
                  </a:cubicBezTo>
                  <a:close/>
                  <a:moveTo>
                    <a:pt x="4280635" y="2537621"/>
                  </a:moveTo>
                  <a:cubicBezTo>
                    <a:pt x="4277130" y="2536998"/>
                    <a:pt x="4271524" y="2541985"/>
                    <a:pt x="4268020" y="2545723"/>
                  </a:cubicBezTo>
                  <a:cubicBezTo>
                    <a:pt x="4262413" y="2551332"/>
                    <a:pt x="4262413" y="2563797"/>
                    <a:pt x="4272224" y="2568160"/>
                  </a:cubicBezTo>
                  <a:cubicBezTo>
                    <a:pt x="4317781" y="2588727"/>
                    <a:pt x="4364736" y="2600567"/>
                    <a:pt x="4417999" y="2598698"/>
                  </a:cubicBezTo>
                  <a:cubicBezTo>
                    <a:pt x="4420802" y="2598698"/>
                    <a:pt x="4425709" y="2594336"/>
                    <a:pt x="4429914" y="2591843"/>
                  </a:cubicBezTo>
                  <a:cubicBezTo>
                    <a:pt x="4427811" y="2587479"/>
                    <a:pt x="4426410" y="2582494"/>
                    <a:pt x="4423607" y="2578755"/>
                  </a:cubicBezTo>
                  <a:cubicBezTo>
                    <a:pt x="4420802" y="2575015"/>
                    <a:pt x="4417298" y="2571275"/>
                    <a:pt x="4413796" y="2570030"/>
                  </a:cubicBezTo>
                  <a:cubicBezTo>
                    <a:pt x="4402581" y="2566290"/>
                    <a:pt x="4392070" y="2563174"/>
                    <a:pt x="4378052" y="2559435"/>
                  </a:cubicBezTo>
                  <a:cubicBezTo>
                    <a:pt x="4364736" y="2555695"/>
                    <a:pt x="4348617" y="2551332"/>
                    <a:pt x="4327590" y="2545100"/>
                  </a:cubicBezTo>
                  <a:cubicBezTo>
                    <a:pt x="4325490" y="2544477"/>
                    <a:pt x="4303063" y="2540739"/>
                    <a:pt x="4280635" y="2537621"/>
                  </a:cubicBezTo>
                  <a:close/>
                  <a:moveTo>
                    <a:pt x="3692629" y="2509577"/>
                  </a:moveTo>
                  <a:lnTo>
                    <a:pt x="3684217" y="2514562"/>
                  </a:lnTo>
                  <a:lnTo>
                    <a:pt x="3691928" y="2518924"/>
                  </a:lnTo>
                  <a:close/>
                  <a:moveTo>
                    <a:pt x="1796153" y="2391162"/>
                  </a:moveTo>
                  <a:cubicBezTo>
                    <a:pt x="1796153" y="2392408"/>
                    <a:pt x="1796853" y="2393655"/>
                    <a:pt x="1797555" y="2394901"/>
                  </a:cubicBezTo>
                  <a:lnTo>
                    <a:pt x="1794050" y="2394901"/>
                  </a:lnTo>
                  <a:cubicBezTo>
                    <a:pt x="1792648" y="2394901"/>
                    <a:pt x="1791948" y="2394901"/>
                    <a:pt x="1790547" y="2394278"/>
                  </a:cubicBezTo>
                  <a:cubicBezTo>
                    <a:pt x="1792648" y="2393030"/>
                    <a:pt x="1794050" y="2392408"/>
                    <a:pt x="1796153" y="2391162"/>
                  </a:cubicBezTo>
                  <a:close/>
                  <a:moveTo>
                    <a:pt x="1746043" y="2386098"/>
                  </a:moveTo>
                  <a:cubicBezTo>
                    <a:pt x="1760586" y="2386020"/>
                    <a:pt x="1775478" y="2388670"/>
                    <a:pt x="1790547" y="2393655"/>
                  </a:cubicBezTo>
                  <a:cubicBezTo>
                    <a:pt x="1766718" y="2407366"/>
                    <a:pt x="1740086" y="2414845"/>
                    <a:pt x="1711352" y="2416716"/>
                  </a:cubicBezTo>
                  <a:cubicBezTo>
                    <a:pt x="1698736" y="2417961"/>
                    <a:pt x="1693130" y="2414222"/>
                    <a:pt x="1695933" y="2404250"/>
                  </a:cubicBezTo>
                  <a:cubicBezTo>
                    <a:pt x="1696633" y="2399887"/>
                    <a:pt x="1700137" y="2396149"/>
                    <a:pt x="1703642" y="2394901"/>
                  </a:cubicBezTo>
                  <a:cubicBezTo>
                    <a:pt x="1717308" y="2388980"/>
                    <a:pt x="1731500" y="2386177"/>
                    <a:pt x="1746043" y="2386098"/>
                  </a:cubicBezTo>
                  <a:close/>
                  <a:moveTo>
                    <a:pt x="2420603" y="2303911"/>
                  </a:moveTo>
                  <a:cubicBezTo>
                    <a:pt x="2404483" y="2299548"/>
                    <a:pt x="2391169" y="2305157"/>
                    <a:pt x="2389765" y="2316999"/>
                  </a:cubicBezTo>
                  <a:cubicBezTo>
                    <a:pt x="2389065" y="2321361"/>
                    <a:pt x="2391869" y="2326970"/>
                    <a:pt x="2392571" y="2331956"/>
                  </a:cubicBezTo>
                  <a:cubicBezTo>
                    <a:pt x="2400980" y="2353769"/>
                    <a:pt x="2424809" y="2356262"/>
                    <a:pt x="2431815" y="2339435"/>
                  </a:cubicBezTo>
                  <a:cubicBezTo>
                    <a:pt x="2436022" y="2330710"/>
                    <a:pt x="2436723" y="2321361"/>
                    <a:pt x="2431115" y="2312014"/>
                  </a:cubicBezTo>
                  <a:cubicBezTo>
                    <a:pt x="2428313" y="2308273"/>
                    <a:pt x="2424107" y="2304533"/>
                    <a:pt x="2420603" y="2303911"/>
                  </a:cubicBezTo>
                  <a:close/>
                  <a:moveTo>
                    <a:pt x="11828688" y="2025951"/>
                  </a:moveTo>
                  <a:cubicBezTo>
                    <a:pt x="11855320" y="2027197"/>
                    <a:pt x="11874243" y="2044023"/>
                    <a:pt x="11893166" y="2060229"/>
                  </a:cubicBezTo>
                  <a:cubicBezTo>
                    <a:pt x="11895969" y="2063345"/>
                    <a:pt x="11895969" y="2070199"/>
                    <a:pt x="11897371" y="2075185"/>
                  </a:cubicBezTo>
                  <a:cubicBezTo>
                    <a:pt x="11893867" y="2077677"/>
                    <a:pt x="11890363" y="2082041"/>
                    <a:pt x="11886859" y="2082664"/>
                  </a:cubicBezTo>
                  <a:cubicBezTo>
                    <a:pt x="11854619" y="2087650"/>
                    <a:pt x="11827287" y="2080793"/>
                    <a:pt x="11813970" y="2047141"/>
                  </a:cubicBezTo>
                  <a:cubicBezTo>
                    <a:pt x="11812568" y="2043400"/>
                    <a:pt x="11813970" y="2037169"/>
                    <a:pt x="11816074" y="2034053"/>
                  </a:cubicBezTo>
                  <a:cubicBezTo>
                    <a:pt x="11818875" y="2030313"/>
                    <a:pt x="11825184" y="2025951"/>
                    <a:pt x="11828688" y="2025951"/>
                  </a:cubicBezTo>
                  <a:close/>
                  <a:moveTo>
                    <a:pt x="11438320" y="1948047"/>
                  </a:moveTo>
                  <a:cubicBezTo>
                    <a:pt x="11448832" y="1947424"/>
                    <a:pt x="11458643" y="1949295"/>
                    <a:pt x="11468454" y="1949918"/>
                  </a:cubicBezTo>
                  <a:cubicBezTo>
                    <a:pt x="11523822" y="1954903"/>
                    <a:pt x="11570778" y="1988558"/>
                    <a:pt x="11626845" y="1992297"/>
                  </a:cubicBezTo>
                  <a:cubicBezTo>
                    <a:pt x="11631750" y="1992297"/>
                    <a:pt x="11637358" y="1995412"/>
                    <a:pt x="11640161" y="1999153"/>
                  </a:cubicBezTo>
                  <a:cubicBezTo>
                    <a:pt x="11646469" y="2006630"/>
                    <a:pt x="11656281" y="2014732"/>
                    <a:pt x="11655581" y="2022834"/>
                  </a:cubicBezTo>
                  <a:cubicBezTo>
                    <a:pt x="11654878" y="2035299"/>
                    <a:pt x="11644366" y="2038415"/>
                    <a:pt x="11631750" y="2035299"/>
                  </a:cubicBezTo>
                  <a:cubicBezTo>
                    <a:pt x="11607221" y="2029689"/>
                    <a:pt x="11582693" y="2025327"/>
                    <a:pt x="11557463" y="2019718"/>
                  </a:cubicBezTo>
                  <a:cubicBezTo>
                    <a:pt x="11557463" y="2019095"/>
                    <a:pt x="11558162" y="2017849"/>
                    <a:pt x="11558162" y="2017225"/>
                  </a:cubicBezTo>
                  <a:cubicBezTo>
                    <a:pt x="11523822" y="2009746"/>
                    <a:pt x="11489479" y="2003514"/>
                    <a:pt x="11455139" y="1995412"/>
                  </a:cubicBezTo>
                  <a:cubicBezTo>
                    <a:pt x="11446027" y="1993542"/>
                    <a:pt x="11436218" y="1987310"/>
                    <a:pt x="11430610" y="1979831"/>
                  </a:cubicBezTo>
                  <a:cubicBezTo>
                    <a:pt x="11425704" y="1973600"/>
                    <a:pt x="11425003" y="1962382"/>
                    <a:pt x="11424303" y="1953033"/>
                  </a:cubicBezTo>
                  <a:cubicBezTo>
                    <a:pt x="11424303" y="1952411"/>
                    <a:pt x="11433413" y="1948047"/>
                    <a:pt x="11438320" y="1948047"/>
                  </a:cubicBezTo>
                  <a:close/>
                  <a:moveTo>
                    <a:pt x="10645669" y="1838359"/>
                  </a:moveTo>
                  <a:cubicBezTo>
                    <a:pt x="10650574" y="1838982"/>
                    <a:pt x="10656182" y="1837111"/>
                    <a:pt x="10660387" y="1838982"/>
                  </a:cubicBezTo>
                  <a:cubicBezTo>
                    <a:pt x="10663190" y="1840852"/>
                    <a:pt x="10665293" y="1848954"/>
                    <a:pt x="10663190" y="1852070"/>
                  </a:cubicBezTo>
                  <a:cubicBezTo>
                    <a:pt x="10661087" y="1855809"/>
                    <a:pt x="10654078" y="1858301"/>
                    <a:pt x="10650574" y="1857679"/>
                  </a:cubicBezTo>
                  <a:cubicBezTo>
                    <a:pt x="10646370" y="1857055"/>
                    <a:pt x="10642165" y="1853315"/>
                    <a:pt x="10640062" y="1848954"/>
                  </a:cubicBezTo>
                  <a:cubicBezTo>
                    <a:pt x="10638661" y="1847084"/>
                    <a:pt x="10643566" y="1842098"/>
                    <a:pt x="10645669" y="1838359"/>
                  </a:cubicBezTo>
                  <a:close/>
                  <a:moveTo>
                    <a:pt x="11909286" y="1825893"/>
                  </a:moveTo>
                  <a:cubicBezTo>
                    <a:pt x="11916994" y="1822154"/>
                    <a:pt x="11924002" y="1822154"/>
                    <a:pt x="11931010" y="1827139"/>
                  </a:cubicBezTo>
                  <a:cubicBezTo>
                    <a:pt x="11940122" y="1834618"/>
                    <a:pt x="11942224" y="1841475"/>
                    <a:pt x="11935918" y="1848330"/>
                  </a:cubicBezTo>
                  <a:cubicBezTo>
                    <a:pt x="11933114" y="1851447"/>
                    <a:pt x="11927506" y="1853315"/>
                    <a:pt x="11924002" y="1853315"/>
                  </a:cubicBezTo>
                  <a:cubicBezTo>
                    <a:pt x="11909985" y="1852692"/>
                    <a:pt x="11907884" y="1847084"/>
                    <a:pt x="11909286" y="1825893"/>
                  </a:cubicBezTo>
                  <a:close/>
                  <a:moveTo>
                    <a:pt x="11907884" y="1824023"/>
                  </a:moveTo>
                  <a:lnTo>
                    <a:pt x="11909284" y="1824023"/>
                  </a:lnTo>
                  <a:cubicBezTo>
                    <a:pt x="11909284" y="1824647"/>
                    <a:pt x="11909284" y="1825271"/>
                    <a:pt x="11909284" y="1825893"/>
                  </a:cubicBezTo>
                  <a:cubicBezTo>
                    <a:pt x="11907884" y="1826516"/>
                    <a:pt x="11906480" y="1826516"/>
                    <a:pt x="11905780" y="1827764"/>
                  </a:cubicBezTo>
                  <a:cubicBezTo>
                    <a:pt x="11906480" y="1826516"/>
                    <a:pt x="11907181" y="1825271"/>
                    <a:pt x="11907884" y="1824023"/>
                  </a:cubicBezTo>
                  <a:close/>
                  <a:moveTo>
                    <a:pt x="10241984" y="1779150"/>
                  </a:moveTo>
                  <a:cubicBezTo>
                    <a:pt x="10243387" y="1779774"/>
                    <a:pt x="10242685" y="1786007"/>
                    <a:pt x="10242685" y="1789123"/>
                  </a:cubicBezTo>
                  <a:cubicBezTo>
                    <a:pt x="10230770" y="1794109"/>
                    <a:pt x="10225867" y="1790369"/>
                    <a:pt x="10230770" y="1779774"/>
                  </a:cubicBezTo>
                  <a:cubicBezTo>
                    <a:pt x="10231473" y="1777905"/>
                    <a:pt x="10239181" y="1777905"/>
                    <a:pt x="10241984" y="1779150"/>
                  </a:cubicBezTo>
                  <a:close/>
                  <a:moveTo>
                    <a:pt x="9872642" y="1374054"/>
                  </a:moveTo>
                  <a:cubicBezTo>
                    <a:pt x="9906984" y="1385270"/>
                    <a:pt x="9943428" y="1380907"/>
                    <a:pt x="9978469" y="1387142"/>
                  </a:cubicBezTo>
                  <a:cubicBezTo>
                    <a:pt x="10058365" y="1400852"/>
                    <a:pt x="10138962" y="1413317"/>
                    <a:pt x="10218858" y="1426405"/>
                  </a:cubicBezTo>
                  <a:cubicBezTo>
                    <a:pt x="10299455" y="1439493"/>
                    <a:pt x="10379351" y="1452581"/>
                    <a:pt x="10457844" y="1470652"/>
                  </a:cubicBezTo>
                  <a:cubicBezTo>
                    <a:pt x="10492186" y="1478755"/>
                    <a:pt x="10527927" y="1483740"/>
                    <a:pt x="10563671" y="1483740"/>
                  </a:cubicBezTo>
                  <a:cubicBezTo>
                    <a:pt x="10585397" y="1483740"/>
                    <a:pt x="10607123" y="1484365"/>
                    <a:pt x="10628850" y="1486234"/>
                  </a:cubicBezTo>
                  <a:cubicBezTo>
                    <a:pt x="10650574" y="1488104"/>
                    <a:pt x="10672302" y="1489973"/>
                    <a:pt x="10693326" y="1493089"/>
                  </a:cubicBezTo>
                  <a:cubicBezTo>
                    <a:pt x="10735377" y="1499322"/>
                    <a:pt x="10777428" y="1508048"/>
                    <a:pt x="10818776" y="1519266"/>
                  </a:cubicBezTo>
                  <a:cubicBezTo>
                    <a:pt x="10848212" y="1527368"/>
                    <a:pt x="10878348" y="1530483"/>
                    <a:pt x="10908484" y="1534847"/>
                  </a:cubicBezTo>
                  <a:cubicBezTo>
                    <a:pt x="11013611" y="1551050"/>
                    <a:pt x="11119439" y="1561022"/>
                    <a:pt x="11224565" y="1576603"/>
                  </a:cubicBezTo>
                  <a:cubicBezTo>
                    <a:pt x="11261708" y="1582211"/>
                    <a:pt x="11299554" y="1587821"/>
                    <a:pt x="11336699" y="1594676"/>
                  </a:cubicBezTo>
                  <a:cubicBezTo>
                    <a:pt x="11373842" y="1601532"/>
                    <a:pt x="11410988" y="1609010"/>
                    <a:pt x="11448132" y="1615865"/>
                  </a:cubicBezTo>
                  <a:cubicBezTo>
                    <a:pt x="11522421" y="1630823"/>
                    <a:pt x="11596009" y="1647650"/>
                    <a:pt x="11668896" y="1666971"/>
                  </a:cubicBezTo>
                  <a:cubicBezTo>
                    <a:pt x="11692724" y="1673202"/>
                    <a:pt x="11719358" y="1675072"/>
                    <a:pt x="11743887" y="1670710"/>
                  </a:cubicBezTo>
                  <a:cubicBezTo>
                    <a:pt x="11802758" y="1660115"/>
                    <a:pt x="11853918" y="1679434"/>
                    <a:pt x="11906481" y="1697509"/>
                  </a:cubicBezTo>
                  <a:cubicBezTo>
                    <a:pt x="11935918" y="1729917"/>
                    <a:pt x="11980069" y="1726177"/>
                    <a:pt x="12015813" y="1743004"/>
                  </a:cubicBezTo>
                  <a:cubicBezTo>
                    <a:pt x="12020018" y="1744873"/>
                    <a:pt x="12022821" y="1750483"/>
                    <a:pt x="12026326" y="1754223"/>
                  </a:cubicBezTo>
                  <a:cubicBezTo>
                    <a:pt x="12018616" y="1759832"/>
                    <a:pt x="12010907" y="1768556"/>
                    <a:pt x="12002498" y="1769804"/>
                  </a:cubicBezTo>
                  <a:cubicBezTo>
                    <a:pt x="11987078" y="1771672"/>
                    <a:pt x="11972361" y="1767310"/>
                    <a:pt x="11956943" y="1768556"/>
                  </a:cubicBezTo>
                  <a:cubicBezTo>
                    <a:pt x="11940823" y="1769804"/>
                    <a:pt x="11929609" y="1779775"/>
                    <a:pt x="11923302" y="1797848"/>
                  </a:cubicBezTo>
                  <a:cubicBezTo>
                    <a:pt x="11919798" y="1807197"/>
                    <a:pt x="11914191" y="1815300"/>
                    <a:pt x="11908585" y="1823401"/>
                  </a:cubicBezTo>
                  <a:cubicBezTo>
                    <a:pt x="11888261" y="1822154"/>
                    <a:pt x="11869338" y="1817169"/>
                    <a:pt x="11860227" y="1795355"/>
                  </a:cubicBezTo>
                  <a:cubicBezTo>
                    <a:pt x="11849714" y="1769180"/>
                    <a:pt x="11832893" y="1751730"/>
                    <a:pt x="11806263" y="1746121"/>
                  </a:cubicBezTo>
                  <a:cubicBezTo>
                    <a:pt x="11722162" y="1728047"/>
                    <a:pt x="11638760" y="1706858"/>
                    <a:pt x="11549753" y="1718698"/>
                  </a:cubicBezTo>
                  <a:cubicBezTo>
                    <a:pt x="11518216" y="1722438"/>
                    <a:pt x="11488781" y="1716830"/>
                    <a:pt x="11460748" y="1704364"/>
                  </a:cubicBezTo>
                  <a:cubicBezTo>
                    <a:pt x="11428508" y="1690030"/>
                    <a:pt x="11396270" y="1676318"/>
                    <a:pt x="11363329" y="1664479"/>
                  </a:cubicBezTo>
                  <a:cubicBezTo>
                    <a:pt x="11325485" y="1651390"/>
                    <a:pt x="11286938" y="1640172"/>
                    <a:pt x="11247690" y="1629577"/>
                  </a:cubicBezTo>
                  <a:cubicBezTo>
                    <a:pt x="11233674" y="1625836"/>
                    <a:pt x="11216854" y="1625214"/>
                    <a:pt x="11202838" y="1635809"/>
                  </a:cubicBezTo>
                  <a:cubicBezTo>
                    <a:pt x="11165693" y="1663231"/>
                    <a:pt x="11136959" y="1649519"/>
                    <a:pt x="11106122" y="1629577"/>
                  </a:cubicBezTo>
                  <a:cubicBezTo>
                    <a:pt x="11084396" y="1615241"/>
                    <a:pt x="11054959" y="1612126"/>
                    <a:pt x="11031833" y="1623967"/>
                  </a:cubicBezTo>
                  <a:cubicBezTo>
                    <a:pt x="10989783" y="1645781"/>
                    <a:pt x="10953338" y="1643288"/>
                    <a:pt x="10912691" y="1631446"/>
                  </a:cubicBezTo>
                  <a:cubicBezTo>
                    <a:pt x="10835597" y="1608388"/>
                    <a:pt x="10755001" y="1595922"/>
                    <a:pt x="10674405" y="1585329"/>
                  </a:cubicBezTo>
                  <a:cubicBezTo>
                    <a:pt x="10649173" y="1582211"/>
                    <a:pt x="10624645" y="1577849"/>
                    <a:pt x="10599413" y="1573485"/>
                  </a:cubicBezTo>
                  <a:lnTo>
                    <a:pt x="10524423" y="1559152"/>
                  </a:lnTo>
                  <a:lnTo>
                    <a:pt x="10345010" y="1526120"/>
                  </a:lnTo>
                  <a:cubicBezTo>
                    <a:pt x="10284737" y="1514902"/>
                    <a:pt x="10225164" y="1504307"/>
                    <a:pt x="10165594" y="1491843"/>
                  </a:cubicBezTo>
                  <a:cubicBezTo>
                    <a:pt x="10066074" y="1471277"/>
                    <a:pt x="9967254" y="1448218"/>
                    <a:pt x="9868436" y="1426405"/>
                  </a:cubicBezTo>
                  <a:cubicBezTo>
                    <a:pt x="9863532" y="1425157"/>
                    <a:pt x="9860027" y="1421419"/>
                    <a:pt x="9855121" y="1419548"/>
                  </a:cubicBezTo>
                  <a:cubicBezTo>
                    <a:pt x="9841806" y="1415185"/>
                    <a:pt x="9839001" y="1406461"/>
                    <a:pt x="9848815" y="1392750"/>
                  </a:cubicBezTo>
                  <a:cubicBezTo>
                    <a:pt x="9855823" y="1385270"/>
                    <a:pt x="9867735" y="1372183"/>
                    <a:pt x="9872642" y="1374054"/>
                  </a:cubicBezTo>
                  <a:close/>
                  <a:moveTo>
                    <a:pt x="8743587" y="1107933"/>
                  </a:moveTo>
                  <a:cubicBezTo>
                    <a:pt x="8780733" y="1105441"/>
                    <a:pt x="8815074" y="1112297"/>
                    <a:pt x="8848713" y="1121645"/>
                  </a:cubicBezTo>
                  <a:cubicBezTo>
                    <a:pt x="8916696" y="1140341"/>
                    <a:pt x="8983275" y="1160908"/>
                    <a:pt x="9050557" y="1180228"/>
                  </a:cubicBezTo>
                  <a:lnTo>
                    <a:pt x="9050557" y="1179606"/>
                  </a:lnTo>
                  <a:cubicBezTo>
                    <a:pt x="9089104" y="1190823"/>
                    <a:pt x="9127648" y="1202043"/>
                    <a:pt x="9166195" y="1212013"/>
                  </a:cubicBezTo>
                  <a:cubicBezTo>
                    <a:pt x="9199835" y="1220739"/>
                    <a:pt x="9234877" y="1227594"/>
                    <a:pt x="9268517" y="1236319"/>
                  </a:cubicBezTo>
                  <a:cubicBezTo>
                    <a:pt x="9282534" y="1240058"/>
                    <a:pt x="9296552" y="1245668"/>
                    <a:pt x="9309867" y="1251901"/>
                  </a:cubicBezTo>
                  <a:cubicBezTo>
                    <a:pt x="9314072" y="1253769"/>
                    <a:pt x="9315473" y="1260002"/>
                    <a:pt x="9318278" y="1264364"/>
                  </a:cubicBezTo>
                  <a:cubicBezTo>
                    <a:pt x="9310569" y="1269350"/>
                    <a:pt x="9301458" y="1279322"/>
                    <a:pt x="9296552" y="1278077"/>
                  </a:cubicBezTo>
                  <a:cubicBezTo>
                    <a:pt x="9185818" y="1246290"/>
                    <a:pt x="9073683" y="1220739"/>
                    <a:pt x="8958044" y="1206403"/>
                  </a:cubicBezTo>
                  <a:cubicBezTo>
                    <a:pt x="8897773" y="1199550"/>
                    <a:pt x="8839603" y="1182722"/>
                    <a:pt x="8780733" y="1169634"/>
                  </a:cubicBezTo>
                  <a:cubicBezTo>
                    <a:pt x="8761110" y="1165272"/>
                    <a:pt x="8741486" y="1159663"/>
                    <a:pt x="8723263" y="1152184"/>
                  </a:cubicBezTo>
                  <a:cubicBezTo>
                    <a:pt x="8715554" y="1148444"/>
                    <a:pt x="8709245" y="1139719"/>
                    <a:pt x="8704340" y="1131616"/>
                  </a:cubicBezTo>
                  <a:cubicBezTo>
                    <a:pt x="8700135" y="1124761"/>
                    <a:pt x="8728170" y="1109181"/>
                    <a:pt x="8743587" y="1107933"/>
                  </a:cubicBezTo>
                  <a:close/>
                  <a:moveTo>
                    <a:pt x="7895570" y="918473"/>
                  </a:moveTo>
                  <a:cubicBezTo>
                    <a:pt x="7896972" y="919721"/>
                    <a:pt x="7899074" y="920965"/>
                    <a:pt x="7900476" y="922213"/>
                  </a:cubicBezTo>
                  <a:cubicBezTo>
                    <a:pt x="7899074" y="922213"/>
                    <a:pt x="7898373" y="922213"/>
                    <a:pt x="7897673" y="922836"/>
                  </a:cubicBezTo>
                  <a:cubicBezTo>
                    <a:pt x="7894869" y="922213"/>
                    <a:pt x="7891365" y="922213"/>
                    <a:pt x="7888562" y="921590"/>
                  </a:cubicBezTo>
                  <a:close/>
                  <a:moveTo>
                    <a:pt x="7929386" y="918239"/>
                  </a:moveTo>
                  <a:cubicBezTo>
                    <a:pt x="7938848" y="918472"/>
                    <a:pt x="7948133" y="920030"/>
                    <a:pt x="7957245" y="922835"/>
                  </a:cubicBezTo>
                  <a:cubicBezTo>
                    <a:pt x="8003500" y="937794"/>
                    <a:pt x="8050455" y="953374"/>
                    <a:pt x="8096711" y="969578"/>
                  </a:cubicBezTo>
                  <a:cubicBezTo>
                    <a:pt x="8105822" y="972694"/>
                    <a:pt x="8112830" y="979548"/>
                    <a:pt x="8119840" y="984535"/>
                  </a:cubicBezTo>
                  <a:cubicBezTo>
                    <a:pt x="8072182" y="973940"/>
                    <a:pt x="8023825" y="963969"/>
                    <a:pt x="7975467" y="952749"/>
                  </a:cubicBezTo>
                  <a:cubicBezTo>
                    <a:pt x="7948833" y="946518"/>
                    <a:pt x="7922202" y="939662"/>
                    <a:pt x="7900476" y="921590"/>
                  </a:cubicBezTo>
                  <a:cubicBezTo>
                    <a:pt x="7910288" y="919096"/>
                    <a:pt x="7919924" y="918006"/>
                    <a:pt x="7929386" y="918239"/>
                  </a:cubicBezTo>
                  <a:close/>
                  <a:moveTo>
                    <a:pt x="7245192" y="748330"/>
                  </a:moveTo>
                  <a:cubicBezTo>
                    <a:pt x="7358025" y="758302"/>
                    <a:pt x="7465956" y="785101"/>
                    <a:pt x="7573184" y="811279"/>
                  </a:cubicBezTo>
                  <a:cubicBezTo>
                    <a:pt x="7636260" y="826236"/>
                    <a:pt x="7699336" y="843063"/>
                    <a:pt x="7753301" y="881704"/>
                  </a:cubicBezTo>
                  <a:cubicBezTo>
                    <a:pt x="7791846" y="908502"/>
                    <a:pt x="7840204" y="915357"/>
                    <a:pt x="7888562" y="920965"/>
                  </a:cubicBezTo>
                  <a:cubicBezTo>
                    <a:pt x="7871041" y="928444"/>
                    <a:pt x="7853519" y="935923"/>
                    <a:pt x="7834598" y="931560"/>
                  </a:cubicBezTo>
                  <a:cubicBezTo>
                    <a:pt x="7770820" y="916603"/>
                    <a:pt x="7708447" y="896038"/>
                    <a:pt x="7642567" y="887312"/>
                  </a:cubicBezTo>
                  <a:cubicBezTo>
                    <a:pt x="7540245" y="874224"/>
                    <a:pt x="7444931" y="842440"/>
                    <a:pt x="7348215" y="814394"/>
                  </a:cubicBezTo>
                  <a:cubicBezTo>
                    <a:pt x="7308967" y="803176"/>
                    <a:pt x="7271823" y="788217"/>
                    <a:pt x="7234678" y="773884"/>
                  </a:cubicBezTo>
                  <a:cubicBezTo>
                    <a:pt x="7221363" y="768897"/>
                    <a:pt x="7220662" y="760173"/>
                    <a:pt x="7230472" y="753941"/>
                  </a:cubicBezTo>
                  <a:cubicBezTo>
                    <a:pt x="7235379" y="751447"/>
                    <a:pt x="7240984" y="747708"/>
                    <a:pt x="7245192" y="748330"/>
                  </a:cubicBezTo>
                  <a:close/>
                  <a:moveTo>
                    <a:pt x="6824688" y="631163"/>
                  </a:moveTo>
                  <a:cubicBezTo>
                    <a:pt x="6852721" y="636149"/>
                    <a:pt x="6880753" y="642382"/>
                    <a:pt x="6906686" y="651106"/>
                  </a:cubicBezTo>
                  <a:cubicBezTo>
                    <a:pt x="6933318" y="659832"/>
                    <a:pt x="6957848" y="671673"/>
                    <a:pt x="6980975" y="687254"/>
                  </a:cubicBezTo>
                  <a:cubicBezTo>
                    <a:pt x="6985180" y="689747"/>
                    <a:pt x="6987983" y="695356"/>
                    <a:pt x="6987983" y="699718"/>
                  </a:cubicBezTo>
                  <a:cubicBezTo>
                    <a:pt x="6987282" y="707820"/>
                    <a:pt x="6978172" y="711560"/>
                    <a:pt x="6965556" y="709067"/>
                  </a:cubicBezTo>
                  <a:cubicBezTo>
                    <a:pt x="6953641" y="706573"/>
                    <a:pt x="6941027" y="704081"/>
                    <a:pt x="6928410" y="700965"/>
                  </a:cubicBezTo>
                  <a:cubicBezTo>
                    <a:pt x="6915797" y="698472"/>
                    <a:pt x="6903181" y="695356"/>
                    <a:pt x="6890566" y="692240"/>
                  </a:cubicBezTo>
                  <a:cubicBezTo>
                    <a:pt x="6867439" y="682892"/>
                    <a:pt x="6844311" y="672920"/>
                    <a:pt x="6821183" y="662325"/>
                  </a:cubicBezTo>
                  <a:cubicBezTo>
                    <a:pt x="6816978" y="660454"/>
                    <a:pt x="6814175" y="654846"/>
                    <a:pt x="6812072" y="651106"/>
                  </a:cubicBezTo>
                  <a:cubicBezTo>
                    <a:pt x="6810671" y="647367"/>
                    <a:pt x="6808568" y="641135"/>
                    <a:pt x="6810671" y="638642"/>
                  </a:cubicBezTo>
                  <a:cubicBezTo>
                    <a:pt x="6813473" y="634903"/>
                    <a:pt x="6820482" y="630540"/>
                    <a:pt x="6824688" y="631163"/>
                  </a:cubicBezTo>
                  <a:close/>
                  <a:moveTo>
                    <a:pt x="6430112" y="533940"/>
                  </a:moveTo>
                  <a:cubicBezTo>
                    <a:pt x="6481975" y="529577"/>
                    <a:pt x="6524025" y="555129"/>
                    <a:pt x="6573086" y="560115"/>
                  </a:cubicBezTo>
                  <a:cubicBezTo>
                    <a:pt x="6616537" y="564477"/>
                    <a:pt x="6657186" y="578812"/>
                    <a:pt x="6698536" y="588784"/>
                  </a:cubicBezTo>
                  <a:cubicBezTo>
                    <a:pt x="6702740" y="590030"/>
                    <a:pt x="6707646" y="593769"/>
                    <a:pt x="6711150" y="596886"/>
                  </a:cubicBezTo>
                  <a:cubicBezTo>
                    <a:pt x="6714654" y="600624"/>
                    <a:pt x="6717459" y="604987"/>
                    <a:pt x="6720963" y="608727"/>
                  </a:cubicBezTo>
                  <a:cubicBezTo>
                    <a:pt x="6712552" y="614959"/>
                    <a:pt x="6704142" y="624931"/>
                    <a:pt x="6695731" y="626178"/>
                  </a:cubicBezTo>
                  <a:cubicBezTo>
                    <a:pt x="6633357" y="633656"/>
                    <a:pt x="6579393" y="613090"/>
                    <a:pt x="6521923" y="596263"/>
                  </a:cubicBezTo>
                  <a:cubicBezTo>
                    <a:pt x="6491086" y="586914"/>
                    <a:pt x="6460250" y="577565"/>
                    <a:pt x="6429412" y="567593"/>
                  </a:cubicBezTo>
                  <a:cubicBezTo>
                    <a:pt x="6425207" y="566348"/>
                    <a:pt x="6422403" y="560739"/>
                    <a:pt x="6419601" y="556376"/>
                  </a:cubicBezTo>
                  <a:cubicBezTo>
                    <a:pt x="6417497" y="552636"/>
                    <a:pt x="6414695" y="546404"/>
                    <a:pt x="6416097" y="543288"/>
                  </a:cubicBezTo>
                  <a:cubicBezTo>
                    <a:pt x="6418899" y="538925"/>
                    <a:pt x="6425207" y="534562"/>
                    <a:pt x="6430112" y="533940"/>
                  </a:cubicBezTo>
                  <a:close/>
                  <a:moveTo>
                    <a:pt x="205248" y="482836"/>
                  </a:moveTo>
                  <a:cubicBezTo>
                    <a:pt x="210156" y="482212"/>
                    <a:pt x="216462" y="486575"/>
                    <a:pt x="222069" y="488445"/>
                  </a:cubicBezTo>
                  <a:cubicBezTo>
                    <a:pt x="216462" y="495924"/>
                    <a:pt x="212257" y="506518"/>
                    <a:pt x="203847" y="509635"/>
                  </a:cubicBezTo>
                  <a:cubicBezTo>
                    <a:pt x="189130" y="515867"/>
                    <a:pt x="173013" y="520229"/>
                    <a:pt x="156892" y="523345"/>
                  </a:cubicBezTo>
                  <a:cubicBezTo>
                    <a:pt x="140772" y="526461"/>
                    <a:pt x="124652" y="528955"/>
                    <a:pt x="108533" y="530824"/>
                  </a:cubicBezTo>
                  <a:cubicBezTo>
                    <a:pt x="76294" y="535187"/>
                    <a:pt x="43355" y="538303"/>
                    <a:pt x="11818" y="546404"/>
                  </a:cubicBezTo>
                  <a:lnTo>
                    <a:pt x="0" y="543462"/>
                  </a:lnTo>
                  <a:lnTo>
                    <a:pt x="0" y="527389"/>
                  </a:lnTo>
                  <a:lnTo>
                    <a:pt x="603" y="525839"/>
                  </a:lnTo>
                  <a:cubicBezTo>
                    <a:pt x="25134" y="517113"/>
                    <a:pt x="51766" y="504025"/>
                    <a:pt x="80499" y="498416"/>
                  </a:cubicBezTo>
                  <a:cubicBezTo>
                    <a:pt x="100823" y="494676"/>
                    <a:pt x="121849" y="491561"/>
                    <a:pt x="142174" y="489068"/>
                  </a:cubicBezTo>
                  <a:cubicBezTo>
                    <a:pt x="163199" y="486575"/>
                    <a:pt x="184224" y="484705"/>
                    <a:pt x="205248" y="482836"/>
                  </a:cubicBezTo>
                  <a:close/>
                  <a:moveTo>
                    <a:pt x="803768" y="438586"/>
                  </a:moveTo>
                  <a:cubicBezTo>
                    <a:pt x="813577" y="437339"/>
                    <a:pt x="824792" y="441079"/>
                    <a:pt x="835304" y="442948"/>
                  </a:cubicBezTo>
                  <a:cubicBezTo>
                    <a:pt x="829697" y="454166"/>
                    <a:pt x="819885" y="458529"/>
                    <a:pt x="807269" y="461645"/>
                  </a:cubicBezTo>
                  <a:cubicBezTo>
                    <a:pt x="783442" y="466631"/>
                    <a:pt x="761016" y="472863"/>
                    <a:pt x="737887" y="479719"/>
                  </a:cubicBezTo>
                  <a:cubicBezTo>
                    <a:pt x="725272" y="482835"/>
                    <a:pt x="714758" y="482211"/>
                    <a:pt x="704948" y="474733"/>
                  </a:cubicBezTo>
                  <a:cubicBezTo>
                    <a:pt x="709152" y="470994"/>
                    <a:pt x="712658" y="466007"/>
                    <a:pt x="717563" y="463515"/>
                  </a:cubicBezTo>
                  <a:cubicBezTo>
                    <a:pt x="728775" y="458529"/>
                    <a:pt x="739990" y="455413"/>
                    <a:pt x="729475" y="459152"/>
                  </a:cubicBezTo>
                  <a:cubicBezTo>
                    <a:pt x="769425" y="447934"/>
                    <a:pt x="786245" y="441702"/>
                    <a:pt x="803768" y="438586"/>
                  </a:cubicBezTo>
                  <a:close/>
                  <a:moveTo>
                    <a:pt x="1008414" y="386235"/>
                  </a:moveTo>
                  <a:cubicBezTo>
                    <a:pt x="1016474" y="384988"/>
                    <a:pt x="1022431" y="384988"/>
                    <a:pt x="1025934" y="386235"/>
                  </a:cubicBezTo>
                  <a:cubicBezTo>
                    <a:pt x="1029438" y="387481"/>
                    <a:pt x="1030490" y="389974"/>
                    <a:pt x="1028737" y="393713"/>
                  </a:cubicBezTo>
                  <a:cubicBezTo>
                    <a:pt x="1026637" y="397452"/>
                    <a:pt x="1020326" y="400568"/>
                    <a:pt x="1015423" y="402439"/>
                  </a:cubicBezTo>
                  <a:cubicBezTo>
                    <a:pt x="1004911" y="406178"/>
                    <a:pt x="994396" y="410540"/>
                    <a:pt x="983182" y="411787"/>
                  </a:cubicBezTo>
                  <a:cubicBezTo>
                    <a:pt x="972670" y="413034"/>
                    <a:pt x="961458" y="411164"/>
                    <a:pt x="950244" y="410540"/>
                  </a:cubicBezTo>
                  <a:cubicBezTo>
                    <a:pt x="953747" y="399323"/>
                    <a:pt x="962159" y="393091"/>
                    <a:pt x="974773" y="391220"/>
                  </a:cubicBezTo>
                  <a:close/>
                  <a:moveTo>
                    <a:pt x="1438731" y="346972"/>
                  </a:moveTo>
                  <a:lnTo>
                    <a:pt x="1440134" y="350711"/>
                  </a:lnTo>
                  <a:lnTo>
                    <a:pt x="1471231" y="348296"/>
                  </a:lnTo>
                  <a:cubicBezTo>
                    <a:pt x="1476926" y="349776"/>
                    <a:pt x="1477978" y="353516"/>
                    <a:pt x="1474475" y="359436"/>
                  </a:cubicBezTo>
                  <a:cubicBezTo>
                    <a:pt x="1472369" y="363176"/>
                    <a:pt x="1465362" y="366915"/>
                    <a:pt x="1460457" y="366915"/>
                  </a:cubicBezTo>
                  <a:cubicBezTo>
                    <a:pt x="1454148" y="367227"/>
                    <a:pt x="1449419" y="365668"/>
                    <a:pt x="1446088" y="362787"/>
                  </a:cubicBezTo>
                  <a:lnTo>
                    <a:pt x="1440131" y="350711"/>
                  </a:lnTo>
                  <a:lnTo>
                    <a:pt x="1435928" y="351335"/>
                  </a:lnTo>
                  <a:cubicBezTo>
                    <a:pt x="1434525" y="350088"/>
                    <a:pt x="1433122" y="348841"/>
                    <a:pt x="1431722" y="347595"/>
                  </a:cubicBezTo>
                  <a:close/>
                  <a:moveTo>
                    <a:pt x="1409293" y="332637"/>
                  </a:moveTo>
                  <a:cubicBezTo>
                    <a:pt x="1415602" y="332014"/>
                    <a:pt x="1424014" y="340738"/>
                    <a:pt x="1431722" y="346972"/>
                  </a:cubicBezTo>
                  <a:cubicBezTo>
                    <a:pt x="1395978" y="352580"/>
                    <a:pt x="1358835" y="358189"/>
                    <a:pt x="1321690" y="364421"/>
                  </a:cubicBezTo>
                  <a:cubicBezTo>
                    <a:pt x="1284545" y="371277"/>
                    <a:pt x="1246000" y="378133"/>
                    <a:pt x="1205350" y="385612"/>
                  </a:cubicBezTo>
                  <a:cubicBezTo>
                    <a:pt x="1239691" y="367537"/>
                    <a:pt x="1274030" y="356943"/>
                    <a:pt x="1307671" y="348841"/>
                  </a:cubicBezTo>
                  <a:cubicBezTo>
                    <a:pt x="1324493" y="344478"/>
                    <a:pt x="1342014" y="341985"/>
                    <a:pt x="1358835" y="339493"/>
                  </a:cubicBezTo>
                  <a:cubicBezTo>
                    <a:pt x="1375654" y="337000"/>
                    <a:pt x="1392476" y="335130"/>
                    <a:pt x="1409293" y="332637"/>
                  </a:cubicBezTo>
                  <a:close/>
                  <a:moveTo>
                    <a:pt x="1775829" y="265951"/>
                  </a:moveTo>
                  <a:cubicBezTo>
                    <a:pt x="1780033" y="265328"/>
                    <a:pt x="1789144" y="268444"/>
                    <a:pt x="1789144" y="268444"/>
                  </a:cubicBezTo>
                  <a:cubicBezTo>
                    <a:pt x="1787041" y="278415"/>
                    <a:pt x="1777230" y="282155"/>
                    <a:pt x="1763915" y="287142"/>
                  </a:cubicBezTo>
                  <a:cubicBezTo>
                    <a:pt x="1734480" y="298982"/>
                    <a:pt x="1706445" y="308954"/>
                    <a:pt x="1674907" y="301475"/>
                  </a:cubicBezTo>
                  <a:cubicBezTo>
                    <a:pt x="1669301" y="300229"/>
                    <a:pt x="1664396" y="297736"/>
                    <a:pt x="1658787" y="295866"/>
                  </a:cubicBezTo>
                  <a:cubicBezTo>
                    <a:pt x="1660889" y="292750"/>
                    <a:pt x="1662992" y="287764"/>
                    <a:pt x="1665795" y="287142"/>
                  </a:cubicBezTo>
                  <a:cubicBezTo>
                    <a:pt x="1702239" y="279663"/>
                    <a:pt x="1739383" y="272807"/>
                    <a:pt x="1775829" y="265951"/>
                  </a:cubicBezTo>
                  <a:close/>
                  <a:moveTo>
                    <a:pt x="1472796" y="245160"/>
                  </a:moveTo>
                  <a:cubicBezTo>
                    <a:pt x="1483758" y="243904"/>
                    <a:pt x="1494798" y="243671"/>
                    <a:pt x="1506009" y="245384"/>
                  </a:cubicBezTo>
                  <a:cubicBezTo>
                    <a:pt x="1509511" y="246008"/>
                    <a:pt x="1511614" y="250994"/>
                    <a:pt x="1514417" y="254111"/>
                  </a:cubicBezTo>
                  <a:cubicBezTo>
                    <a:pt x="1509511" y="257227"/>
                    <a:pt x="1504610" y="262212"/>
                    <a:pt x="1499004" y="264082"/>
                  </a:cubicBezTo>
                  <a:cubicBezTo>
                    <a:pt x="1487090" y="268444"/>
                    <a:pt x="1475174" y="271560"/>
                    <a:pt x="1452746" y="278415"/>
                  </a:cubicBezTo>
                  <a:cubicBezTo>
                    <a:pt x="1424014" y="287142"/>
                    <a:pt x="1391773" y="292750"/>
                    <a:pt x="1358134" y="296490"/>
                  </a:cubicBezTo>
                  <a:cubicBezTo>
                    <a:pt x="1341314" y="298359"/>
                    <a:pt x="1324493" y="299606"/>
                    <a:pt x="1306973" y="300852"/>
                  </a:cubicBezTo>
                  <a:cubicBezTo>
                    <a:pt x="1290150" y="302099"/>
                    <a:pt x="1272632" y="303345"/>
                    <a:pt x="1255110" y="304591"/>
                  </a:cubicBezTo>
                  <a:cubicBezTo>
                    <a:pt x="1201144" y="308331"/>
                    <a:pt x="1147181" y="313317"/>
                    <a:pt x="1093917" y="320795"/>
                  </a:cubicBezTo>
                  <a:cubicBezTo>
                    <a:pt x="1079900" y="322665"/>
                    <a:pt x="1067284" y="324535"/>
                    <a:pt x="1053967" y="327028"/>
                  </a:cubicBezTo>
                  <a:cubicBezTo>
                    <a:pt x="1040652" y="329521"/>
                    <a:pt x="1028037" y="332014"/>
                    <a:pt x="1014721" y="334506"/>
                  </a:cubicBezTo>
                  <a:cubicBezTo>
                    <a:pt x="988788" y="340116"/>
                    <a:pt x="962859" y="345725"/>
                    <a:pt x="936929" y="352580"/>
                  </a:cubicBezTo>
                  <a:cubicBezTo>
                    <a:pt x="920809" y="356942"/>
                    <a:pt x="912400" y="350088"/>
                    <a:pt x="910997" y="337622"/>
                  </a:cubicBezTo>
                  <a:cubicBezTo>
                    <a:pt x="909597" y="326405"/>
                    <a:pt x="911698" y="314563"/>
                    <a:pt x="924313" y="308954"/>
                  </a:cubicBezTo>
                  <a:cubicBezTo>
                    <a:pt x="948842" y="297736"/>
                    <a:pt x="974073" y="287764"/>
                    <a:pt x="999302" y="279663"/>
                  </a:cubicBezTo>
                  <a:cubicBezTo>
                    <a:pt x="1025234" y="271560"/>
                    <a:pt x="1050465" y="264704"/>
                    <a:pt x="1077096" y="260343"/>
                  </a:cubicBezTo>
                  <a:cubicBezTo>
                    <a:pt x="1130360" y="251617"/>
                    <a:pt x="1185024" y="247878"/>
                    <a:pt x="1239691" y="249124"/>
                  </a:cubicBezTo>
                  <a:cubicBezTo>
                    <a:pt x="1262119" y="249748"/>
                    <a:pt x="1283844" y="250994"/>
                    <a:pt x="1306270" y="252864"/>
                  </a:cubicBezTo>
                  <a:cubicBezTo>
                    <a:pt x="1328699" y="254733"/>
                    <a:pt x="1351125" y="257227"/>
                    <a:pt x="1373552" y="259096"/>
                  </a:cubicBezTo>
                  <a:cubicBezTo>
                    <a:pt x="1407718" y="261900"/>
                    <a:pt x="1439912" y="248929"/>
                    <a:pt x="1472796" y="245160"/>
                  </a:cubicBezTo>
                  <a:close/>
                  <a:moveTo>
                    <a:pt x="2167600" y="236660"/>
                  </a:moveTo>
                  <a:lnTo>
                    <a:pt x="2169702" y="245384"/>
                  </a:lnTo>
                  <a:lnTo>
                    <a:pt x="2162511" y="244222"/>
                  </a:lnTo>
                  <a:lnTo>
                    <a:pt x="2162695" y="244139"/>
                  </a:lnTo>
                  <a:lnTo>
                    <a:pt x="2162134" y="244058"/>
                  </a:lnTo>
                  <a:lnTo>
                    <a:pt x="2166200" y="241645"/>
                  </a:lnTo>
                  <a:close/>
                  <a:moveTo>
                    <a:pt x="2016919" y="224819"/>
                  </a:moveTo>
                  <a:cubicBezTo>
                    <a:pt x="2040748" y="226688"/>
                    <a:pt x="2065277" y="230428"/>
                    <a:pt x="2089806" y="233544"/>
                  </a:cubicBezTo>
                  <a:lnTo>
                    <a:pt x="2162134" y="244058"/>
                  </a:lnTo>
                  <a:lnTo>
                    <a:pt x="2161995" y="244139"/>
                  </a:lnTo>
                  <a:lnTo>
                    <a:pt x="2162511" y="244222"/>
                  </a:lnTo>
                  <a:lnTo>
                    <a:pt x="2130631" y="258551"/>
                  </a:lnTo>
                  <a:cubicBezTo>
                    <a:pt x="2119242" y="261745"/>
                    <a:pt x="2107327" y="263459"/>
                    <a:pt x="2095412" y="264082"/>
                  </a:cubicBezTo>
                  <a:cubicBezTo>
                    <a:pt x="2044251" y="267198"/>
                    <a:pt x="1993090" y="269691"/>
                    <a:pt x="1941928" y="272807"/>
                  </a:cubicBezTo>
                  <a:cubicBezTo>
                    <a:pt x="1937723" y="273430"/>
                    <a:pt x="1931416" y="267198"/>
                    <a:pt x="1928613" y="262835"/>
                  </a:cubicBezTo>
                  <a:cubicBezTo>
                    <a:pt x="1923707" y="252240"/>
                    <a:pt x="1929314" y="242892"/>
                    <a:pt x="1941928" y="236660"/>
                  </a:cubicBezTo>
                  <a:cubicBezTo>
                    <a:pt x="1965757" y="225441"/>
                    <a:pt x="1991687" y="222325"/>
                    <a:pt x="2016919" y="224819"/>
                  </a:cubicBezTo>
                  <a:close/>
                  <a:moveTo>
                    <a:pt x="2837603" y="108898"/>
                  </a:moveTo>
                  <a:cubicBezTo>
                    <a:pt x="2832697" y="108898"/>
                    <a:pt x="2827791" y="113885"/>
                    <a:pt x="2823587" y="116377"/>
                  </a:cubicBezTo>
                  <a:cubicBezTo>
                    <a:pt x="2829194" y="118246"/>
                    <a:pt x="2834799" y="121986"/>
                    <a:pt x="2839705" y="121986"/>
                  </a:cubicBezTo>
                  <a:cubicBezTo>
                    <a:pt x="2844612" y="121986"/>
                    <a:pt x="2849516" y="117001"/>
                    <a:pt x="2853723" y="114508"/>
                  </a:cubicBezTo>
                  <a:cubicBezTo>
                    <a:pt x="2848117" y="112638"/>
                    <a:pt x="2843208" y="108898"/>
                    <a:pt x="2837603" y="108898"/>
                  </a:cubicBezTo>
                  <a:close/>
                  <a:moveTo>
                    <a:pt x="3688249" y="301"/>
                  </a:moveTo>
                  <a:cubicBezTo>
                    <a:pt x="3791449" y="2327"/>
                    <a:pt x="3894120" y="14480"/>
                    <a:pt x="3994691" y="33488"/>
                  </a:cubicBezTo>
                  <a:cubicBezTo>
                    <a:pt x="4020621" y="37851"/>
                    <a:pt x="4045851" y="42836"/>
                    <a:pt x="4071783" y="48446"/>
                  </a:cubicBezTo>
                  <a:cubicBezTo>
                    <a:pt x="4115939" y="59040"/>
                    <a:pt x="4161491" y="66519"/>
                    <a:pt x="4205643" y="73374"/>
                  </a:cubicBezTo>
                  <a:cubicBezTo>
                    <a:pt x="4228070" y="77114"/>
                    <a:pt x="4250498" y="79607"/>
                    <a:pt x="4272926" y="82723"/>
                  </a:cubicBezTo>
                  <a:cubicBezTo>
                    <a:pt x="4295354" y="85217"/>
                    <a:pt x="4317781" y="87709"/>
                    <a:pt x="4340208" y="90202"/>
                  </a:cubicBezTo>
                  <a:cubicBezTo>
                    <a:pt x="4397674" y="96434"/>
                    <a:pt x="4455144" y="102666"/>
                    <a:pt x="4511912" y="109522"/>
                  </a:cubicBezTo>
                  <a:cubicBezTo>
                    <a:pt x="4540647" y="112638"/>
                    <a:pt x="4568681" y="115754"/>
                    <a:pt x="4597415" y="118246"/>
                  </a:cubicBezTo>
                  <a:cubicBezTo>
                    <a:pt x="4625447" y="121364"/>
                    <a:pt x="4653482" y="123856"/>
                    <a:pt x="4682216" y="125726"/>
                  </a:cubicBezTo>
                  <a:cubicBezTo>
                    <a:pt x="4858828" y="138813"/>
                    <a:pt x="5030534" y="164989"/>
                    <a:pt x="5199438" y="188672"/>
                  </a:cubicBezTo>
                  <a:cubicBezTo>
                    <a:pt x="5235881" y="193658"/>
                    <a:pt x="5271623" y="199890"/>
                    <a:pt x="5307367" y="206746"/>
                  </a:cubicBezTo>
                  <a:cubicBezTo>
                    <a:pt x="5343110" y="213602"/>
                    <a:pt x="5377451" y="221703"/>
                    <a:pt x="5412492" y="231675"/>
                  </a:cubicBezTo>
                  <a:lnTo>
                    <a:pt x="5449637" y="241646"/>
                  </a:lnTo>
                  <a:lnTo>
                    <a:pt x="5486082" y="252241"/>
                  </a:lnTo>
                  <a:lnTo>
                    <a:pt x="5558268" y="272808"/>
                  </a:lnTo>
                  <a:cubicBezTo>
                    <a:pt x="5606626" y="286519"/>
                    <a:pt x="5653580" y="300853"/>
                    <a:pt x="5701939" y="314564"/>
                  </a:cubicBezTo>
                  <a:cubicBezTo>
                    <a:pt x="5729972" y="322667"/>
                    <a:pt x="5758706" y="331391"/>
                    <a:pt x="5787441" y="330768"/>
                  </a:cubicBezTo>
                  <a:cubicBezTo>
                    <a:pt x="5859628" y="328275"/>
                    <a:pt x="5927611" y="338870"/>
                    <a:pt x="5995591" y="351335"/>
                  </a:cubicBezTo>
                  <a:cubicBezTo>
                    <a:pt x="6029232" y="357567"/>
                    <a:pt x="6062873" y="364423"/>
                    <a:pt x="6096512" y="371278"/>
                  </a:cubicBezTo>
                  <a:cubicBezTo>
                    <a:pt x="6130154" y="377510"/>
                    <a:pt x="6163092" y="383119"/>
                    <a:pt x="6197435" y="386859"/>
                  </a:cubicBezTo>
                  <a:cubicBezTo>
                    <a:pt x="6215656" y="388729"/>
                    <a:pt x="6228270" y="400570"/>
                    <a:pt x="6236680" y="414281"/>
                  </a:cubicBezTo>
                  <a:cubicBezTo>
                    <a:pt x="6251399" y="437964"/>
                    <a:pt x="6271023" y="454791"/>
                    <a:pt x="6296954" y="466632"/>
                  </a:cubicBezTo>
                  <a:cubicBezTo>
                    <a:pt x="6311671" y="473488"/>
                    <a:pt x="6324987" y="482836"/>
                    <a:pt x="6338303" y="492184"/>
                  </a:cubicBezTo>
                  <a:cubicBezTo>
                    <a:pt x="6341807" y="494676"/>
                    <a:pt x="6343910" y="501532"/>
                    <a:pt x="6343910" y="507142"/>
                  </a:cubicBezTo>
                  <a:cubicBezTo>
                    <a:pt x="6343910" y="516490"/>
                    <a:pt x="6336900" y="525215"/>
                    <a:pt x="6323586" y="527708"/>
                  </a:cubicBezTo>
                  <a:cubicBezTo>
                    <a:pt x="6294850" y="533941"/>
                    <a:pt x="6266816" y="535187"/>
                    <a:pt x="6240184" y="525215"/>
                  </a:cubicBezTo>
                  <a:cubicBezTo>
                    <a:pt x="6219862" y="517114"/>
                    <a:pt x="6199536" y="509011"/>
                    <a:pt x="6180614" y="497171"/>
                  </a:cubicBezTo>
                  <a:cubicBezTo>
                    <a:pt x="6160990" y="485328"/>
                    <a:pt x="6142068" y="480967"/>
                    <a:pt x="6117538" y="483459"/>
                  </a:cubicBezTo>
                  <a:cubicBezTo>
                    <a:pt x="6095812" y="485952"/>
                    <a:pt x="6070582" y="483459"/>
                    <a:pt x="6050958" y="474733"/>
                  </a:cubicBezTo>
                  <a:cubicBezTo>
                    <a:pt x="6011711" y="457907"/>
                    <a:pt x="5971763" y="446065"/>
                    <a:pt x="5930413" y="437340"/>
                  </a:cubicBezTo>
                  <a:cubicBezTo>
                    <a:pt x="5888363" y="428614"/>
                    <a:pt x="5846313" y="423006"/>
                    <a:pt x="5802861" y="418643"/>
                  </a:cubicBezTo>
                  <a:cubicBezTo>
                    <a:pt x="5785340" y="416774"/>
                    <a:pt x="5768519" y="413658"/>
                    <a:pt x="5751697" y="408672"/>
                  </a:cubicBezTo>
                  <a:cubicBezTo>
                    <a:pt x="5729273" y="402439"/>
                    <a:pt x="5707547" y="396207"/>
                    <a:pt x="5685118" y="390598"/>
                  </a:cubicBezTo>
                  <a:cubicBezTo>
                    <a:pt x="5662693" y="384989"/>
                    <a:pt x="5639565" y="380003"/>
                    <a:pt x="5617138" y="375018"/>
                  </a:cubicBezTo>
                  <a:cubicBezTo>
                    <a:pt x="5594711" y="370031"/>
                    <a:pt x="5571583" y="365046"/>
                    <a:pt x="5548455" y="360683"/>
                  </a:cubicBezTo>
                  <a:cubicBezTo>
                    <a:pt x="5525328" y="356320"/>
                    <a:pt x="5502200" y="351958"/>
                    <a:pt x="5479071" y="347595"/>
                  </a:cubicBezTo>
                  <a:cubicBezTo>
                    <a:pt x="5444031" y="341363"/>
                    <a:pt x="5411090" y="328899"/>
                    <a:pt x="5376049" y="320796"/>
                  </a:cubicBezTo>
                  <a:lnTo>
                    <a:pt x="5289143" y="300853"/>
                  </a:lnTo>
                  <a:cubicBezTo>
                    <a:pt x="5259709" y="294621"/>
                    <a:pt x="5230274" y="288388"/>
                    <a:pt x="5200838" y="282780"/>
                  </a:cubicBezTo>
                  <a:lnTo>
                    <a:pt x="5151779" y="273430"/>
                  </a:lnTo>
                  <a:lnTo>
                    <a:pt x="5102020" y="265329"/>
                  </a:lnTo>
                  <a:lnTo>
                    <a:pt x="5000398" y="247255"/>
                  </a:lnTo>
                  <a:cubicBezTo>
                    <a:pt x="4963954" y="241646"/>
                    <a:pt x="4928211" y="234167"/>
                    <a:pt x="4891767" y="229805"/>
                  </a:cubicBezTo>
                  <a:cubicBezTo>
                    <a:pt x="4863033" y="226066"/>
                    <a:pt x="4833598" y="223573"/>
                    <a:pt x="4804162" y="221079"/>
                  </a:cubicBezTo>
                  <a:lnTo>
                    <a:pt x="4716558" y="212978"/>
                  </a:lnTo>
                  <a:cubicBezTo>
                    <a:pt x="4687123" y="210485"/>
                    <a:pt x="4657686" y="207991"/>
                    <a:pt x="4628251" y="205499"/>
                  </a:cubicBezTo>
                  <a:cubicBezTo>
                    <a:pt x="4598816" y="203006"/>
                    <a:pt x="4569381" y="199890"/>
                    <a:pt x="4539945" y="196774"/>
                  </a:cubicBezTo>
                  <a:cubicBezTo>
                    <a:pt x="4352822" y="175584"/>
                    <a:pt x="4161491" y="165612"/>
                    <a:pt x="3968059" y="163120"/>
                  </a:cubicBezTo>
                  <a:cubicBezTo>
                    <a:pt x="3934419" y="163120"/>
                    <a:pt x="3900077" y="162496"/>
                    <a:pt x="3866436" y="163120"/>
                  </a:cubicBezTo>
                  <a:lnTo>
                    <a:pt x="3841208" y="163120"/>
                  </a:lnTo>
                  <a:lnTo>
                    <a:pt x="3815976" y="163743"/>
                  </a:lnTo>
                  <a:cubicBezTo>
                    <a:pt x="3799156" y="164367"/>
                    <a:pt x="3781636" y="164989"/>
                    <a:pt x="3764815" y="165612"/>
                  </a:cubicBezTo>
                  <a:cubicBezTo>
                    <a:pt x="3697533" y="168105"/>
                    <a:pt x="3628852" y="174960"/>
                    <a:pt x="3562273" y="186179"/>
                  </a:cubicBezTo>
                  <a:cubicBezTo>
                    <a:pt x="3548258" y="188672"/>
                    <a:pt x="3543349" y="199890"/>
                    <a:pt x="3542650" y="211108"/>
                  </a:cubicBezTo>
                  <a:cubicBezTo>
                    <a:pt x="3542650" y="222950"/>
                    <a:pt x="3548955" y="230429"/>
                    <a:pt x="3564375" y="234167"/>
                  </a:cubicBezTo>
                  <a:cubicBezTo>
                    <a:pt x="3570684" y="235414"/>
                    <a:pt x="3576291" y="238530"/>
                    <a:pt x="3582596" y="239154"/>
                  </a:cubicBezTo>
                  <a:lnTo>
                    <a:pt x="3682816" y="252865"/>
                  </a:lnTo>
                  <a:lnTo>
                    <a:pt x="3782335" y="268445"/>
                  </a:lnTo>
                  <a:cubicBezTo>
                    <a:pt x="3799156" y="270938"/>
                    <a:pt x="3815276" y="273430"/>
                    <a:pt x="3832097" y="275924"/>
                  </a:cubicBezTo>
                  <a:lnTo>
                    <a:pt x="3881155" y="284026"/>
                  </a:lnTo>
                  <a:cubicBezTo>
                    <a:pt x="3914095" y="289636"/>
                    <a:pt x="3947034" y="294621"/>
                    <a:pt x="3979272" y="300853"/>
                  </a:cubicBezTo>
                  <a:cubicBezTo>
                    <a:pt x="4016416" y="307708"/>
                    <a:pt x="4053561" y="312695"/>
                    <a:pt x="4090706" y="318304"/>
                  </a:cubicBezTo>
                  <a:cubicBezTo>
                    <a:pt x="4127850" y="323912"/>
                    <a:pt x="4164294" y="330768"/>
                    <a:pt x="4200741" y="339493"/>
                  </a:cubicBezTo>
                  <a:cubicBezTo>
                    <a:pt x="4218260" y="343855"/>
                    <a:pt x="4236482" y="347595"/>
                    <a:pt x="4254705" y="351335"/>
                  </a:cubicBezTo>
                  <a:cubicBezTo>
                    <a:pt x="4272926" y="355074"/>
                    <a:pt x="4290446" y="359436"/>
                    <a:pt x="4307966" y="364423"/>
                  </a:cubicBezTo>
                  <a:cubicBezTo>
                    <a:pt x="4343009" y="374394"/>
                    <a:pt x="4377352" y="386235"/>
                    <a:pt x="4407486" y="407425"/>
                  </a:cubicBezTo>
                  <a:cubicBezTo>
                    <a:pt x="4412392" y="410541"/>
                    <a:pt x="4418701" y="411788"/>
                    <a:pt x="4424307" y="413034"/>
                  </a:cubicBezTo>
                  <a:cubicBezTo>
                    <a:pt x="4460050" y="420513"/>
                    <a:pt x="4495793" y="427992"/>
                    <a:pt x="4530835" y="436717"/>
                  </a:cubicBezTo>
                  <a:cubicBezTo>
                    <a:pt x="4565877" y="445442"/>
                    <a:pt x="4600919" y="453544"/>
                    <a:pt x="4635959" y="461645"/>
                  </a:cubicBezTo>
                  <a:cubicBezTo>
                    <a:pt x="4671003" y="469748"/>
                    <a:pt x="4706043" y="477227"/>
                    <a:pt x="4741787" y="483459"/>
                  </a:cubicBezTo>
                  <a:cubicBezTo>
                    <a:pt x="4777531" y="489691"/>
                    <a:pt x="4812572" y="494676"/>
                    <a:pt x="4849017" y="497171"/>
                  </a:cubicBezTo>
                  <a:cubicBezTo>
                    <a:pt x="4890366" y="500287"/>
                    <a:pt x="4931015" y="510882"/>
                    <a:pt x="4970962" y="520853"/>
                  </a:cubicBezTo>
                  <a:cubicBezTo>
                    <a:pt x="5005304" y="529578"/>
                    <a:pt x="5039643" y="536434"/>
                    <a:pt x="5074687" y="540173"/>
                  </a:cubicBezTo>
                  <a:cubicBezTo>
                    <a:pt x="5109029" y="543913"/>
                    <a:pt x="5144771" y="543913"/>
                    <a:pt x="5181215" y="538303"/>
                  </a:cubicBezTo>
                  <a:cubicBezTo>
                    <a:pt x="5239385" y="529578"/>
                    <a:pt x="5299654" y="532071"/>
                    <a:pt x="5357827" y="536434"/>
                  </a:cubicBezTo>
                  <a:cubicBezTo>
                    <a:pt x="5398474" y="539550"/>
                    <a:pt x="5439124" y="543289"/>
                    <a:pt x="5479773" y="548275"/>
                  </a:cubicBezTo>
                  <a:cubicBezTo>
                    <a:pt x="5519720" y="553261"/>
                    <a:pt x="5560368" y="558246"/>
                    <a:pt x="5600317" y="563233"/>
                  </a:cubicBezTo>
                  <a:cubicBezTo>
                    <a:pt x="5605925" y="563856"/>
                    <a:pt x="5610831" y="566972"/>
                    <a:pt x="5616437" y="568842"/>
                  </a:cubicBezTo>
                  <a:cubicBezTo>
                    <a:pt x="5644471" y="579437"/>
                    <a:pt x="5665495" y="596264"/>
                    <a:pt x="5666195" y="627425"/>
                  </a:cubicBezTo>
                  <a:cubicBezTo>
                    <a:pt x="5666897" y="639267"/>
                    <a:pt x="5669000" y="649238"/>
                    <a:pt x="5680214" y="654847"/>
                  </a:cubicBezTo>
                  <a:cubicBezTo>
                    <a:pt x="5699838" y="665442"/>
                    <a:pt x="5718760" y="677906"/>
                    <a:pt x="5739083" y="684762"/>
                  </a:cubicBezTo>
                  <a:cubicBezTo>
                    <a:pt x="5776229" y="697850"/>
                    <a:pt x="5814074" y="709691"/>
                    <a:pt x="5850517" y="722156"/>
                  </a:cubicBezTo>
                  <a:cubicBezTo>
                    <a:pt x="5887662" y="734621"/>
                    <a:pt x="5924107" y="747085"/>
                    <a:pt x="5959850" y="762042"/>
                  </a:cubicBezTo>
                  <a:cubicBezTo>
                    <a:pt x="6050958" y="801306"/>
                    <a:pt x="6144871" y="831220"/>
                    <a:pt x="6237382" y="863630"/>
                  </a:cubicBezTo>
                  <a:cubicBezTo>
                    <a:pt x="6308867" y="888559"/>
                    <a:pt x="6382456" y="909748"/>
                    <a:pt x="6456745" y="922836"/>
                  </a:cubicBezTo>
                  <a:cubicBezTo>
                    <a:pt x="6542248" y="937794"/>
                    <a:pt x="6624245" y="960852"/>
                    <a:pt x="6704843" y="985159"/>
                  </a:cubicBezTo>
                  <a:cubicBezTo>
                    <a:pt x="6739884" y="995755"/>
                    <a:pt x="6774927" y="1006972"/>
                    <a:pt x="6809967" y="1018190"/>
                  </a:cubicBezTo>
                  <a:lnTo>
                    <a:pt x="6914393" y="1051845"/>
                  </a:lnTo>
                  <a:cubicBezTo>
                    <a:pt x="6929110" y="1056207"/>
                    <a:pt x="6944531" y="1058701"/>
                    <a:pt x="6959948" y="1062439"/>
                  </a:cubicBezTo>
                  <a:cubicBezTo>
                    <a:pt x="6979572" y="1067425"/>
                    <a:pt x="6995691" y="1055582"/>
                    <a:pt x="7008307" y="1028162"/>
                  </a:cubicBezTo>
                  <a:cubicBezTo>
                    <a:pt x="7020921" y="999492"/>
                    <a:pt x="7032136" y="995130"/>
                    <a:pt x="7053862" y="1006972"/>
                  </a:cubicBezTo>
                  <a:cubicBezTo>
                    <a:pt x="7071382" y="1016944"/>
                    <a:pt x="7088203" y="1026914"/>
                    <a:pt x="7099417" y="1044989"/>
                  </a:cubicBezTo>
                  <a:cubicBezTo>
                    <a:pt x="7126749" y="1090485"/>
                    <a:pt x="7169501" y="1116036"/>
                    <a:pt x="7219960" y="1130995"/>
                  </a:cubicBezTo>
                  <a:cubicBezTo>
                    <a:pt x="7264113" y="1144083"/>
                    <a:pt x="7308268" y="1158415"/>
                    <a:pt x="7352419" y="1171503"/>
                  </a:cubicBezTo>
                  <a:cubicBezTo>
                    <a:pt x="7374145" y="1178360"/>
                    <a:pt x="7396573" y="1184591"/>
                    <a:pt x="7418999" y="1190823"/>
                  </a:cubicBezTo>
                  <a:cubicBezTo>
                    <a:pt x="7441427" y="1197057"/>
                    <a:pt x="7463853" y="1202665"/>
                    <a:pt x="7486279" y="1207651"/>
                  </a:cubicBezTo>
                  <a:cubicBezTo>
                    <a:pt x="7571784" y="1226972"/>
                    <a:pt x="7655183" y="1250653"/>
                    <a:pt x="7738582" y="1275584"/>
                  </a:cubicBezTo>
                  <a:cubicBezTo>
                    <a:pt x="7761008" y="1281816"/>
                    <a:pt x="7782734" y="1288672"/>
                    <a:pt x="7805161" y="1294904"/>
                  </a:cubicBezTo>
                  <a:cubicBezTo>
                    <a:pt x="7827588" y="1301135"/>
                    <a:pt x="7850015" y="1306744"/>
                    <a:pt x="7872442" y="1311730"/>
                  </a:cubicBezTo>
                  <a:cubicBezTo>
                    <a:pt x="7894168" y="1316715"/>
                    <a:pt x="7911690" y="1307992"/>
                    <a:pt x="7925005" y="1284309"/>
                  </a:cubicBezTo>
                  <a:cubicBezTo>
                    <a:pt x="7936920" y="1263120"/>
                    <a:pt x="7957243" y="1253769"/>
                    <a:pt x="7979670" y="1255640"/>
                  </a:cubicBezTo>
                  <a:cubicBezTo>
                    <a:pt x="7999995" y="1257510"/>
                    <a:pt x="8021020" y="1260004"/>
                    <a:pt x="8040644" y="1264364"/>
                  </a:cubicBezTo>
                  <a:cubicBezTo>
                    <a:pt x="8126146" y="1281816"/>
                    <a:pt x="8208145" y="1308614"/>
                    <a:pt x="8297152" y="1315471"/>
                  </a:cubicBezTo>
                  <a:cubicBezTo>
                    <a:pt x="8327287" y="1317963"/>
                    <a:pt x="8355321" y="1333544"/>
                    <a:pt x="8384057" y="1344139"/>
                  </a:cubicBezTo>
                  <a:cubicBezTo>
                    <a:pt x="8386858" y="1345385"/>
                    <a:pt x="8387561" y="1349748"/>
                    <a:pt x="8389663" y="1352864"/>
                  </a:cubicBezTo>
                  <a:cubicBezTo>
                    <a:pt x="8384757" y="1355979"/>
                    <a:pt x="8380553" y="1359096"/>
                    <a:pt x="8375646" y="1361589"/>
                  </a:cubicBezTo>
                  <a:cubicBezTo>
                    <a:pt x="8350415" y="1375923"/>
                    <a:pt x="8325886" y="1382778"/>
                    <a:pt x="8300656" y="1369690"/>
                  </a:cubicBezTo>
                  <a:cubicBezTo>
                    <a:pt x="8287339" y="1362835"/>
                    <a:pt x="8273323" y="1355979"/>
                    <a:pt x="8258605" y="1352864"/>
                  </a:cubicBezTo>
                  <a:cubicBezTo>
                    <a:pt x="8249495" y="1350994"/>
                    <a:pt x="8238282" y="1354734"/>
                    <a:pt x="8227768" y="1357850"/>
                  </a:cubicBezTo>
                  <a:cubicBezTo>
                    <a:pt x="8224264" y="1359096"/>
                    <a:pt x="8220060" y="1364081"/>
                    <a:pt x="8218657" y="1368445"/>
                  </a:cubicBezTo>
                  <a:cubicBezTo>
                    <a:pt x="8217255" y="1373430"/>
                    <a:pt x="8215855" y="1381533"/>
                    <a:pt x="8218657" y="1384649"/>
                  </a:cubicBezTo>
                  <a:cubicBezTo>
                    <a:pt x="8253699" y="1425781"/>
                    <a:pt x="8302056" y="1439493"/>
                    <a:pt x="8355321" y="1441985"/>
                  </a:cubicBezTo>
                  <a:cubicBezTo>
                    <a:pt x="8405081" y="1444479"/>
                    <a:pt x="8454140" y="1450088"/>
                    <a:pt x="8501797" y="1458190"/>
                  </a:cubicBezTo>
                  <a:cubicBezTo>
                    <a:pt x="8525624" y="1462551"/>
                    <a:pt x="8549454" y="1467538"/>
                    <a:pt x="8573283" y="1473771"/>
                  </a:cubicBezTo>
                  <a:cubicBezTo>
                    <a:pt x="8597111" y="1479380"/>
                    <a:pt x="8620240" y="1486234"/>
                    <a:pt x="8643367" y="1494337"/>
                  </a:cubicBezTo>
                  <a:cubicBezTo>
                    <a:pt x="8749895" y="1530484"/>
                    <a:pt x="8859224" y="1557905"/>
                    <a:pt x="8967855" y="1585951"/>
                  </a:cubicBezTo>
                  <a:cubicBezTo>
                    <a:pt x="9067377" y="1610881"/>
                    <a:pt x="9166895" y="1635187"/>
                    <a:pt x="9266413" y="1660738"/>
                  </a:cubicBezTo>
                  <a:lnTo>
                    <a:pt x="9340704" y="1680059"/>
                  </a:lnTo>
                  <a:lnTo>
                    <a:pt x="9414992" y="1699379"/>
                  </a:lnTo>
                  <a:cubicBezTo>
                    <a:pt x="9464751" y="1712467"/>
                    <a:pt x="9513811" y="1725555"/>
                    <a:pt x="9563570" y="1739888"/>
                  </a:cubicBezTo>
                  <a:cubicBezTo>
                    <a:pt x="9615434" y="1754224"/>
                    <a:pt x="9667295" y="1766687"/>
                    <a:pt x="9720559" y="1778529"/>
                  </a:cubicBezTo>
                  <a:cubicBezTo>
                    <a:pt x="9773121" y="1789747"/>
                    <a:pt x="9826385" y="1799719"/>
                    <a:pt x="9879649" y="1810313"/>
                  </a:cubicBezTo>
                  <a:cubicBezTo>
                    <a:pt x="9899273" y="1814053"/>
                    <a:pt x="9920999" y="1810937"/>
                    <a:pt x="9941323" y="1809066"/>
                  </a:cubicBezTo>
                  <a:cubicBezTo>
                    <a:pt x="9945529" y="1809066"/>
                    <a:pt x="9950435" y="1802834"/>
                    <a:pt x="9953237" y="1798471"/>
                  </a:cubicBezTo>
                  <a:cubicBezTo>
                    <a:pt x="9958844" y="1789747"/>
                    <a:pt x="9957443" y="1779151"/>
                    <a:pt x="9946931" y="1773543"/>
                  </a:cubicBezTo>
                  <a:cubicBezTo>
                    <a:pt x="9924502" y="1761703"/>
                    <a:pt x="9901376" y="1751731"/>
                    <a:pt x="9878249" y="1741136"/>
                  </a:cubicBezTo>
                  <a:cubicBezTo>
                    <a:pt x="9867035" y="1735526"/>
                    <a:pt x="9863530" y="1726800"/>
                    <a:pt x="9869137" y="1715583"/>
                  </a:cubicBezTo>
                  <a:cubicBezTo>
                    <a:pt x="9874043" y="1706234"/>
                    <a:pt x="9885256" y="1696885"/>
                    <a:pt x="9894367" y="1702495"/>
                  </a:cubicBezTo>
                  <a:cubicBezTo>
                    <a:pt x="9946228" y="1734279"/>
                    <a:pt x="10010707" y="1739888"/>
                    <a:pt x="10059065" y="1779775"/>
                  </a:cubicBezTo>
                  <a:cubicBezTo>
                    <a:pt x="10077987" y="1795355"/>
                    <a:pt x="10104619" y="1802212"/>
                    <a:pt x="10128447" y="1810313"/>
                  </a:cubicBezTo>
                  <a:cubicBezTo>
                    <a:pt x="10235678" y="1843969"/>
                    <a:pt x="10344307" y="1872637"/>
                    <a:pt x="10454338" y="1898188"/>
                  </a:cubicBezTo>
                  <a:cubicBezTo>
                    <a:pt x="10479570" y="1903797"/>
                    <a:pt x="10504799" y="1908783"/>
                    <a:pt x="10530731" y="1911276"/>
                  </a:cubicBezTo>
                  <a:cubicBezTo>
                    <a:pt x="10556661" y="1914392"/>
                    <a:pt x="10581891" y="1916262"/>
                    <a:pt x="10607824" y="1917509"/>
                  </a:cubicBezTo>
                  <a:cubicBezTo>
                    <a:pt x="10659684" y="1920625"/>
                    <a:pt x="10710847" y="1921871"/>
                    <a:pt x="10762008" y="1927480"/>
                  </a:cubicBezTo>
                  <a:cubicBezTo>
                    <a:pt x="10786538" y="1929974"/>
                    <a:pt x="10802655" y="1922496"/>
                    <a:pt x="10801956" y="1910031"/>
                  </a:cubicBezTo>
                  <a:cubicBezTo>
                    <a:pt x="10801254" y="1899436"/>
                    <a:pt x="10798451" y="1889464"/>
                    <a:pt x="10797051" y="1878869"/>
                  </a:cubicBezTo>
                  <a:cubicBezTo>
                    <a:pt x="10793546" y="1857679"/>
                    <a:pt x="10804059" y="1843346"/>
                    <a:pt x="10819478" y="1845837"/>
                  </a:cubicBezTo>
                  <a:cubicBezTo>
                    <a:pt x="10864330" y="1854563"/>
                    <a:pt x="10909885" y="1863288"/>
                    <a:pt x="10954739" y="1871389"/>
                  </a:cubicBezTo>
                  <a:cubicBezTo>
                    <a:pt x="11000294" y="1879492"/>
                    <a:pt x="11045148" y="1887593"/>
                    <a:pt x="11090000" y="1896943"/>
                  </a:cubicBezTo>
                  <a:cubicBezTo>
                    <a:pt x="11134856" y="1906291"/>
                    <a:pt x="11178308" y="1920625"/>
                    <a:pt x="11222460" y="1933091"/>
                  </a:cubicBezTo>
                  <a:cubicBezTo>
                    <a:pt x="11242784" y="1938699"/>
                    <a:pt x="11258904" y="1952411"/>
                    <a:pt x="11267313" y="1972353"/>
                  </a:cubicBezTo>
                  <a:cubicBezTo>
                    <a:pt x="11276424" y="1993542"/>
                    <a:pt x="11291843" y="2006630"/>
                    <a:pt x="11311467" y="2012240"/>
                  </a:cubicBezTo>
                  <a:cubicBezTo>
                    <a:pt x="11404679" y="2038415"/>
                    <a:pt x="11497190" y="2067707"/>
                    <a:pt x="11592505" y="2087028"/>
                  </a:cubicBezTo>
                  <a:cubicBezTo>
                    <a:pt x="11622640" y="2093259"/>
                    <a:pt x="11652776" y="2099491"/>
                    <a:pt x="11682210" y="2106347"/>
                  </a:cubicBezTo>
                  <a:cubicBezTo>
                    <a:pt x="11712348" y="2113203"/>
                    <a:pt x="11741782" y="2119435"/>
                    <a:pt x="11771920" y="2126291"/>
                  </a:cubicBezTo>
                  <a:cubicBezTo>
                    <a:pt x="11829388" y="2138754"/>
                    <a:pt x="11886857" y="2151842"/>
                    <a:pt x="11944327" y="2164308"/>
                  </a:cubicBezTo>
                  <a:cubicBezTo>
                    <a:pt x="11973060" y="2170540"/>
                    <a:pt x="12001795" y="2176773"/>
                    <a:pt x="12030531" y="2182382"/>
                  </a:cubicBezTo>
                  <a:cubicBezTo>
                    <a:pt x="12059263" y="2187990"/>
                    <a:pt x="12088699" y="2193599"/>
                    <a:pt x="12117434" y="2198585"/>
                  </a:cubicBezTo>
                  <a:lnTo>
                    <a:pt x="12192001" y="2206361"/>
                  </a:lnTo>
                  <a:lnTo>
                    <a:pt x="12192001" y="3465512"/>
                  </a:lnTo>
                  <a:lnTo>
                    <a:pt x="7200241" y="3465512"/>
                  </a:lnTo>
                  <a:lnTo>
                    <a:pt x="7194029" y="3463740"/>
                  </a:lnTo>
                  <a:cubicBezTo>
                    <a:pt x="7117637" y="3447537"/>
                    <a:pt x="7044049" y="3424476"/>
                    <a:pt x="6969761" y="3400793"/>
                  </a:cubicBezTo>
                  <a:cubicBezTo>
                    <a:pt x="6901778" y="3378982"/>
                    <a:pt x="6834498" y="3352805"/>
                    <a:pt x="6758808" y="3356543"/>
                  </a:cubicBezTo>
                  <a:cubicBezTo>
                    <a:pt x="6737083" y="3357791"/>
                    <a:pt x="6713253" y="3351558"/>
                    <a:pt x="6693629" y="3343456"/>
                  </a:cubicBezTo>
                  <a:cubicBezTo>
                    <a:pt x="6642468" y="3321643"/>
                    <a:pt x="6580793" y="3335977"/>
                    <a:pt x="6531035" y="3310425"/>
                  </a:cubicBezTo>
                  <a:cubicBezTo>
                    <a:pt x="6470061" y="3304817"/>
                    <a:pt x="6409788" y="3291729"/>
                    <a:pt x="6347414" y="3295468"/>
                  </a:cubicBezTo>
                  <a:cubicBezTo>
                    <a:pt x="6324287" y="3296714"/>
                    <a:pt x="6302560" y="3285496"/>
                    <a:pt x="6292047" y="3266176"/>
                  </a:cubicBezTo>
                  <a:cubicBezTo>
                    <a:pt x="6275228" y="3235638"/>
                    <a:pt x="6245791" y="3222551"/>
                    <a:pt x="6213553" y="3212579"/>
                  </a:cubicBezTo>
                  <a:cubicBezTo>
                    <a:pt x="6179211" y="3201984"/>
                    <a:pt x="6144170" y="3192011"/>
                    <a:pt x="6110530" y="3181417"/>
                  </a:cubicBezTo>
                  <a:lnTo>
                    <a:pt x="6008207" y="3150255"/>
                  </a:lnTo>
                  <a:cubicBezTo>
                    <a:pt x="5982275" y="3142153"/>
                    <a:pt x="5956345" y="3132805"/>
                    <a:pt x="5929012" y="3129688"/>
                  </a:cubicBezTo>
                  <a:cubicBezTo>
                    <a:pt x="5846313" y="3120341"/>
                    <a:pt x="5770623" y="3092294"/>
                    <a:pt x="5695632" y="3067367"/>
                  </a:cubicBezTo>
                  <a:cubicBezTo>
                    <a:pt x="5584899" y="3030596"/>
                    <a:pt x="5474867" y="2996319"/>
                    <a:pt x="5362032" y="2976375"/>
                  </a:cubicBezTo>
                  <a:cubicBezTo>
                    <a:pt x="5336100" y="2972013"/>
                    <a:pt x="5310871" y="2965156"/>
                    <a:pt x="5287042" y="2957054"/>
                  </a:cubicBezTo>
                  <a:cubicBezTo>
                    <a:pt x="5253402" y="2945837"/>
                    <a:pt x="5219059" y="2934619"/>
                    <a:pt x="5186121" y="2923400"/>
                  </a:cubicBezTo>
                  <a:cubicBezTo>
                    <a:pt x="5152480" y="2912182"/>
                    <a:pt x="5119541" y="2900964"/>
                    <a:pt x="5085901" y="2890370"/>
                  </a:cubicBezTo>
                  <a:cubicBezTo>
                    <a:pt x="5071883" y="2886006"/>
                    <a:pt x="5056465" y="2884760"/>
                    <a:pt x="5041748" y="2883514"/>
                  </a:cubicBezTo>
                  <a:cubicBezTo>
                    <a:pt x="5037542" y="2882890"/>
                    <a:pt x="5031936" y="2886006"/>
                    <a:pt x="5028432" y="2889122"/>
                  </a:cubicBezTo>
                  <a:cubicBezTo>
                    <a:pt x="5017219" y="2897225"/>
                    <a:pt x="5013715" y="2909067"/>
                    <a:pt x="5022825" y="2917790"/>
                  </a:cubicBezTo>
                  <a:cubicBezTo>
                    <a:pt x="5036841" y="2931502"/>
                    <a:pt x="5050858" y="2944589"/>
                    <a:pt x="5063474" y="2959548"/>
                  </a:cubicBezTo>
                  <a:cubicBezTo>
                    <a:pt x="5076088" y="2974505"/>
                    <a:pt x="5087303" y="2990709"/>
                    <a:pt x="5095011" y="3010028"/>
                  </a:cubicBezTo>
                  <a:cubicBezTo>
                    <a:pt x="5099917" y="3023116"/>
                    <a:pt x="5114636" y="3014392"/>
                    <a:pt x="5127950" y="2990709"/>
                  </a:cubicBezTo>
                  <a:cubicBezTo>
                    <a:pt x="5143370" y="2963910"/>
                    <a:pt x="5148975" y="2958302"/>
                    <a:pt x="5162292" y="2962664"/>
                  </a:cubicBezTo>
                  <a:cubicBezTo>
                    <a:pt x="5195232" y="2973257"/>
                    <a:pt x="5229572" y="2983853"/>
                    <a:pt x="5261812" y="2997564"/>
                  </a:cubicBezTo>
                  <a:cubicBezTo>
                    <a:pt x="5272324" y="3001927"/>
                    <a:pt x="5267418" y="3013769"/>
                    <a:pt x="5257607" y="3022495"/>
                  </a:cubicBezTo>
                  <a:cubicBezTo>
                    <a:pt x="5240085" y="3037452"/>
                    <a:pt x="5240085" y="3048047"/>
                    <a:pt x="5254102" y="3056772"/>
                  </a:cubicBezTo>
                  <a:cubicBezTo>
                    <a:pt x="5277931" y="3071105"/>
                    <a:pt x="5303863" y="3082323"/>
                    <a:pt x="5330494" y="3091050"/>
                  </a:cubicBezTo>
                  <a:cubicBezTo>
                    <a:pt x="5357126" y="3099773"/>
                    <a:pt x="5384459" y="3106630"/>
                    <a:pt x="5413192" y="3112861"/>
                  </a:cubicBezTo>
                  <a:cubicBezTo>
                    <a:pt x="5420903" y="3114733"/>
                    <a:pt x="5436320" y="3107253"/>
                    <a:pt x="5440527" y="3099773"/>
                  </a:cubicBezTo>
                  <a:cubicBezTo>
                    <a:pt x="5471362" y="3052409"/>
                    <a:pt x="5510611" y="3043684"/>
                    <a:pt x="5554062" y="3060510"/>
                  </a:cubicBezTo>
                  <a:cubicBezTo>
                    <a:pt x="5583498" y="3071730"/>
                    <a:pt x="5613634" y="3081077"/>
                    <a:pt x="5641667" y="3094165"/>
                  </a:cubicBezTo>
                  <a:cubicBezTo>
                    <a:pt x="5670401" y="3106630"/>
                    <a:pt x="5697733" y="3122834"/>
                    <a:pt x="5720161" y="3145893"/>
                  </a:cubicBezTo>
                  <a:cubicBezTo>
                    <a:pt x="5735579" y="3161475"/>
                    <a:pt x="5758006" y="3162721"/>
                    <a:pt x="5780434" y="3162097"/>
                  </a:cubicBezTo>
                  <a:cubicBezTo>
                    <a:pt x="5790946" y="3162097"/>
                    <a:pt x="5801460" y="3162721"/>
                    <a:pt x="5811972" y="3165213"/>
                  </a:cubicBezTo>
                  <a:cubicBezTo>
                    <a:pt x="5825988" y="3168328"/>
                    <a:pt x="5836500" y="3192635"/>
                    <a:pt x="5831595" y="3204476"/>
                  </a:cubicBezTo>
                  <a:cubicBezTo>
                    <a:pt x="5827390" y="3213201"/>
                    <a:pt x="5818981" y="3218188"/>
                    <a:pt x="5805663" y="3217564"/>
                  </a:cubicBezTo>
                  <a:cubicBezTo>
                    <a:pt x="5794450" y="3216941"/>
                    <a:pt x="5783938" y="3212579"/>
                    <a:pt x="5773426" y="3214447"/>
                  </a:cubicBezTo>
                  <a:cubicBezTo>
                    <a:pt x="5731374" y="3221303"/>
                    <a:pt x="5699838" y="3210709"/>
                    <a:pt x="5674606" y="3178923"/>
                  </a:cubicBezTo>
                  <a:cubicBezTo>
                    <a:pt x="5657086" y="3157112"/>
                    <a:pt x="5630455" y="3153371"/>
                    <a:pt x="5601018" y="3163966"/>
                  </a:cubicBezTo>
                  <a:cubicBezTo>
                    <a:pt x="5574387" y="3173938"/>
                    <a:pt x="5547054" y="3177054"/>
                    <a:pt x="5520422" y="3173938"/>
                  </a:cubicBezTo>
                  <a:cubicBezTo>
                    <a:pt x="5482575" y="3170200"/>
                    <a:pt x="5446834" y="3164591"/>
                    <a:pt x="5409688" y="3162721"/>
                  </a:cubicBezTo>
                  <a:cubicBezTo>
                    <a:pt x="5365536" y="3160850"/>
                    <a:pt x="5326289" y="3151503"/>
                    <a:pt x="5293349" y="3126572"/>
                  </a:cubicBezTo>
                  <a:cubicBezTo>
                    <a:pt x="5259709" y="3101645"/>
                    <a:pt x="5222563" y="3090426"/>
                    <a:pt x="5179814" y="3086686"/>
                  </a:cubicBezTo>
                  <a:cubicBezTo>
                    <a:pt x="5148975" y="3083570"/>
                    <a:pt x="5118840" y="3078584"/>
                    <a:pt x="5089405" y="3072975"/>
                  </a:cubicBezTo>
                  <a:cubicBezTo>
                    <a:pt x="5059968" y="3067367"/>
                    <a:pt x="5029833" y="3060510"/>
                    <a:pt x="5000398" y="3054901"/>
                  </a:cubicBezTo>
                  <a:cubicBezTo>
                    <a:pt x="4956245" y="3046176"/>
                    <a:pt x="4916996" y="3024987"/>
                    <a:pt x="4874246" y="3017508"/>
                  </a:cubicBezTo>
                  <a:cubicBezTo>
                    <a:pt x="4839905" y="3011900"/>
                    <a:pt x="4807666" y="3003175"/>
                    <a:pt x="4776829" y="2989463"/>
                  </a:cubicBezTo>
                  <a:cubicBezTo>
                    <a:pt x="4737583" y="2972013"/>
                    <a:pt x="4697635" y="2955185"/>
                    <a:pt x="4657686" y="2941473"/>
                  </a:cubicBezTo>
                  <a:cubicBezTo>
                    <a:pt x="4563073" y="2909067"/>
                    <a:pt x="4473366" y="2874789"/>
                    <a:pt x="4389967" y="2826177"/>
                  </a:cubicBezTo>
                  <a:cubicBezTo>
                    <a:pt x="4368242" y="2824308"/>
                    <a:pt x="4351419" y="2813089"/>
                    <a:pt x="4335300" y="2800625"/>
                  </a:cubicBezTo>
                  <a:cubicBezTo>
                    <a:pt x="4319181" y="2788160"/>
                    <a:pt x="4303063" y="2775072"/>
                    <a:pt x="4283437" y="2769462"/>
                  </a:cubicBezTo>
                  <a:cubicBezTo>
                    <a:pt x="4261711" y="2763231"/>
                    <a:pt x="4240687" y="2754505"/>
                    <a:pt x="4220362" y="2745158"/>
                  </a:cubicBezTo>
                  <a:cubicBezTo>
                    <a:pt x="4200038" y="2735807"/>
                    <a:pt x="4180414" y="2725838"/>
                    <a:pt x="4160790" y="2715243"/>
                  </a:cubicBezTo>
                  <a:cubicBezTo>
                    <a:pt x="4137664" y="2702777"/>
                    <a:pt x="4111732" y="2694051"/>
                    <a:pt x="4086500" y="2688443"/>
                  </a:cubicBezTo>
                  <a:cubicBezTo>
                    <a:pt x="4060568" y="2682211"/>
                    <a:pt x="4033939" y="2680965"/>
                    <a:pt x="4006607" y="2682833"/>
                  </a:cubicBezTo>
                  <a:cubicBezTo>
                    <a:pt x="3979975" y="2685327"/>
                    <a:pt x="3953340" y="2690935"/>
                    <a:pt x="3926007" y="2698414"/>
                  </a:cubicBezTo>
                  <a:cubicBezTo>
                    <a:pt x="3919001" y="2700285"/>
                    <a:pt x="3912693" y="2708387"/>
                    <a:pt x="3906387" y="2715243"/>
                  </a:cubicBezTo>
                  <a:cubicBezTo>
                    <a:pt x="3890967" y="2709632"/>
                    <a:pt x="3876249" y="2702777"/>
                    <a:pt x="3860129" y="2699038"/>
                  </a:cubicBezTo>
                  <a:lnTo>
                    <a:pt x="3816676" y="2689067"/>
                  </a:lnTo>
                  <a:cubicBezTo>
                    <a:pt x="3801959" y="2685950"/>
                    <a:pt x="3787944" y="2683456"/>
                    <a:pt x="3773925" y="2680340"/>
                  </a:cubicBezTo>
                  <a:cubicBezTo>
                    <a:pt x="3745192" y="2674732"/>
                    <a:pt x="3716456" y="2668500"/>
                    <a:pt x="3689125" y="2662892"/>
                  </a:cubicBezTo>
                  <a:cubicBezTo>
                    <a:pt x="3682816" y="2661644"/>
                    <a:pt x="3677209" y="2655413"/>
                    <a:pt x="3671604" y="2650426"/>
                  </a:cubicBezTo>
                  <a:cubicBezTo>
                    <a:pt x="3670903" y="2649803"/>
                    <a:pt x="3676510" y="2636715"/>
                    <a:pt x="3677913" y="2636715"/>
                  </a:cubicBezTo>
                  <a:cubicBezTo>
                    <a:pt x="3722766" y="2636093"/>
                    <a:pt x="3771124" y="2629236"/>
                    <a:pt x="3812472" y="2654165"/>
                  </a:cubicBezTo>
                  <a:cubicBezTo>
                    <a:pt x="3822285" y="2659776"/>
                    <a:pt x="3838403" y="2657282"/>
                    <a:pt x="3850319" y="2652297"/>
                  </a:cubicBezTo>
                  <a:cubicBezTo>
                    <a:pt x="3865737" y="2646687"/>
                    <a:pt x="3881155" y="2642325"/>
                    <a:pt x="3896572" y="2640453"/>
                  </a:cubicBezTo>
                  <a:cubicBezTo>
                    <a:pt x="3911993" y="2638585"/>
                    <a:pt x="3926711" y="2639209"/>
                    <a:pt x="3942128" y="2642947"/>
                  </a:cubicBezTo>
                  <a:cubicBezTo>
                    <a:pt x="3954743" y="2646063"/>
                    <a:pt x="3968059" y="2647933"/>
                    <a:pt x="3981374" y="2646063"/>
                  </a:cubicBezTo>
                  <a:cubicBezTo>
                    <a:pt x="3997494" y="2643570"/>
                    <a:pt x="4012913" y="2642947"/>
                    <a:pt x="4028333" y="2644194"/>
                  </a:cubicBezTo>
                  <a:cubicBezTo>
                    <a:pt x="4043750" y="2645440"/>
                    <a:pt x="4059168" y="2647933"/>
                    <a:pt x="4073886" y="2651672"/>
                  </a:cubicBezTo>
                  <a:cubicBezTo>
                    <a:pt x="4088603" y="2655413"/>
                    <a:pt x="4104724" y="2654165"/>
                    <a:pt x="4120141" y="2654789"/>
                  </a:cubicBezTo>
                  <a:cubicBezTo>
                    <a:pt x="4135559" y="2655413"/>
                    <a:pt x="4151679" y="2657282"/>
                    <a:pt x="4164996" y="2667877"/>
                  </a:cubicBezTo>
                  <a:cubicBezTo>
                    <a:pt x="4174105" y="2674732"/>
                    <a:pt x="4191628" y="2668500"/>
                    <a:pt x="4204943" y="2668500"/>
                  </a:cubicBezTo>
                  <a:cubicBezTo>
                    <a:pt x="4218260" y="2668500"/>
                    <a:pt x="4234379" y="2664136"/>
                    <a:pt x="4245595" y="2670370"/>
                  </a:cubicBezTo>
                  <a:cubicBezTo>
                    <a:pt x="4265216" y="2680340"/>
                    <a:pt x="4286942" y="2690312"/>
                    <a:pt x="4295354" y="2715866"/>
                  </a:cubicBezTo>
                  <a:cubicBezTo>
                    <a:pt x="4300960" y="2732691"/>
                    <a:pt x="4312175" y="2737055"/>
                    <a:pt x="4326892" y="2734563"/>
                  </a:cubicBezTo>
                  <a:cubicBezTo>
                    <a:pt x="4341610" y="2732070"/>
                    <a:pt x="4355625" y="2733939"/>
                    <a:pt x="4366838" y="2742664"/>
                  </a:cubicBezTo>
                  <a:cubicBezTo>
                    <a:pt x="4385059" y="2757622"/>
                    <a:pt x="4403282" y="2770710"/>
                    <a:pt x="4425009" y="2778188"/>
                  </a:cubicBezTo>
                  <a:cubicBezTo>
                    <a:pt x="4446733" y="2785666"/>
                    <a:pt x="4470562" y="2789406"/>
                    <a:pt x="4490888" y="2798754"/>
                  </a:cubicBezTo>
                  <a:cubicBezTo>
                    <a:pt x="4511912" y="2808104"/>
                    <a:pt x="4536441" y="2809349"/>
                    <a:pt x="4560269" y="2811220"/>
                  </a:cubicBezTo>
                  <a:cubicBezTo>
                    <a:pt x="4584098" y="2813089"/>
                    <a:pt x="4607927" y="2816205"/>
                    <a:pt x="4628251" y="2830539"/>
                  </a:cubicBezTo>
                  <a:cubicBezTo>
                    <a:pt x="4631056" y="2832409"/>
                    <a:pt x="4637362" y="2831164"/>
                    <a:pt x="4641568" y="2828669"/>
                  </a:cubicBezTo>
                  <a:cubicBezTo>
                    <a:pt x="4645773" y="2826177"/>
                    <a:pt x="4649977" y="2821192"/>
                    <a:pt x="4651379" y="2816828"/>
                  </a:cubicBezTo>
                  <a:cubicBezTo>
                    <a:pt x="4652780" y="2811841"/>
                    <a:pt x="4652780" y="2803740"/>
                    <a:pt x="4650678" y="2801247"/>
                  </a:cubicBezTo>
                  <a:cubicBezTo>
                    <a:pt x="4628251" y="2783798"/>
                    <a:pt x="4603021" y="2771333"/>
                    <a:pt x="4577090" y="2760115"/>
                  </a:cubicBezTo>
                  <a:cubicBezTo>
                    <a:pt x="4564476" y="2754505"/>
                    <a:pt x="4551158" y="2749520"/>
                    <a:pt x="4537844" y="2744534"/>
                  </a:cubicBezTo>
                  <a:cubicBezTo>
                    <a:pt x="4524526" y="2739548"/>
                    <a:pt x="4511912" y="2735185"/>
                    <a:pt x="4498596" y="2730199"/>
                  </a:cubicBezTo>
                  <a:cubicBezTo>
                    <a:pt x="4476870" y="2721475"/>
                    <a:pt x="4456546" y="2711502"/>
                    <a:pt x="4440426" y="2692805"/>
                  </a:cubicBezTo>
                  <a:cubicBezTo>
                    <a:pt x="4412392" y="2660398"/>
                    <a:pt x="4365436" y="2656657"/>
                    <a:pt x="4336002" y="2626121"/>
                  </a:cubicBezTo>
                  <a:cubicBezTo>
                    <a:pt x="4312873" y="2623005"/>
                    <a:pt x="4289746" y="2621135"/>
                    <a:pt x="4267321" y="2616772"/>
                  </a:cubicBezTo>
                  <a:cubicBezTo>
                    <a:pt x="4245595" y="2612410"/>
                    <a:pt x="4224567" y="2608669"/>
                    <a:pt x="4203542" y="2604931"/>
                  </a:cubicBezTo>
                  <a:cubicBezTo>
                    <a:pt x="4182518" y="2601190"/>
                    <a:pt x="4160790" y="2598074"/>
                    <a:pt x="4139064" y="2595582"/>
                  </a:cubicBezTo>
                  <a:cubicBezTo>
                    <a:pt x="4118040" y="2593089"/>
                    <a:pt x="4096312" y="2591843"/>
                    <a:pt x="4074589" y="2590595"/>
                  </a:cubicBezTo>
                  <a:cubicBezTo>
                    <a:pt x="4064074" y="2589973"/>
                    <a:pt x="4052863" y="2589973"/>
                    <a:pt x="4042348" y="2589973"/>
                  </a:cubicBezTo>
                  <a:cubicBezTo>
                    <a:pt x="4031836" y="2589973"/>
                    <a:pt x="4020621" y="2590595"/>
                    <a:pt x="4010110" y="2591220"/>
                  </a:cubicBezTo>
                  <a:cubicBezTo>
                    <a:pt x="3992588" y="2592465"/>
                    <a:pt x="3975768" y="2584364"/>
                    <a:pt x="3959649" y="2579378"/>
                  </a:cubicBezTo>
                  <a:cubicBezTo>
                    <a:pt x="3955445" y="2578132"/>
                    <a:pt x="3952640" y="2573769"/>
                    <a:pt x="3949837" y="2570653"/>
                  </a:cubicBezTo>
                  <a:cubicBezTo>
                    <a:pt x="3954042" y="2567537"/>
                    <a:pt x="3957545" y="2561928"/>
                    <a:pt x="3961752" y="2561303"/>
                  </a:cubicBezTo>
                  <a:cubicBezTo>
                    <a:pt x="3986281" y="2558811"/>
                    <a:pt x="4011513" y="2556943"/>
                    <a:pt x="4036042" y="2556318"/>
                  </a:cubicBezTo>
                  <a:cubicBezTo>
                    <a:pt x="4060568" y="2555695"/>
                    <a:pt x="4085800" y="2557565"/>
                    <a:pt x="4110330" y="2561928"/>
                  </a:cubicBezTo>
                  <a:cubicBezTo>
                    <a:pt x="4127850" y="2565044"/>
                    <a:pt x="4146072" y="2565044"/>
                    <a:pt x="4164996" y="2565667"/>
                  </a:cubicBezTo>
                  <a:cubicBezTo>
                    <a:pt x="4174807" y="2566290"/>
                    <a:pt x="4183919" y="2557565"/>
                    <a:pt x="4185317" y="2545100"/>
                  </a:cubicBezTo>
                  <a:cubicBezTo>
                    <a:pt x="4186720" y="2533260"/>
                    <a:pt x="4179713" y="2525157"/>
                    <a:pt x="4170602" y="2523288"/>
                  </a:cubicBezTo>
                  <a:cubicBezTo>
                    <a:pt x="4143270" y="2519549"/>
                    <a:pt x="4115939" y="2517678"/>
                    <a:pt x="4089305" y="2513315"/>
                  </a:cubicBezTo>
                  <a:cubicBezTo>
                    <a:pt x="4057765" y="2507707"/>
                    <a:pt x="4026930" y="2503968"/>
                    <a:pt x="3993989" y="2515186"/>
                  </a:cubicBezTo>
                  <a:cubicBezTo>
                    <a:pt x="3975066" y="2522040"/>
                    <a:pt x="3958249" y="2513939"/>
                    <a:pt x="3941428" y="2510823"/>
                  </a:cubicBezTo>
                  <a:cubicBezTo>
                    <a:pt x="3919701" y="2507084"/>
                    <a:pt x="3897975" y="2504592"/>
                    <a:pt x="3876249" y="2503968"/>
                  </a:cubicBezTo>
                  <a:cubicBezTo>
                    <a:pt x="3866436" y="2503344"/>
                    <a:pt x="3858029" y="2512693"/>
                    <a:pt x="3856625" y="2523288"/>
                  </a:cubicBezTo>
                  <a:cubicBezTo>
                    <a:pt x="3853120" y="2551332"/>
                    <a:pt x="3838403" y="2560681"/>
                    <a:pt x="3818782" y="2563174"/>
                  </a:cubicBezTo>
                  <a:cubicBezTo>
                    <a:pt x="3809670" y="2564420"/>
                    <a:pt x="3800559" y="2568160"/>
                    <a:pt x="3792850" y="2566913"/>
                  </a:cubicBezTo>
                  <a:cubicBezTo>
                    <a:pt x="3776029" y="2565044"/>
                    <a:pt x="3759209" y="2563797"/>
                    <a:pt x="3741688" y="2562551"/>
                  </a:cubicBezTo>
                  <a:lnTo>
                    <a:pt x="3691228" y="2560059"/>
                  </a:lnTo>
                  <a:cubicBezTo>
                    <a:pt x="3674410" y="2559435"/>
                    <a:pt x="3657589" y="2558187"/>
                    <a:pt x="3640768" y="2556318"/>
                  </a:cubicBezTo>
                  <a:cubicBezTo>
                    <a:pt x="3624648" y="2555072"/>
                    <a:pt x="3607828" y="2552579"/>
                    <a:pt x="3591708" y="2548840"/>
                  </a:cubicBezTo>
                  <a:cubicBezTo>
                    <a:pt x="3551761" y="2539491"/>
                    <a:pt x="3511812" y="2534504"/>
                    <a:pt x="3469761" y="2540739"/>
                  </a:cubicBezTo>
                  <a:cubicBezTo>
                    <a:pt x="3453642" y="2543230"/>
                    <a:pt x="3437524" y="2540739"/>
                    <a:pt x="3422806" y="2534504"/>
                  </a:cubicBezTo>
                  <a:cubicBezTo>
                    <a:pt x="3407386" y="2528273"/>
                    <a:pt x="3392669" y="2523911"/>
                    <a:pt x="3377250" y="2521417"/>
                  </a:cubicBezTo>
                  <a:cubicBezTo>
                    <a:pt x="3361830" y="2519549"/>
                    <a:pt x="3346416" y="2520172"/>
                    <a:pt x="3329593" y="2525157"/>
                  </a:cubicBezTo>
                  <a:cubicBezTo>
                    <a:pt x="3314174" y="2529519"/>
                    <a:pt x="3298057" y="2527649"/>
                    <a:pt x="3282637" y="2525781"/>
                  </a:cubicBezTo>
                  <a:cubicBezTo>
                    <a:pt x="3190125" y="2515808"/>
                    <a:pt x="3100418" y="2503968"/>
                    <a:pt x="3010712" y="2501474"/>
                  </a:cubicBezTo>
                  <a:cubicBezTo>
                    <a:pt x="2988284" y="2501474"/>
                    <a:pt x="2966558" y="2500228"/>
                    <a:pt x="2944130" y="2498982"/>
                  </a:cubicBezTo>
                  <a:cubicBezTo>
                    <a:pt x="2921705" y="2497735"/>
                    <a:pt x="2899979" y="2498357"/>
                    <a:pt x="2878252" y="2498982"/>
                  </a:cubicBezTo>
                  <a:cubicBezTo>
                    <a:pt x="2869140" y="2499605"/>
                    <a:pt x="2860031" y="2499605"/>
                    <a:pt x="2850920" y="2499605"/>
                  </a:cubicBezTo>
                  <a:lnTo>
                    <a:pt x="2823587" y="2500851"/>
                  </a:lnTo>
                  <a:cubicBezTo>
                    <a:pt x="2805365" y="2501474"/>
                    <a:pt x="2787144" y="2502720"/>
                    <a:pt x="2768920" y="2502720"/>
                  </a:cubicBezTo>
                  <a:cubicBezTo>
                    <a:pt x="2756306" y="2503344"/>
                    <a:pt x="2744392" y="2503344"/>
                    <a:pt x="2731776" y="2503344"/>
                  </a:cubicBezTo>
                  <a:lnTo>
                    <a:pt x="2713554" y="2503344"/>
                  </a:lnTo>
                  <a:lnTo>
                    <a:pt x="2694630" y="2504592"/>
                  </a:lnTo>
                  <a:cubicBezTo>
                    <a:pt x="2669402" y="2505836"/>
                    <a:pt x="2644872" y="2506461"/>
                    <a:pt x="2619640" y="2507084"/>
                  </a:cubicBezTo>
                  <a:lnTo>
                    <a:pt x="2581796" y="2507707"/>
                  </a:lnTo>
                  <a:cubicBezTo>
                    <a:pt x="2575488" y="2507707"/>
                    <a:pt x="2569182" y="2508329"/>
                    <a:pt x="2562875" y="2508952"/>
                  </a:cubicBezTo>
                  <a:lnTo>
                    <a:pt x="2543953" y="2510200"/>
                  </a:lnTo>
                  <a:cubicBezTo>
                    <a:pt x="2518020" y="2512069"/>
                    <a:pt x="2492790" y="2513939"/>
                    <a:pt x="2466859" y="2516431"/>
                  </a:cubicBezTo>
                  <a:cubicBezTo>
                    <a:pt x="2457748" y="2517056"/>
                    <a:pt x="2447936" y="2517056"/>
                    <a:pt x="2438124" y="2516431"/>
                  </a:cubicBezTo>
                  <a:cubicBezTo>
                    <a:pt x="2428313" y="2515808"/>
                    <a:pt x="2418501" y="2515186"/>
                    <a:pt x="2408688" y="2514562"/>
                  </a:cubicBezTo>
                  <a:cubicBezTo>
                    <a:pt x="2365237" y="2511445"/>
                    <a:pt x="2321084" y="2508329"/>
                    <a:pt x="2277632" y="2508329"/>
                  </a:cubicBezTo>
                  <a:cubicBezTo>
                    <a:pt x="2233476" y="2510200"/>
                    <a:pt x="2189326" y="2515186"/>
                    <a:pt x="2145873" y="2525781"/>
                  </a:cubicBezTo>
                  <a:cubicBezTo>
                    <a:pt x="2136763" y="2527649"/>
                    <a:pt x="2128353" y="2529519"/>
                    <a:pt x="2119241" y="2531389"/>
                  </a:cubicBezTo>
                  <a:cubicBezTo>
                    <a:pt x="2110130" y="2532635"/>
                    <a:pt x="2101018" y="2533883"/>
                    <a:pt x="2091909" y="2534504"/>
                  </a:cubicBezTo>
                  <a:cubicBezTo>
                    <a:pt x="2073686" y="2535752"/>
                    <a:pt x="2054763" y="2535128"/>
                    <a:pt x="2035139" y="2533883"/>
                  </a:cubicBezTo>
                  <a:cubicBezTo>
                    <a:pt x="2016216" y="2532635"/>
                    <a:pt x="1996592" y="2530144"/>
                    <a:pt x="1977671" y="2527649"/>
                  </a:cubicBezTo>
                  <a:cubicBezTo>
                    <a:pt x="1958048" y="2525781"/>
                    <a:pt x="1938423" y="2523911"/>
                    <a:pt x="1918799" y="2522665"/>
                  </a:cubicBezTo>
                  <a:cubicBezTo>
                    <a:pt x="1910390" y="2522040"/>
                    <a:pt x="1901279" y="2515808"/>
                    <a:pt x="1892870" y="2511445"/>
                  </a:cubicBezTo>
                  <a:cubicBezTo>
                    <a:pt x="1890066" y="2510200"/>
                    <a:pt x="1886561" y="2502720"/>
                    <a:pt x="1886561" y="2502098"/>
                  </a:cubicBezTo>
                  <a:cubicBezTo>
                    <a:pt x="1888664" y="2498357"/>
                    <a:pt x="1892167" y="2493373"/>
                    <a:pt x="1895672" y="2493997"/>
                  </a:cubicBezTo>
                  <a:cubicBezTo>
                    <a:pt x="1911091" y="2495866"/>
                    <a:pt x="1926510" y="2497112"/>
                    <a:pt x="1941928" y="2496489"/>
                  </a:cubicBezTo>
                  <a:cubicBezTo>
                    <a:pt x="1949637" y="2496489"/>
                    <a:pt x="1956646" y="2495866"/>
                    <a:pt x="1964354" y="2495241"/>
                  </a:cubicBezTo>
                  <a:cubicBezTo>
                    <a:pt x="1972064" y="2494619"/>
                    <a:pt x="1979072" y="2494619"/>
                    <a:pt x="1986081" y="2493373"/>
                  </a:cubicBezTo>
                  <a:cubicBezTo>
                    <a:pt x="2014815" y="2490256"/>
                    <a:pt x="2042850" y="2484024"/>
                    <a:pt x="2070883" y="2475299"/>
                  </a:cubicBezTo>
                  <a:cubicBezTo>
                    <a:pt x="2072986" y="2474677"/>
                    <a:pt x="2075789" y="2467821"/>
                    <a:pt x="2074386" y="2464704"/>
                  </a:cubicBezTo>
                  <a:cubicBezTo>
                    <a:pt x="2072986" y="2459718"/>
                    <a:pt x="2068780" y="2452862"/>
                    <a:pt x="2065277" y="2451617"/>
                  </a:cubicBezTo>
                  <a:cubicBezTo>
                    <a:pt x="2026730" y="2439151"/>
                    <a:pt x="1987483" y="2427311"/>
                    <a:pt x="1947535" y="2419207"/>
                  </a:cubicBezTo>
                  <a:cubicBezTo>
                    <a:pt x="1907587" y="2412353"/>
                    <a:pt x="1867638" y="2410482"/>
                    <a:pt x="1828392" y="2416716"/>
                  </a:cubicBezTo>
                  <a:cubicBezTo>
                    <a:pt x="1815776" y="2418584"/>
                    <a:pt x="1805265" y="2407367"/>
                    <a:pt x="1798256" y="2391786"/>
                  </a:cubicBezTo>
                  <a:cubicBezTo>
                    <a:pt x="1868340" y="2387423"/>
                    <a:pt x="1937722" y="2383683"/>
                    <a:pt x="2007107" y="2389916"/>
                  </a:cubicBezTo>
                  <a:cubicBezTo>
                    <a:pt x="2055463" y="2393656"/>
                    <a:pt x="2102421" y="2390540"/>
                    <a:pt x="2148676" y="2389916"/>
                  </a:cubicBezTo>
                  <a:cubicBezTo>
                    <a:pt x="2231376" y="2388047"/>
                    <a:pt x="2239785" y="2381814"/>
                    <a:pt x="2318983" y="2324478"/>
                  </a:cubicBezTo>
                  <a:cubicBezTo>
                    <a:pt x="2321084" y="2323230"/>
                    <a:pt x="2321786" y="2315752"/>
                    <a:pt x="2321084" y="2313883"/>
                  </a:cubicBezTo>
                  <a:cubicBezTo>
                    <a:pt x="2318281" y="2309520"/>
                    <a:pt x="2314075" y="2304533"/>
                    <a:pt x="2310571" y="2303911"/>
                  </a:cubicBezTo>
                  <a:cubicBezTo>
                    <a:pt x="2287445" y="2297678"/>
                    <a:pt x="2263616" y="2292069"/>
                    <a:pt x="2240487" y="2288953"/>
                  </a:cubicBezTo>
                  <a:cubicBezTo>
                    <a:pt x="2216660" y="2286460"/>
                    <a:pt x="2193532" y="2287707"/>
                    <a:pt x="2169702" y="2292069"/>
                  </a:cubicBezTo>
                  <a:cubicBezTo>
                    <a:pt x="2139565" y="2298302"/>
                    <a:pt x="2108727" y="2302041"/>
                    <a:pt x="2077891" y="2304533"/>
                  </a:cubicBezTo>
                  <a:cubicBezTo>
                    <a:pt x="2046354" y="2308273"/>
                    <a:pt x="2014815" y="2310766"/>
                    <a:pt x="1983278" y="2312636"/>
                  </a:cubicBezTo>
                  <a:lnTo>
                    <a:pt x="1935620" y="2315129"/>
                  </a:lnTo>
                  <a:cubicBezTo>
                    <a:pt x="1927911" y="2315752"/>
                    <a:pt x="1919501" y="2315752"/>
                    <a:pt x="1911791" y="2316374"/>
                  </a:cubicBezTo>
                  <a:lnTo>
                    <a:pt x="1887964" y="2318245"/>
                  </a:lnTo>
                  <a:cubicBezTo>
                    <a:pt x="1855723" y="2320737"/>
                    <a:pt x="1823486" y="2323853"/>
                    <a:pt x="1791247" y="2328216"/>
                  </a:cubicBezTo>
                  <a:cubicBezTo>
                    <a:pt x="1777930" y="2330086"/>
                    <a:pt x="1763915" y="2330086"/>
                    <a:pt x="1750597" y="2328216"/>
                  </a:cubicBezTo>
                  <a:cubicBezTo>
                    <a:pt x="1655284" y="2316374"/>
                    <a:pt x="1568378" y="2343798"/>
                    <a:pt x="1482177" y="2374335"/>
                  </a:cubicBezTo>
                  <a:cubicBezTo>
                    <a:pt x="1467460" y="2379320"/>
                    <a:pt x="1452742" y="2401135"/>
                    <a:pt x="1459751" y="2404874"/>
                  </a:cubicBezTo>
                  <a:cubicBezTo>
                    <a:pt x="1468159" y="2409860"/>
                    <a:pt x="1478674" y="2411730"/>
                    <a:pt x="1487783" y="2414846"/>
                  </a:cubicBezTo>
                  <a:cubicBezTo>
                    <a:pt x="1491989" y="2416091"/>
                    <a:pt x="1498297" y="2417962"/>
                    <a:pt x="1499698" y="2421078"/>
                  </a:cubicBezTo>
                  <a:cubicBezTo>
                    <a:pt x="1504605" y="2429802"/>
                    <a:pt x="1498997" y="2434165"/>
                    <a:pt x="1487082" y="2436658"/>
                  </a:cubicBezTo>
                  <a:cubicBezTo>
                    <a:pt x="1459751" y="2442267"/>
                    <a:pt x="1432418" y="2444138"/>
                    <a:pt x="1402983" y="2423570"/>
                  </a:cubicBezTo>
                  <a:cubicBezTo>
                    <a:pt x="1394571" y="2417962"/>
                    <a:pt x="1383357" y="2412353"/>
                    <a:pt x="1374949" y="2412975"/>
                  </a:cubicBezTo>
                  <a:cubicBezTo>
                    <a:pt x="1344111" y="2414223"/>
                    <a:pt x="1312573" y="2413599"/>
                    <a:pt x="1282437" y="2416716"/>
                  </a:cubicBezTo>
                  <a:cubicBezTo>
                    <a:pt x="1267020" y="2418584"/>
                    <a:pt x="1252302" y="2421078"/>
                    <a:pt x="1237584" y="2425440"/>
                  </a:cubicBezTo>
                  <a:cubicBezTo>
                    <a:pt x="1223567" y="2429802"/>
                    <a:pt x="1209550" y="2436658"/>
                    <a:pt x="1196935" y="2446007"/>
                  </a:cubicBezTo>
                  <a:cubicBezTo>
                    <a:pt x="1161894" y="2470314"/>
                    <a:pt x="1123347" y="2487140"/>
                    <a:pt x="1083398" y="2498982"/>
                  </a:cubicBezTo>
                  <a:cubicBezTo>
                    <a:pt x="1049757" y="2509577"/>
                    <a:pt x="1015419" y="2519549"/>
                    <a:pt x="980375" y="2528896"/>
                  </a:cubicBezTo>
                  <a:lnTo>
                    <a:pt x="928514" y="2542607"/>
                  </a:lnTo>
                  <a:lnTo>
                    <a:pt x="902582" y="2549464"/>
                  </a:lnTo>
                  <a:lnTo>
                    <a:pt x="876652" y="2556943"/>
                  </a:lnTo>
                  <a:cubicBezTo>
                    <a:pt x="863335" y="2560681"/>
                    <a:pt x="845814" y="2562551"/>
                    <a:pt x="831797" y="2556318"/>
                  </a:cubicBezTo>
                  <a:cubicBezTo>
                    <a:pt x="788344" y="2537621"/>
                    <a:pt x="750500" y="2543855"/>
                    <a:pt x="713355" y="2556943"/>
                  </a:cubicBezTo>
                  <a:cubicBezTo>
                    <a:pt x="681117" y="2568160"/>
                    <a:pt x="648878" y="2580624"/>
                    <a:pt x="618040" y="2593089"/>
                  </a:cubicBezTo>
                  <a:cubicBezTo>
                    <a:pt x="594212" y="2603061"/>
                    <a:pt x="571085" y="2613033"/>
                    <a:pt x="547253" y="2623005"/>
                  </a:cubicBezTo>
                  <a:cubicBezTo>
                    <a:pt x="524129" y="2633599"/>
                    <a:pt x="500300" y="2644818"/>
                    <a:pt x="477872" y="2655413"/>
                  </a:cubicBezTo>
                  <a:cubicBezTo>
                    <a:pt x="454744" y="2666629"/>
                    <a:pt x="431618" y="2677848"/>
                    <a:pt x="409190" y="2689689"/>
                  </a:cubicBezTo>
                  <a:lnTo>
                    <a:pt x="374848" y="2707139"/>
                  </a:lnTo>
                  <a:lnTo>
                    <a:pt x="341208" y="2725838"/>
                  </a:lnTo>
                  <a:cubicBezTo>
                    <a:pt x="296355" y="2750766"/>
                    <a:pt x="251502" y="2775694"/>
                    <a:pt x="207347" y="2801870"/>
                  </a:cubicBezTo>
                  <a:cubicBezTo>
                    <a:pt x="163195" y="2828669"/>
                    <a:pt x="119743" y="2856092"/>
                    <a:pt x="76292" y="2883514"/>
                  </a:cubicBezTo>
                  <a:cubicBezTo>
                    <a:pt x="52463" y="2898471"/>
                    <a:pt x="28634" y="2912805"/>
                    <a:pt x="4105" y="2927140"/>
                  </a:cubicBezTo>
                  <a:lnTo>
                    <a:pt x="0" y="2929527"/>
                  </a:lnTo>
                  <a:lnTo>
                    <a:pt x="0" y="754457"/>
                  </a:lnTo>
                  <a:lnTo>
                    <a:pt x="132357" y="691618"/>
                  </a:lnTo>
                  <a:cubicBezTo>
                    <a:pt x="161094" y="679776"/>
                    <a:pt x="189827" y="669182"/>
                    <a:pt x="219964" y="660456"/>
                  </a:cubicBezTo>
                  <a:cubicBezTo>
                    <a:pt x="250099" y="651731"/>
                    <a:pt x="281637" y="644875"/>
                    <a:pt x="313175" y="639267"/>
                  </a:cubicBezTo>
                  <a:cubicBezTo>
                    <a:pt x="339804" y="634904"/>
                    <a:pt x="365737" y="627425"/>
                    <a:pt x="390969" y="618700"/>
                  </a:cubicBezTo>
                  <a:cubicBezTo>
                    <a:pt x="416198" y="609974"/>
                    <a:pt x="440727" y="599380"/>
                    <a:pt x="466659" y="589408"/>
                  </a:cubicBezTo>
                  <a:cubicBezTo>
                    <a:pt x="511513" y="571334"/>
                    <a:pt x="558468" y="557001"/>
                    <a:pt x="605426" y="547029"/>
                  </a:cubicBezTo>
                  <a:cubicBezTo>
                    <a:pt x="629254" y="542042"/>
                    <a:pt x="653082" y="537680"/>
                    <a:pt x="677611" y="535187"/>
                  </a:cubicBezTo>
                  <a:cubicBezTo>
                    <a:pt x="702143" y="532694"/>
                    <a:pt x="726671" y="530824"/>
                    <a:pt x="751901" y="530824"/>
                  </a:cubicBezTo>
                  <a:cubicBezTo>
                    <a:pt x="779936" y="530202"/>
                    <a:pt x="807968" y="528955"/>
                    <a:pt x="835301" y="526462"/>
                  </a:cubicBezTo>
                  <a:cubicBezTo>
                    <a:pt x="849317" y="525215"/>
                    <a:pt x="862633" y="523346"/>
                    <a:pt x="875950" y="521476"/>
                  </a:cubicBezTo>
                  <a:cubicBezTo>
                    <a:pt x="889267" y="519606"/>
                    <a:pt x="903283" y="517736"/>
                    <a:pt x="916599" y="515244"/>
                  </a:cubicBezTo>
                  <a:cubicBezTo>
                    <a:pt x="971264" y="506519"/>
                    <a:pt x="1024528" y="493431"/>
                    <a:pt x="1077792" y="475980"/>
                  </a:cubicBezTo>
                  <a:cubicBezTo>
                    <a:pt x="1095313" y="470372"/>
                    <a:pt x="1112835" y="465385"/>
                    <a:pt x="1131056" y="462892"/>
                  </a:cubicBezTo>
                  <a:cubicBezTo>
                    <a:pt x="1149277" y="460400"/>
                    <a:pt x="1168200" y="459153"/>
                    <a:pt x="1187123" y="459153"/>
                  </a:cubicBezTo>
                  <a:cubicBezTo>
                    <a:pt x="1246694" y="458529"/>
                    <a:pt x="1305566" y="456660"/>
                    <a:pt x="1364436" y="454791"/>
                  </a:cubicBezTo>
                  <a:cubicBezTo>
                    <a:pt x="1424007" y="453544"/>
                    <a:pt x="1483579" y="452297"/>
                    <a:pt x="1543149" y="451052"/>
                  </a:cubicBezTo>
                  <a:cubicBezTo>
                    <a:pt x="1562773" y="450428"/>
                    <a:pt x="1580996" y="447936"/>
                    <a:pt x="1598516" y="442326"/>
                  </a:cubicBezTo>
                  <a:cubicBezTo>
                    <a:pt x="1616037" y="437340"/>
                    <a:pt x="1632155" y="429238"/>
                    <a:pt x="1647575" y="418643"/>
                  </a:cubicBezTo>
                  <a:cubicBezTo>
                    <a:pt x="1657386" y="411788"/>
                    <a:pt x="1667198" y="404933"/>
                    <a:pt x="1677710" y="398701"/>
                  </a:cubicBezTo>
                  <a:cubicBezTo>
                    <a:pt x="1720462" y="371902"/>
                    <a:pt x="1768120" y="360060"/>
                    <a:pt x="1821383" y="366292"/>
                  </a:cubicBezTo>
                  <a:cubicBezTo>
                    <a:pt x="1852220" y="370655"/>
                    <a:pt x="1887262" y="373147"/>
                    <a:pt x="1915997" y="366292"/>
                  </a:cubicBezTo>
                  <a:cubicBezTo>
                    <a:pt x="1950339" y="357567"/>
                    <a:pt x="1985380" y="353204"/>
                    <a:pt x="2019721" y="350088"/>
                  </a:cubicBezTo>
                  <a:cubicBezTo>
                    <a:pt x="2037243" y="348842"/>
                    <a:pt x="2054062" y="346972"/>
                    <a:pt x="2072286" y="346348"/>
                  </a:cubicBezTo>
                  <a:cubicBezTo>
                    <a:pt x="2089804" y="345726"/>
                    <a:pt x="2107327" y="344479"/>
                    <a:pt x="2124848" y="343232"/>
                  </a:cubicBezTo>
                  <a:cubicBezTo>
                    <a:pt x="2182315" y="338870"/>
                    <a:pt x="2239785" y="329521"/>
                    <a:pt x="2297255" y="322043"/>
                  </a:cubicBezTo>
                  <a:cubicBezTo>
                    <a:pt x="2330195" y="318927"/>
                    <a:pt x="2360330" y="308955"/>
                    <a:pt x="2389065" y="294621"/>
                  </a:cubicBezTo>
                  <a:cubicBezTo>
                    <a:pt x="2417100" y="280286"/>
                    <a:pt x="2450038" y="270314"/>
                    <a:pt x="2472465" y="250994"/>
                  </a:cubicBezTo>
                  <a:cubicBezTo>
                    <a:pt x="2483679" y="241023"/>
                    <a:pt x="2496295" y="233545"/>
                    <a:pt x="2508909" y="227312"/>
                  </a:cubicBezTo>
                  <a:cubicBezTo>
                    <a:pt x="2521523" y="221079"/>
                    <a:pt x="2534838" y="216094"/>
                    <a:pt x="2548858" y="212355"/>
                  </a:cubicBezTo>
                  <a:cubicBezTo>
                    <a:pt x="2576891" y="204876"/>
                    <a:pt x="2605624" y="201759"/>
                    <a:pt x="2635760" y="198643"/>
                  </a:cubicBezTo>
                  <a:cubicBezTo>
                    <a:pt x="2648375" y="197398"/>
                    <a:pt x="2660290" y="190542"/>
                    <a:pt x="2671504" y="184309"/>
                  </a:cubicBezTo>
                  <a:cubicBezTo>
                    <a:pt x="2676409" y="181816"/>
                    <a:pt x="2679213" y="176207"/>
                    <a:pt x="2682718" y="171221"/>
                  </a:cubicBezTo>
                  <a:cubicBezTo>
                    <a:pt x="2689725" y="159380"/>
                    <a:pt x="2684119" y="152524"/>
                    <a:pt x="2665196" y="150032"/>
                  </a:cubicBezTo>
                  <a:cubicBezTo>
                    <a:pt x="2624546" y="144423"/>
                    <a:pt x="2583899" y="148161"/>
                    <a:pt x="2545353" y="157511"/>
                  </a:cubicBezTo>
                  <a:cubicBezTo>
                    <a:pt x="2539747" y="158757"/>
                    <a:pt x="2533440" y="160003"/>
                    <a:pt x="2527832" y="161249"/>
                  </a:cubicBezTo>
                  <a:cubicBezTo>
                    <a:pt x="2522225" y="162496"/>
                    <a:pt x="2516617" y="163743"/>
                    <a:pt x="2510312" y="164367"/>
                  </a:cubicBezTo>
                  <a:cubicBezTo>
                    <a:pt x="2499097" y="166236"/>
                    <a:pt x="2487885" y="166859"/>
                    <a:pt x="2475971" y="166859"/>
                  </a:cubicBezTo>
                  <a:cubicBezTo>
                    <a:pt x="2453544" y="166859"/>
                    <a:pt x="2431115" y="163743"/>
                    <a:pt x="2407988" y="156888"/>
                  </a:cubicBezTo>
                  <a:cubicBezTo>
                    <a:pt x="2388366" y="151278"/>
                    <a:pt x="2368040" y="157511"/>
                    <a:pt x="2350519" y="166236"/>
                  </a:cubicBezTo>
                  <a:cubicBezTo>
                    <a:pt x="2333699" y="174960"/>
                    <a:pt x="2318281" y="186179"/>
                    <a:pt x="2300758" y="193658"/>
                  </a:cubicBezTo>
                  <a:cubicBezTo>
                    <a:pt x="2295154" y="196151"/>
                    <a:pt x="2288145" y="198020"/>
                    <a:pt x="2281137" y="198643"/>
                  </a:cubicBezTo>
                  <a:cubicBezTo>
                    <a:pt x="2274126" y="199890"/>
                    <a:pt x="2267819" y="199267"/>
                    <a:pt x="2262914" y="197398"/>
                  </a:cubicBezTo>
                  <a:cubicBezTo>
                    <a:pt x="2227172" y="179947"/>
                    <a:pt x="2189326" y="178077"/>
                    <a:pt x="2148676" y="183063"/>
                  </a:cubicBezTo>
                  <a:cubicBezTo>
                    <a:pt x="2112232" y="187426"/>
                    <a:pt x="2076491" y="191164"/>
                    <a:pt x="2040045" y="194280"/>
                  </a:cubicBezTo>
                  <a:cubicBezTo>
                    <a:pt x="2004302" y="198020"/>
                    <a:pt x="1968561" y="201136"/>
                    <a:pt x="1932117" y="204252"/>
                  </a:cubicBezTo>
                  <a:cubicBezTo>
                    <a:pt x="1860631" y="210485"/>
                    <a:pt x="1787742" y="214224"/>
                    <a:pt x="1716956" y="223573"/>
                  </a:cubicBezTo>
                  <a:cubicBezTo>
                    <a:pt x="1705043" y="224819"/>
                    <a:pt x="1691727" y="220457"/>
                    <a:pt x="1679113" y="218587"/>
                  </a:cubicBezTo>
                  <a:cubicBezTo>
                    <a:pt x="1663695" y="216094"/>
                    <a:pt x="1653183" y="190542"/>
                    <a:pt x="1663695" y="179323"/>
                  </a:cubicBezTo>
                  <a:cubicBezTo>
                    <a:pt x="1671404" y="170598"/>
                    <a:pt x="1678412" y="158757"/>
                    <a:pt x="1688924" y="153771"/>
                  </a:cubicBezTo>
                  <a:cubicBezTo>
                    <a:pt x="1718360" y="141307"/>
                    <a:pt x="1748495" y="127596"/>
                    <a:pt x="1780733" y="121986"/>
                  </a:cubicBezTo>
                  <a:cubicBezTo>
                    <a:pt x="1828392" y="114508"/>
                    <a:pt x="1876049" y="107653"/>
                    <a:pt x="1924408" y="100173"/>
                  </a:cubicBezTo>
                  <a:lnTo>
                    <a:pt x="1995892" y="90202"/>
                  </a:lnTo>
                  <a:lnTo>
                    <a:pt x="2014116" y="87709"/>
                  </a:lnTo>
                  <a:lnTo>
                    <a:pt x="2032336" y="85839"/>
                  </a:lnTo>
                  <a:lnTo>
                    <a:pt x="2068780" y="82099"/>
                  </a:lnTo>
                  <a:cubicBezTo>
                    <a:pt x="2166197" y="72751"/>
                    <a:pt x="2262914" y="62779"/>
                    <a:pt x="2362433" y="61534"/>
                  </a:cubicBezTo>
                  <a:cubicBezTo>
                    <a:pt x="2382759" y="60910"/>
                    <a:pt x="2403783" y="60287"/>
                    <a:pt x="2423407" y="62779"/>
                  </a:cubicBezTo>
                  <a:cubicBezTo>
                    <a:pt x="2454245" y="66519"/>
                    <a:pt x="2484380" y="69011"/>
                    <a:pt x="2515217" y="69635"/>
                  </a:cubicBezTo>
                  <a:cubicBezTo>
                    <a:pt x="2546055" y="70882"/>
                    <a:pt x="2576891" y="71505"/>
                    <a:pt x="2607026" y="70258"/>
                  </a:cubicBezTo>
                  <a:cubicBezTo>
                    <a:pt x="2667999" y="68389"/>
                    <a:pt x="2729675" y="62156"/>
                    <a:pt x="2791347" y="56547"/>
                  </a:cubicBezTo>
                  <a:cubicBezTo>
                    <a:pt x="2818679" y="54055"/>
                    <a:pt x="2846014" y="52808"/>
                    <a:pt x="2873347" y="52185"/>
                  </a:cubicBezTo>
                  <a:cubicBezTo>
                    <a:pt x="2900679" y="51562"/>
                    <a:pt x="2928011" y="51562"/>
                    <a:pt x="2955345" y="53431"/>
                  </a:cubicBezTo>
                  <a:cubicBezTo>
                    <a:pt x="2991089" y="55924"/>
                    <a:pt x="3027533" y="57170"/>
                    <a:pt x="3062574" y="57170"/>
                  </a:cubicBezTo>
                  <a:cubicBezTo>
                    <a:pt x="3080092" y="57170"/>
                    <a:pt x="3098317" y="57170"/>
                    <a:pt x="3115836" y="56547"/>
                  </a:cubicBezTo>
                  <a:cubicBezTo>
                    <a:pt x="3133359" y="56547"/>
                    <a:pt x="3150879" y="55301"/>
                    <a:pt x="3168399" y="54678"/>
                  </a:cubicBezTo>
                  <a:cubicBezTo>
                    <a:pt x="3185920" y="54055"/>
                    <a:pt x="3203443" y="52185"/>
                    <a:pt x="3220961" y="50938"/>
                  </a:cubicBezTo>
                  <a:lnTo>
                    <a:pt x="3247595" y="48446"/>
                  </a:lnTo>
                  <a:cubicBezTo>
                    <a:pt x="3256005" y="47822"/>
                    <a:pt x="3265117" y="46575"/>
                    <a:pt x="3273525" y="45330"/>
                  </a:cubicBezTo>
                  <a:cubicBezTo>
                    <a:pt x="3308568" y="40967"/>
                    <a:pt x="3342910" y="35358"/>
                    <a:pt x="3378651" y="27879"/>
                  </a:cubicBezTo>
                  <a:cubicBezTo>
                    <a:pt x="3481325" y="6377"/>
                    <a:pt x="3585050" y="-1725"/>
                    <a:pt x="3688249" y="301"/>
                  </a:cubicBezTo>
                  <a:close/>
                </a:path>
              </a:pathLst>
            </a:custGeom>
            <a:blipFill dpi="0" rotWithShape="0">
              <a:blip r:embed="rId4"/>
              <a:srcRect/>
              <a:stretch>
                <a:fillRect t="-49000" b="-49000"/>
              </a:stretch>
            </a:blipFill>
            <a:ln w="4918" cap="flat">
              <a:noFill/>
              <a:prstDash val="solid"/>
              <a:miter/>
            </a:ln>
            <a:effectLst/>
          </p:spPr>
          <p:txBody>
            <a:bodyPr rtlCol="0" anchor="ctr"/>
            <a:lstStyle/>
            <a:p>
              <a:endParaRPr lang="zh-CN" altLang="en-US"/>
            </a:p>
          </p:txBody>
        </p:sp>
        <p:sp>
          <p:nvSpPr>
            <p:cNvPr id="89" name="slot_89"/>
            <p:cNvSpPr/>
            <p:nvPr/>
          </p:nvSpPr>
          <p:spPr>
            <a:xfrm>
              <a:off x="17" y="0"/>
              <a:ext cx="19184" cy="5000"/>
            </a:xfrm>
            <a:prstGeom prst="rect">
              <a:avLst/>
            </a:prstGeom>
            <a:gradFill>
              <a:gsLst>
                <a:gs pos="9000">
                  <a:srgbClr val="A23838"/>
                </a:gs>
                <a:gs pos="71000">
                  <a:srgbClr val="E2C1C5">
                    <a:alpha val="66000"/>
                  </a:srgbClr>
                </a:gs>
                <a:gs pos="38000">
                  <a:srgbClr val="A23838">
                    <a:alpha val="72000"/>
                  </a:srgbClr>
                </a:gs>
                <a:gs pos="100000">
                  <a:srgbClr val="F7EEF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7" name="slot_97"/>
          <p:cNvSpPr txBox="1"/>
          <p:nvPr/>
        </p:nvSpPr>
        <p:spPr>
          <a:xfrm>
            <a:off x="400685" y="132080"/>
            <a:ext cx="3215640" cy="761365"/>
          </a:xfrm>
          <a:prstGeom prst="rect">
            <a:avLst/>
          </a:prstGeom>
        </p:spPr>
        <p:txBody>
          <a:bodyPr anchor="ctr">
            <a:normAutofit fontScale="950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后续计划</a:t>
            </a:r>
          </a:p>
        </p:txBody>
      </p:sp>
      <p:sp>
        <p:nvSpPr>
          <p:cNvPr id="9" name="slot_9"/>
          <p:cNvSpPr>
            <a:spLocks noGrp="1"/>
          </p:cNvSpPr>
          <p:nvPr>
            <p:ph type="sldNum" sz="quarter" idx="12"/>
          </p:nvPr>
        </p:nvSpPr>
        <p:spPr/>
        <p:txBody>
          <a:bodyPr/>
          <a:lstStyle/>
          <a:p>
            <a:fld id="{565CE74E-AB26-4998-AD42-012C4C1AD076}" type="slidenum">
              <a:rPr lang="zh-CN" altLang="en-US" smtClean="0">
                <a:solidFill>
                  <a:srgbClr val="3C5D74"/>
                </a:solidFill>
              </a:rPr>
              <a:t>24</a:t>
            </a:fld>
            <a:endParaRPr lang="zh-CN" altLang="en-US">
              <a:solidFill>
                <a:srgbClr val="3C5D74"/>
              </a:solidFill>
            </a:endParaRPr>
          </a:p>
        </p:txBody>
      </p:sp>
      <p:pic>
        <p:nvPicPr>
          <p:cNvPr id="90" name="picture_90" descr="picture_9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037445" y="375920"/>
            <a:ext cx="1814830" cy="511175"/>
          </a:xfrm>
          <a:prstGeom prst="rect">
            <a:avLst/>
          </a:prstGeom>
        </p:spPr>
      </p:pic>
      <p:grpSp>
        <p:nvGrpSpPr>
          <p:cNvPr id="128" name="组合 127"/>
          <p:cNvGrpSpPr/>
          <p:nvPr/>
        </p:nvGrpSpPr>
        <p:grpSpPr>
          <a:xfrm>
            <a:off x="1208405" y="2290445"/>
            <a:ext cx="1092200" cy="1092200"/>
            <a:chOff x="1510" y="4754"/>
            <a:chExt cx="1720" cy="1720"/>
          </a:xfrm>
        </p:grpSpPr>
        <p:sp>
          <p:nvSpPr>
            <p:cNvPr id="127" name="slot_127"/>
            <p:cNvSpPr/>
            <p:nvPr/>
          </p:nvSpPr>
          <p:spPr>
            <a:xfrm>
              <a:off x="1510" y="4754"/>
              <a:ext cx="1721" cy="1721"/>
            </a:xfrm>
            <a:prstGeom prst="ellipse">
              <a:avLst/>
            </a:prstGeom>
            <a:gradFill>
              <a:gsLst>
                <a:gs pos="6000">
                  <a:srgbClr val="A23838">
                    <a:alpha val="0"/>
                    <a:lumMod val="47000"/>
                    <a:lumOff val="53000"/>
                  </a:srgbClr>
                </a:gs>
                <a:gs pos="91000">
                  <a:srgbClr val="ECD8B5">
                    <a:alpha val="63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6" name="组合 125"/>
            <p:cNvGrpSpPr/>
            <p:nvPr/>
          </p:nvGrpSpPr>
          <p:grpSpPr>
            <a:xfrm>
              <a:off x="1692" y="4953"/>
              <a:ext cx="1357" cy="1357"/>
              <a:chOff x="1228" y="4489"/>
              <a:chExt cx="1821" cy="1821"/>
            </a:xfrm>
          </p:grpSpPr>
          <p:sp>
            <p:nvSpPr>
              <p:cNvPr id="125" name="slot_125"/>
              <p:cNvSpPr/>
              <p:nvPr/>
            </p:nvSpPr>
            <p:spPr>
              <a:xfrm>
                <a:off x="1228" y="4489"/>
                <a:ext cx="1821" cy="1821"/>
              </a:xfrm>
              <a:prstGeom prst="ellipse">
                <a:avLst/>
              </a:prstGeom>
              <a:gradFill>
                <a:gsLst>
                  <a:gs pos="0">
                    <a:srgbClr val="A23838">
                      <a:alpha val="62000"/>
                    </a:srgbClr>
                  </a:gs>
                  <a:gs pos="41000">
                    <a:srgbClr val="F4E8D3">
                      <a:alpha val="68000"/>
                    </a:srgbClr>
                  </a:gs>
                  <a:gs pos="58000">
                    <a:schemeClr val="bg1">
                      <a:alpha val="5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slot_124"/>
              <p:cNvSpPr txBox="1"/>
              <p:nvPr/>
            </p:nvSpPr>
            <p:spPr>
              <a:xfrm>
                <a:off x="1229" y="4795"/>
                <a:ext cx="1820" cy="1233"/>
              </a:xfrm>
              <a:prstGeom prst="rect">
                <a:avLst/>
              </a:prstGeom>
              <a:noFill/>
            </p:spPr>
            <p:txBody>
              <a:bodyPr wrap="square" rtlCol="0">
                <a:spAutoFit/>
              </a:bodyPr>
              <a:lstStyle/>
              <a:p>
                <a:pPr algn="ctr"/>
                <a:r>
                  <a:rPr lang="en-US" altLang="zh-CN" sz="3200" spc="300" dirty="0">
                    <a:solidFill>
                      <a:srgbClr val="A23838"/>
                    </a:solidFill>
                    <a:effectLst>
                      <a:outerShdw blurRad="50800" dist="38100" dir="18420000" sx="105000" sy="105000" algn="tl" rotWithShape="0">
                        <a:prstClr val="black">
                          <a:alpha val="10000"/>
                        </a:prstClr>
                      </a:outerShdw>
                    </a:effectLst>
                    <a:latin typeface="Impact" panose="020B0806030902050204" pitchFamily="34" charset="0"/>
                  </a:rPr>
                  <a:t>01</a:t>
                </a:r>
                <a:endParaRPr lang="en-US" altLang="zh-CN" sz="3200" spc="300" dirty="0">
                  <a:solidFill>
                    <a:srgbClr val="A23838"/>
                  </a:solidFill>
                  <a:effectLst>
                    <a:outerShdw blurRad="50800" dist="38100" dir="18420000" sx="105000" sy="105000" algn="tl" rotWithShape="0">
                      <a:prstClr val="black">
                        <a:alpha val="10000"/>
                      </a:prstClr>
                    </a:outerShdw>
                  </a:effectLst>
                  <a:latin typeface="Impact" panose="020B0806030902050204" pitchFamily="34" charset="0"/>
                  <a:ea typeface="仓耳玄三M W05" panose="02020400000000000000" charset="-122"/>
                </a:endParaRPr>
              </a:p>
            </p:txBody>
          </p:sp>
        </p:grpSp>
      </p:grpSp>
      <p:grpSp>
        <p:nvGrpSpPr>
          <p:cNvPr id="129" name="组合 128"/>
          <p:cNvGrpSpPr/>
          <p:nvPr/>
        </p:nvGrpSpPr>
        <p:grpSpPr>
          <a:xfrm>
            <a:off x="5254625" y="2884805"/>
            <a:ext cx="1092200" cy="1092200"/>
            <a:chOff x="1510" y="4754"/>
            <a:chExt cx="1720" cy="1720"/>
          </a:xfrm>
        </p:grpSpPr>
        <p:sp>
          <p:nvSpPr>
            <p:cNvPr id="131" name="slot_131"/>
            <p:cNvSpPr/>
            <p:nvPr/>
          </p:nvSpPr>
          <p:spPr>
            <a:xfrm>
              <a:off x="1510" y="4754"/>
              <a:ext cx="1721" cy="1721"/>
            </a:xfrm>
            <a:prstGeom prst="ellipse">
              <a:avLst/>
            </a:prstGeom>
            <a:gradFill>
              <a:gsLst>
                <a:gs pos="6000">
                  <a:srgbClr val="A23838">
                    <a:alpha val="0"/>
                    <a:lumMod val="47000"/>
                    <a:lumOff val="53000"/>
                  </a:srgbClr>
                </a:gs>
                <a:gs pos="91000">
                  <a:srgbClr val="ECD8B5">
                    <a:alpha val="63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2" name="组合 131"/>
            <p:cNvGrpSpPr/>
            <p:nvPr/>
          </p:nvGrpSpPr>
          <p:grpSpPr>
            <a:xfrm>
              <a:off x="1692" y="4953"/>
              <a:ext cx="1357" cy="1357"/>
              <a:chOff x="1228" y="4489"/>
              <a:chExt cx="1821" cy="1821"/>
            </a:xfrm>
          </p:grpSpPr>
          <p:sp>
            <p:nvSpPr>
              <p:cNvPr id="134" name="slot_134"/>
              <p:cNvSpPr/>
              <p:nvPr/>
            </p:nvSpPr>
            <p:spPr>
              <a:xfrm>
                <a:off x="1228" y="4489"/>
                <a:ext cx="1821" cy="1821"/>
              </a:xfrm>
              <a:prstGeom prst="ellipse">
                <a:avLst/>
              </a:prstGeom>
              <a:gradFill>
                <a:gsLst>
                  <a:gs pos="0">
                    <a:srgbClr val="A23838">
                      <a:alpha val="62000"/>
                    </a:srgbClr>
                  </a:gs>
                  <a:gs pos="41000">
                    <a:srgbClr val="F4E8D3">
                      <a:alpha val="68000"/>
                    </a:srgbClr>
                  </a:gs>
                  <a:gs pos="58000">
                    <a:schemeClr val="bg1">
                      <a:alpha val="5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5" name="slot_135"/>
              <p:cNvSpPr txBox="1"/>
              <p:nvPr/>
            </p:nvSpPr>
            <p:spPr>
              <a:xfrm>
                <a:off x="1229" y="4795"/>
                <a:ext cx="1820" cy="1233"/>
              </a:xfrm>
              <a:prstGeom prst="rect">
                <a:avLst/>
              </a:prstGeom>
              <a:noFill/>
            </p:spPr>
            <p:txBody>
              <a:bodyPr wrap="square" rtlCol="0">
                <a:spAutoFit/>
              </a:bodyPr>
              <a:lstStyle/>
              <a:p>
                <a:pPr algn="ctr"/>
                <a:r>
                  <a:rPr lang="en-US" altLang="zh-CN" sz="3200" spc="300" dirty="0">
                    <a:solidFill>
                      <a:srgbClr val="A23838"/>
                    </a:solidFill>
                    <a:effectLst>
                      <a:outerShdw blurRad="50800" dist="38100" dir="18420000" sx="105000" sy="105000" algn="tl" rotWithShape="0">
                        <a:prstClr val="black">
                          <a:alpha val="10000"/>
                        </a:prstClr>
                      </a:outerShdw>
                    </a:effectLst>
                    <a:latin typeface="Impact" panose="020B0806030902050204" pitchFamily="34" charset="0"/>
                  </a:rPr>
                  <a:t>02</a:t>
                </a:r>
                <a:endParaRPr lang="en-US" altLang="zh-CN" sz="3200" spc="300" dirty="0">
                  <a:solidFill>
                    <a:srgbClr val="A23838"/>
                  </a:solidFill>
                  <a:effectLst>
                    <a:outerShdw blurRad="50800" dist="38100" dir="18420000" sx="105000" sy="105000" algn="tl" rotWithShape="0">
                      <a:prstClr val="black">
                        <a:alpha val="10000"/>
                      </a:prstClr>
                    </a:outerShdw>
                  </a:effectLst>
                  <a:latin typeface="Impact" panose="020B0806030902050204" pitchFamily="34" charset="0"/>
                  <a:ea typeface="仓耳玄三M W05" panose="02020400000000000000" charset="-122"/>
                </a:endParaRPr>
              </a:p>
            </p:txBody>
          </p:sp>
        </p:grpSp>
      </p:grpSp>
      <p:grpSp>
        <p:nvGrpSpPr>
          <p:cNvPr id="136" name="组合 135"/>
          <p:cNvGrpSpPr/>
          <p:nvPr/>
        </p:nvGrpSpPr>
        <p:grpSpPr>
          <a:xfrm>
            <a:off x="9611360" y="3190875"/>
            <a:ext cx="1092200" cy="1092200"/>
            <a:chOff x="1510" y="4754"/>
            <a:chExt cx="1720" cy="1720"/>
          </a:xfrm>
        </p:grpSpPr>
        <p:sp>
          <p:nvSpPr>
            <p:cNvPr id="137" name="slot_137"/>
            <p:cNvSpPr/>
            <p:nvPr/>
          </p:nvSpPr>
          <p:spPr>
            <a:xfrm>
              <a:off x="1510" y="4754"/>
              <a:ext cx="1721" cy="1721"/>
            </a:xfrm>
            <a:prstGeom prst="ellipse">
              <a:avLst/>
            </a:prstGeom>
            <a:gradFill>
              <a:gsLst>
                <a:gs pos="6000">
                  <a:srgbClr val="A23838">
                    <a:alpha val="0"/>
                    <a:lumMod val="47000"/>
                    <a:lumOff val="53000"/>
                  </a:srgbClr>
                </a:gs>
                <a:gs pos="91000">
                  <a:srgbClr val="ECD8B5">
                    <a:alpha val="63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8" name="组合 137"/>
            <p:cNvGrpSpPr/>
            <p:nvPr/>
          </p:nvGrpSpPr>
          <p:grpSpPr>
            <a:xfrm>
              <a:off x="1692" y="4953"/>
              <a:ext cx="1357" cy="1357"/>
              <a:chOff x="1228" y="4489"/>
              <a:chExt cx="1821" cy="1821"/>
            </a:xfrm>
          </p:grpSpPr>
          <p:sp>
            <p:nvSpPr>
              <p:cNvPr id="139" name="slot_139"/>
              <p:cNvSpPr/>
              <p:nvPr/>
            </p:nvSpPr>
            <p:spPr>
              <a:xfrm>
                <a:off x="1228" y="4489"/>
                <a:ext cx="1821" cy="1821"/>
              </a:xfrm>
              <a:prstGeom prst="ellipse">
                <a:avLst/>
              </a:prstGeom>
              <a:gradFill>
                <a:gsLst>
                  <a:gs pos="0">
                    <a:srgbClr val="A23838">
                      <a:alpha val="62000"/>
                    </a:srgbClr>
                  </a:gs>
                  <a:gs pos="41000">
                    <a:srgbClr val="F4E8D3">
                      <a:alpha val="68000"/>
                    </a:srgbClr>
                  </a:gs>
                  <a:gs pos="58000">
                    <a:schemeClr val="bg1">
                      <a:alpha val="54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0" name="slot_140"/>
              <p:cNvSpPr txBox="1"/>
              <p:nvPr/>
            </p:nvSpPr>
            <p:spPr>
              <a:xfrm>
                <a:off x="1229" y="4795"/>
                <a:ext cx="1820" cy="1233"/>
              </a:xfrm>
              <a:prstGeom prst="rect">
                <a:avLst/>
              </a:prstGeom>
              <a:noFill/>
            </p:spPr>
            <p:txBody>
              <a:bodyPr wrap="square" rtlCol="0">
                <a:spAutoFit/>
              </a:bodyPr>
              <a:lstStyle/>
              <a:p>
                <a:pPr algn="ctr"/>
                <a:r>
                  <a:rPr lang="en-US" altLang="zh-CN" sz="3200" spc="300" dirty="0">
                    <a:solidFill>
                      <a:srgbClr val="A23838"/>
                    </a:solidFill>
                    <a:effectLst>
                      <a:outerShdw blurRad="50800" dist="38100" dir="18420000" sx="105000" sy="105000" algn="tl" rotWithShape="0">
                        <a:prstClr val="black">
                          <a:alpha val="10000"/>
                        </a:prstClr>
                      </a:outerShdw>
                    </a:effectLst>
                    <a:latin typeface="Impact" panose="020B0806030902050204" pitchFamily="34" charset="0"/>
                  </a:rPr>
                  <a:t>03</a:t>
                </a:r>
                <a:endParaRPr lang="en-US" altLang="zh-CN" sz="3200" spc="300" dirty="0">
                  <a:solidFill>
                    <a:srgbClr val="A23838"/>
                  </a:solidFill>
                  <a:effectLst>
                    <a:outerShdw blurRad="50800" dist="38100" dir="18420000" sx="105000" sy="105000" algn="tl" rotWithShape="0">
                      <a:prstClr val="black">
                        <a:alpha val="10000"/>
                      </a:prstClr>
                    </a:outerShdw>
                  </a:effectLst>
                  <a:latin typeface="Impact" panose="020B0806030902050204" pitchFamily="34" charset="0"/>
                  <a:ea typeface="仓耳玄三M W05" panose="02020400000000000000" charset="-122"/>
                </a:endParaRPr>
              </a:p>
            </p:txBody>
          </p:sp>
        </p:grpSp>
      </p:grpSp>
      <p:sp>
        <p:nvSpPr>
          <p:cNvPr id="141" name="slot_141"/>
          <p:cNvSpPr txBox="1"/>
          <p:nvPr/>
        </p:nvSpPr>
        <p:spPr>
          <a:xfrm>
            <a:off x="590550" y="3739515"/>
            <a:ext cx="2329180" cy="1922145"/>
          </a:xfrm>
          <a:prstGeom prst="rect">
            <a:avLst/>
          </a:prstGeom>
          <a:noFill/>
        </p:spPr>
        <p:txBody>
          <a:bodyPr wrap="square" rtlCol="0" anchor="t">
            <a:noAutofit/>
          </a:bodyPr>
          <a:lstStyle/>
          <a:p>
            <a:pPr algn="just">
              <a:lnSpc>
                <a:spcPct val="140000"/>
              </a:lnSpc>
            </a:pPr>
            <a:r>
              <a:rPr lang="zh-CN" altLang="en-US"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形成剧情视频方案</a:t>
            </a:r>
          </a:p>
          <a:p>
            <a:pPr algn="just">
              <a:lnSpc>
                <a:spcPct val="140000"/>
              </a:lnSpc>
            </a:pPr>
            <a:r>
              <a:rPr lang="zh-CN" altLang="en-US"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进一步完善营养健康生活策略卡牌游戏</a:t>
            </a:r>
          </a:p>
        </p:txBody>
      </p:sp>
      <p:sp>
        <p:nvSpPr>
          <p:cNvPr id="142" name="slot_142"/>
          <p:cNvSpPr txBox="1"/>
          <p:nvPr/>
        </p:nvSpPr>
        <p:spPr>
          <a:xfrm>
            <a:off x="4429906" y="4241165"/>
            <a:ext cx="3549504" cy="1922145"/>
          </a:xfrm>
          <a:prstGeom prst="rect">
            <a:avLst/>
          </a:prstGeom>
          <a:noFill/>
        </p:spPr>
        <p:txBody>
          <a:bodyPr wrap="square" rtlCol="0" anchor="t">
            <a:noAutofit/>
          </a:bodyPr>
          <a:lstStyle/>
          <a:p>
            <a:pPr algn="just">
              <a:lnSpc>
                <a:spcPct val="140000"/>
              </a:lnSpc>
            </a:pPr>
            <a:r>
              <a:rPr lang="zh-CN" altLang="en-US"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初步形成视频草稿</a:t>
            </a:r>
          </a:p>
          <a:p>
            <a:pPr algn="just">
              <a:lnSpc>
                <a:spcPct val="140000"/>
              </a:lnSpc>
            </a:pPr>
            <a:r>
              <a:rPr lang="zh-CN" altLang="en-US"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检查游戏提示和数值，</a:t>
            </a:r>
            <a:r>
              <a:rPr lang="zh-CN" altLang="en-US" b="1" dirty="0">
                <a:solidFill>
                  <a:schemeClr val="tx1">
                    <a:lumMod val="75000"/>
                    <a:lumOff val="25000"/>
                  </a:schemeClr>
                </a:solidFill>
                <a:latin typeface="Arial" panose="020B0604020202020204" pitchFamily="34" charset="0"/>
                <a:cs typeface="Arial" panose="020B0300000000000000" charset="-122"/>
                <a:sym typeface="Arial" panose="020B0604020202020204" pitchFamily="34" charset="0"/>
              </a:rPr>
              <a:t>打磨成品</a:t>
            </a:r>
            <a:endParaRPr lang="en-US" altLang="zh-CN" b="1" dirty="0">
              <a:solidFill>
                <a:schemeClr val="tx1">
                  <a:lumMod val="75000"/>
                  <a:lumOff val="25000"/>
                </a:schemeClr>
              </a:solidFill>
              <a:latin typeface="Arial" panose="020B0604020202020204" pitchFamily="34" charset="0"/>
              <a:cs typeface="Arial" panose="020B0300000000000000" charset="-122"/>
              <a:sym typeface="Arial" panose="020B0604020202020204" pitchFamily="34" charset="0"/>
            </a:endParaRPr>
          </a:p>
          <a:p>
            <a:pPr algn="just">
              <a:lnSpc>
                <a:spcPct val="140000"/>
              </a:lnSpc>
            </a:pPr>
            <a:r>
              <a:rPr lang="zh-CN" altLang="en-US" b="1" dirty="0">
                <a:solidFill>
                  <a:schemeClr val="tx1">
                    <a:lumMod val="75000"/>
                    <a:lumOff val="25000"/>
                  </a:schemeClr>
                </a:solidFill>
                <a:latin typeface="Arial" panose="020B0604020202020204" pitchFamily="34" charset="0"/>
                <a:cs typeface="Arial" panose="020B0300000000000000" charset="-122"/>
                <a:sym typeface="Arial" panose="020B0604020202020204" pitchFamily="34" charset="0"/>
              </a:rPr>
              <a:t>检查内容科学性</a:t>
            </a:r>
            <a:endParaRPr lang="zh-CN" altLang="en-US"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endParaRPr>
          </a:p>
        </p:txBody>
      </p:sp>
      <p:sp>
        <p:nvSpPr>
          <p:cNvPr id="143" name="slot_143"/>
          <p:cNvSpPr txBox="1"/>
          <p:nvPr/>
        </p:nvSpPr>
        <p:spPr>
          <a:xfrm>
            <a:off x="8992870" y="4589780"/>
            <a:ext cx="2608580" cy="1922145"/>
          </a:xfrm>
          <a:prstGeom prst="rect">
            <a:avLst/>
          </a:prstGeom>
          <a:noFill/>
        </p:spPr>
        <p:txBody>
          <a:bodyPr wrap="square" rtlCol="0" anchor="t">
            <a:noAutofit/>
          </a:bodyPr>
          <a:lstStyle/>
          <a:p>
            <a:pPr algn="just">
              <a:lnSpc>
                <a:spcPct val="140000"/>
              </a:lnSpc>
            </a:pPr>
            <a:r>
              <a:rPr lang="zh-CN" altLang="en-US"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形成阶段性成品</a:t>
            </a:r>
            <a:endParaRPr lang="en-US" altLang="zh-CN"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endParaRPr>
          </a:p>
          <a:p>
            <a:pPr algn="just">
              <a:lnSpc>
                <a:spcPct val="140000"/>
              </a:lnSpc>
            </a:pPr>
            <a:r>
              <a:rPr lang="zh-CN" altLang="en-US" b="1" dirty="0">
                <a:solidFill>
                  <a:schemeClr val="tx1">
                    <a:lumMod val="75000"/>
                    <a:lumOff val="25000"/>
                  </a:schemeClr>
                </a:solidFill>
                <a:latin typeface="Arial" panose="020B0604020202020204" pitchFamily="34" charset="0"/>
                <a:ea typeface="微软雅黑" panose="020B0503020204020204" pitchFamily="34" charset="-122"/>
                <a:cs typeface="Arial" panose="020B0300000000000000" charset="-122"/>
                <a:sym typeface="Arial" panose="020B0604020202020204" pitchFamily="34" charset="0"/>
              </a:rPr>
              <a:t>有条件时考虑效果评价</a:t>
            </a: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ot_2"/>
          <p:cNvSpPr/>
          <p:nvPr/>
        </p:nvSpPr>
        <p:spPr>
          <a:xfrm rot="16200000" flipV="1">
            <a:off x="-42866" y="42863"/>
            <a:ext cx="6858000" cy="6772274"/>
          </a:xfrm>
          <a:prstGeom prst="flowChartManualInput">
            <a:avLst/>
          </a:pr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微软雅黑" panose="020B0503020204020204" pitchFamily="34" charset="-122"/>
              <a:cs typeface="+mn-cs"/>
            </a:endParaRPr>
          </a:p>
        </p:txBody>
      </p:sp>
      <p:pic>
        <p:nvPicPr>
          <p:cNvPr id="5" name="picture_5" descr="picture_5"/>
          <p:cNvPicPr>
            <a:picLocks noChangeAspect="1"/>
          </p:cNvPicPr>
          <p:nvPr/>
        </p:nvPicPr>
        <p:blipFill>
          <a:blip r:embed="rId3"/>
          <a:stretch>
            <a:fillRect/>
          </a:stretch>
        </p:blipFill>
        <p:spPr>
          <a:xfrm>
            <a:off x="218440" y="236855"/>
            <a:ext cx="11753215" cy="6396990"/>
          </a:xfrm>
          <a:prstGeom prst="rect">
            <a:avLst/>
          </a:prstGeom>
        </p:spPr>
      </p:pic>
      <p:sp>
        <p:nvSpPr>
          <p:cNvPr id="3" name="slot_3"/>
          <p:cNvSpPr/>
          <p:nvPr/>
        </p:nvSpPr>
        <p:spPr>
          <a:xfrm>
            <a:off x="218440" y="236855"/>
            <a:ext cx="11751945" cy="6396990"/>
          </a:xfrm>
          <a:prstGeom prst="rect">
            <a:avLst/>
          </a:prstGeom>
          <a:solidFill>
            <a:srgbClr val="F4E8D3">
              <a:alpha val="75000"/>
            </a:srgbClr>
          </a:solidFill>
          <a:ln>
            <a:noFill/>
          </a:ln>
          <a:effectLst>
            <a:outerShdw blurRad="190500" dist="635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12" name="slot_12"/>
          <p:cNvSpPr txBox="1"/>
          <p:nvPr/>
        </p:nvSpPr>
        <p:spPr>
          <a:xfrm>
            <a:off x="1569085" y="2866390"/>
            <a:ext cx="9383395" cy="903605"/>
          </a:xfrm>
          <a:prstGeom prst="rect">
            <a:avLst/>
          </a:prstGeom>
          <a:noFill/>
        </p:spPr>
        <p:txBody>
          <a:bodyPr wrap="square" rtlCol="0">
            <a:spAutoFit/>
          </a:bodyPr>
          <a:lstStyle/>
          <a:p>
            <a:pPr marL="0" marR="0" lvl="0" indent="0" algn="dist" defTabSz="914400" rtl="0" eaLnBrk="1" fontAlgn="auto" latinLnBrk="0" hangingPunct="1">
              <a:lnSpc>
                <a:spcPct val="110000"/>
              </a:lnSpc>
              <a:spcBef>
                <a:spcPts val="0"/>
              </a:spcBef>
              <a:spcAft>
                <a:spcPts val="0"/>
              </a:spcAft>
              <a:buClrTx/>
              <a:buSzTx/>
              <a:buFontTx/>
              <a:buNone/>
              <a:defRPr/>
            </a:pPr>
            <a:r>
              <a:rPr kumimoji="0" lang="zh-CN" altLang="en-US" sz="4800" b="1" i="0" u="none" strike="noStrike" kern="1200" cap="none" normalizeH="0" baseline="0" noProof="0">
                <a:ln>
                  <a:noFill/>
                </a:ln>
                <a:solidFill>
                  <a:srgbClr val="A23838"/>
                </a:solidFill>
                <a:effectLst>
                  <a:outerShdw blurRad="50800" dist="38100" dir="2700000" algn="tl" rotWithShape="0">
                    <a:prstClr val="black">
                      <a:alpha val="14000"/>
                    </a:prstClr>
                  </a:outerShdw>
                </a:effectLst>
                <a:uLnTx/>
                <a:uFillTx/>
                <a:latin typeface="Times New Roman" panose="02020603050405020304" charset="0"/>
                <a:ea typeface="方正盛世楷书简体_大" panose="02000000000000000000" charset="-122"/>
                <a:cs typeface="+mn-ea"/>
                <a:sym typeface="Arial" panose="020B0604020202020204" pitchFamily="34" charset="0"/>
              </a:rPr>
              <a:t>请老师同学批评指正</a:t>
            </a:r>
          </a:p>
        </p:txBody>
      </p:sp>
      <p:grpSp>
        <p:nvGrpSpPr>
          <p:cNvPr id="32" name="组合 31">
            <a:extLst>
              <a:ext uri="{FF2B5EF4-FFF2-40B4-BE49-F238E27FC236}">
                <a16:creationId xmlns:a16="http://schemas.microsoft.com/office/drawing/2014/main" id="{52B5E697-EB22-43B2-8544-B518CF3DFBD7}"/>
              </a:ext>
            </a:extLst>
          </p:cNvPr>
          <p:cNvGrpSpPr/>
          <p:nvPr/>
        </p:nvGrpSpPr>
        <p:grpSpPr>
          <a:xfrm>
            <a:off x="3570507" y="4072355"/>
            <a:ext cx="4430493" cy="462915"/>
            <a:chOff x="3067685" y="4383405"/>
            <a:chExt cx="4430493" cy="462915"/>
          </a:xfrm>
        </p:grpSpPr>
        <p:pic>
          <p:nvPicPr>
            <p:cNvPr id="23" name="picture_23" descr="picture_23"/>
            <p:cNvPicPr>
              <a:picLocks noChangeAspect="1"/>
            </p:cNvPicPr>
            <p:nvPr/>
          </p:nvPicPr>
          <p:blipFill>
            <a:blip r:embed="rId4">
              <a:lum contrast="18000"/>
            </a:blip>
            <a:srcRect l="26109" t="24766" r="47355" b="195"/>
            <a:stretch>
              <a:fillRect/>
            </a:stretch>
          </p:blipFill>
          <p:spPr>
            <a:xfrm>
              <a:off x="3067685" y="4383405"/>
              <a:ext cx="478155" cy="462915"/>
            </a:xfrm>
            <a:prstGeom prst="ellipse">
              <a:avLst/>
            </a:prstGeom>
            <a:effectLst>
              <a:outerShdw blurRad="50800" dist="38100" dir="2700000" algn="tl" rotWithShape="0">
                <a:prstClr val="black">
                  <a:alpha val="40000"/>
                </a:prstClr>
              </a:outerShdw>
            </a:effectLst>
          </p:spPr>
        </p:pic>
        <p:sp>
          <p:nvSpPr>
            <p:cNvPr id="24" name="slot_24"/>
            <p:cNvSpPr txBox="1"/>
            <p:nvPr/>
          </p:nvSpPr>
          <p:spPr>
            <a:xfrm>
              <a:off x="3637915" y="4424680"/>
              <a:ext cx="3860263" cy="369570"/>
            </a:xfrm>
            <a:prstGeom prst="rect">
              <a:avLst/>
            </a:prstGeom>
            <a:noFill/>
          </p:spPr>
          <p:txBody>
            <a:bodyPr wrap="square" rtlCol="0">
              <a:spAutoFit/>
            </a:bodyPr>
            <a:lstStyle/>
            <a:p>
              <a:r>
                <a:rPr lang="zh-CN" altLang="en-US" dirty="0">
                  <a:solidFill>
                    <a:srgbClr val="A23838"/>
                  </a:solidFill>
                  <a:latin typeface="Times New Roman" panose="02020603050405020304" charset="0"/>
                  <a:ea typeface="仓耳玄三M W05" panose="02020400000000000000" charset="-122"/>
                  <a:cs typeface="方正苏新诗柳楷简体" panose="02000000000000000000" charset="-122"/>
                </a:rPr>
                <a:t>王歆尧、田伦荣益、李文鹏、李嘉辉</a:t>
              </a:r>
            </a:p>
          </p:txBody>
        </p:sp>
      </p:grpSp>
      <p:grpSp>
        <p:nvGrpSpPr>
          <p:cNvPr id="31" name="组合 30">
            <a:extLst>
              <a:ext uri="{FF2B5EF4-FFF2-40B4-BE49-F238E27FC236}">
                <a16:creationId xmlns:a16="http://schemas.microsoft.com/office/drawing/2014/main" id="{58C28037-9378-4A4A-9ED3-A51F804978AF}"/>
              </a:ext>
            </a:extLst>
          </p:cNvPr>
          <p:cNvGrpSpPr/>
          <p:nvPr/>
        </p:nvGrpSpPr>
        <p:grpSpPr>
          <a:xfrm>
            <a:off x="4536881" y="4722611"/>
            <a:ext cx="2497745" cy="462915"/>
            <a:chOff x="6490970" y="4383405"/>
            <a:chExt cx="2497745" cy="462915"/>
          </a:xfrm>
        </p:grpSpPr>
        <p:pic>
          <p:nvPicPr>
            <p:cNvPr id="25" name="picture_25" descr="picture_25"/>
            <p:cNvPicPr>
              <a:picLocks noChangeAspect="1"/>
            </p:cNvPicPr>
            <p:nvPr/>
          </p:nvPicPr>
          <p:blipFill>
            <a:blip r:embed="rId4">
              <a:lum contrast="18000"/>
            </a:blip>
            <a:srcRect l="26109" t="24766" r="47355" b="195"/>
            <a:stretch>
              <a:fillRect/>
            </a:stretch>
          </p:blipFill>
          <p:spPr>
            <a:xfrm>
              <a:off x="6490970" y="4383405"/>
              <a:ext cx="478155" cy="462915"/>
            </a:xfrm>
            <a:prstGeom prst="ellipse">
              <a:avLst/>
            </a:prstGeom>
            <a:effectLst>
              <a:outerShdw blurRad="50800" dist="38100" dir="2700000" algn="tl" rotWithShape="0">
                <a:prstClr val="black">
                  <a:alpha val="40000"/>
                </a:prstClr>
              </a:outerShdw>
            </a:effectLst>
          </p:spPr>
        </p:pic>
        <p:sp>
          <p:nvSpPr>
            <p:cNvPr id="26" name="slot_26"/>
            <p:cNvSpPr txBox="1"/>
            <p:nvPr/>
          </p:nvSpPr>
          <p:spPr>
            <a:xfrm>
              <a:off x="7087870" y="4424680"/>
              <a:ext cx="1900845" cy="368300"/>
            </a:xfrm>
            <a:prstGeom prst="rect">
              <a:avLst/>
            </a:prstGeom>
            <a:noFill/>
          </p:spPr>
          <p:txBody>
            <a:bodyPr wrap="square" rtlCol="0">
              <a:spAutoFit/>
            </a:bodyPr>
            <a:lstStyle/>
            <a:p>
              <a:r>
                <a:rPr lang="en-US" dirty="0">
                  <a:solidFill>
                    <a:srgbClr val="A23838"/>
                  </a:solidFill>
                  <a:latin typeface="Times New Roman" panose="02020603050405020304" charset="0"/>
                  <a:ea typeface="仓耳玄三M W05" panose="02020400000000000000" charset="-122"/>
                  <a:cs typeface="Century Gothic" panose="020B0502020202020204" charset="0"/>
                </a:rPr>
                <a:t>2026</a:t>
              </a:r>
              <a:r>
                <a:rPr lang="zh-CN" altLang="en-US" dirty="0">
                  <a:solidFill>
                    <a:srgbClr val="A23838"/>
                  </a:solidFill>
                  <a:latin typeface="Times New Roman" panose="02020603050405020304" charset="0"/>
                  <a:ea typeface="仓耳玄三M W05" panose="02020400000000000000" charset="-122"/>
                  <a:cs typeface="Century Gothic" panose="020B0502020202020204" charset="0"/>
                </a:rPr>
                <a:t>年</a:t>
              </a:r>
              <a:r>
                <a:rPr lang="en-US" altLang="zh-CN" dirty="0">
                  <a:solidFill>
                    <a:srgbClr val="A23838"/>
                  </a:solidFill>
                  <a:latin typeface="Times New Roman" panose="02020603050405020304" charset="0"/>
                  <a:ea typeface="仓耳玄三M W05" panose="02020400000000000000" charset="-122"/>
                  <a:cs typeface="Century Gothic" panose="020B0502020202020204" charset="0"/>
                </a:rPr>
                <a:t>10</a:t>
              </a:r>
              <a:r>
                <a:rPr lang="zh-CN" altLang="en-US" dirty="0">
                  <a:solidFill>
                    <a:srgbClr val="A23838"/>
                  </a:solidFill>
                  <a:latin typeface="Times New Roman" panose="02020603050405020304" charset="0"/>
                  <a:ea typeface="仓耳玄三M W05" panose="02020400000000000000" charset="-122"/>
                  <a:cs typeface="Century Gothic" panose="020B0502020202020204" charset="0"/>
                </a:rPr>
                <a:t>月</a:t>
              </a:r>
              <a:r>
                <a:rPr lang="en-US" altLang="zh-CN" dirty="0">
                  <a:solidFill>
                    <a:srgbClr val="A23838"/>
                  </a:solidFill>
                  <a:latin typeface="Times New Roman" panose="02020603050405020304" charset="0"/>
                  <a:ea typeface="仓耳玄三M W05" panose="02020400000000000000" charset="-122"/>
                  <a:cs typeface="Century Gothic" panose="020B0502020202020204" charset="0"/>
                </a:rPr>
                <a:t>20</a:t>
              </a:r>
              <a:r>
                <a:rPr lang="zh-CN" altLang="en-US" dirty="0">
                  <a:solidFill>
                    <a:srgbClr val="A23838"/>
                  </a:solidFill>
                  <a:latin typeface="Times New Roman" panose="02020603050405020304" charset="0"/>
                  <a:ea typeface="仓耳玄三M W05" panose="02020400000000000000" charset="-122"/>
                  <a:cs typeface="Century Gothic" panose="020B0502020202020204" charset="0"/>
                </a:rPr>
                <a:t>日</a:t>
              </a:r>
              <a:endParaRPr lang="en-US" dirty="0">
                <a:solidFill>
                  <a:srgbClr val="A23838"/>
                </a:solidFill>
                <a:latin typeface="Times New Roman" panose="02020603050405020304" charset="0"/>
                <a:ea typeface="仓耳玄三M W05" panose="02020400000000000000" charset="-122"/>
                <a:cs typeface="Century Gothic" panose="020B0502020202020204" charset="0"/>
              </a:endParaRPr>
            </a:p>
          </p:txBody>
        </p:sp>
      </p:grpSp>
      <p:grpSp>
        <p:nvGrpSpPr>
          <p:cNvPr id="10" name="组合 9"/>
          <p:cNvGrpSpPr/>
          <p:nvPr/>
        </p:nvGrpSpPr>
        <p:grpSpPr>
          <a:xfrm>
            <a:off x="5481320" y="985520"/>
            <a:ext cx="1266825" cy="1266825"/>
            <a:chOff x="2105799" y="20055838"/>
            <a:chExt cx="6748090" cy="6732363"/>
          </a:xfrm>
          <a:solidFill>
            <a:srgbClr val="E4AF54">
              <a:alpha val="53000"/>
            </a:srgbClr>
          </a:solidFill>
        </p:grpSpPr>
        <p:sp>
          <p:nvSpPr>
            <p:cNvPr id="11" name="slot_11"/>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4" name="slot_4"/>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6" name="slot_6"/>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4" name="slot_1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5" name="slot_1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6" name="slot_1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7" name="slot_1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8" name="slot_1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19" name="slot_1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0" name="slot_2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1" name="slot_2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2" name="slot_2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7" name="slot_7"/>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8" name="slot_8"/>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9" name="slot_9"/>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7" name="slot_27"/>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8" name="slot_28"/>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29" name="slot_29"/>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0" name="slot_30"/>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5" name="slot_35"/>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7" name="slot_37"/>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8" name="slot_38"/>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20204"/>
                <a:ea typeface="微软雅黑" panose="020B0503020204020204" pitchFamily="34" charset="-122"/>
                <a:cs typeface="+mn-ea"/>
                <a:sym typeface="+mn-lt"/>
              </a:endParaRPr>
            </a:p>
          </p:txBody>
        </p:sp>
        <p:sp>
          <p:nvSpPr>
            <p:cNvPr id="39" name="slot_39"/>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20204"/>
                <a:ea typeface="微软雅黑" panose="020B0503020204020204" pitchFamily="34" charset="-122"/>
                <a:cs typeface="+mn-ea"/>
                <a:sym typeface="+mn-lt"/>
              </a:endParaRPr>
            </a:p>
          </p:txBody>
        </p:sp>
      </p:grpSp>
      <p:sp>
        <p:nvSpPr>
          <p:cNvPr id="40" name="slot_40"/>
          <p:cNvSpPr>
            <a:spLocks noGrp="1"/>
          </p:cNvSpPr>
          <p:nvPr>
            <p:ph type="sldNum" sz="quarter" idx="12"/>
          </p:nvPr>
        </p:nvSpPr>
        <p:spPr/>
        <p:txBody>
          <a:bodyPr/>
          <a:lstStyle/>
          <a:p>
            <a:fld id="{565CE74E-AB26-4998-AD42-012C4C1AD076}" type="slidenum">
              <a:rPr lang="zh-CN" altLang="en-US" smtClean="0"/>
              <a:t>25</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4" name="组合 3"/>
              <p:cNvGrpSpPr/>
              <p:nvPr/>
            </p:nvGrpSpPr>
            <p:grpSpPr>
              <a:xfrm>
                <a:off x="5325" y="0"/>
                <a:ext cx="6943" cy="1748"/>
                <a:chOff x="4854" y="200"/>
                <a:chExt cx="6943" cy="1748"/>
              </a:xfrm>
            </p:grpSpPr>
            <p:pic>
              <p:nvPicPr>
                <p:cNvPr id="5" name="picture_5" descr="picture_5"/>
                <p:cNvPicPr>
                  <a:picLocks noChangeAspect="1"/>
                </p:cNvPicPr>
                <p:nvPr/>
              </p:nvPicPr>
              <p:blipFill>
                <a:blip r:embed="rId3">
                  <a:alphaModFix amt="20000"/>
                </a:blip>
                <a:stretch>
                  <a:fillRect/>
                </a:stretch>
              </p:blipFill>
              <p:spPr>
                <a:xfrm>
                  <a:off x="4854" y="200"/>
                  <a:ext cx="1749" cy="1749"/>
                </a:xfrm>
                <a:prstGeom prst="rect">
                  <a:avLst/>
                </a:prstGeom>
              </p:spPr>
            </p:pic>
            <p:pic>
              <p:nvPicPr>
                <p:cNvPr id="6" name="picture_6" descr="picture_6"/>
                <p:cNvPicPr>
                  <a:picLocks noChangeAspect="1"/>
                </p:cNvPicPr>
                <p:nvPr/>
              </p:nvPicPr>
              <p:blipFill>
                <a:blip r:embed="rId3">
                  <a:alphaModFix amt="20000"/>
                </a:blip>
                <a:stretch>
                  <a:fillRect/>
                </a:stretch>
              </p:blipFill>
              <p:spPr>
                <a:xfrm>
                  <a:off x="6552" y="200"/>
                  <a:ext cx="1749" cy="1749"/>
                </a:xfrm>
                <a:prstGeom prst="rect">
                  <a:avLst/>
                </a:prstGeom>
              </p:spPr>
            </p:pic>
            <p:pic>
              <p:nvPicPr>
                <p:cNvPr id="7" name="picture_7" descr="picture_7"/>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7" name="picture_17" descr="picture_17"/>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8" name="picture_18" descr="picture_18"/>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20" name="picture_20" descr="picture_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43" name="slot_43"/>
          <p:cNvSpPr/>
          <p:nvPr/>
        </p:nvSpPr>
        <p:spPr>
          <a:xfrm>
            <a:off x="0" y="6548202"/>
            <a:ext cx="12192000" cy="309798"/>
          </a:xfrm>
          <a:prstGeom prst="rect">
            <a:avLst/>
          </a:pr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slot_97"/>
          <p:cNvSpPr txBox="1"/>
          <p:nvPr/>
        </p:nvSpPr>
        <p:spPr>
          <a:xfrm>
            <a:off x="400685" y="132080"/>
            <a:ext cx="3215640" cy="761365"/>
          </a:xfrm>
          <a:prstGeom prst="rect">
            <a:avLst/>
          </a:prstGeom>
        </p:spPr>
        <p:txBody>
          <a:bodyPr anchor="ctr">
            <a:normAutofit fontScale="975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参考文献</a:t>
            </a:r>
          </a:p>
        </p:txBody>
      </p:sp>
      <p:sp>
        <p:nvSpPr>
          <p:cNvPr id="9" name="slot_9"/>
          <p:cNvSpPr>
            <a:spLocks noGrp="1"/>
          </p:cNvSpPr>
          <p:nvPr>
            <p:ph type="sldNum" sz="quarter" idx="12"/>
          </p:nvPr>
        </p:nvSpPr>
        <p:spPr/>
        <p:txBody>
          <a:bodyPr/>
          <a:lstStyle/>
          <a:p>
            <a:fld id="{565CE74E-AB26-4998-AD42-012C4C1AD076}" type="slidenum">
              <a:rPr lang="zh-CN" altLang="en-US" smtClean="0"/>
              <a:t>26</a:t>
            </a:fld>
            <a:endParaRPr lang="zh-CN" altLang="en-US"/>
          </a:p>
        </p:txBody>
      </p:sp>
      <p:grpSp>
        <p:nvGrpSpPr>
          <p:cNvPr id="15" name="组合 14"/>
          <p:cNvGrpSpPr/>
          <p:nvPr/>
        </p:nvGrpSpPr>
        <p:grpSpPr>
          <a:xfrm>
            <a:off x="693420" y="1122045"/>
            <a:ext cx="10805160" cy="5241290"/>
            <a:chOff x="1092" y="1767"/>
            <a:chExt cx="17016" cy="8254"/>
          </a:xfrm>
        </p:grpSpPr>
        <p:pic>
          <p:nvPicPr>
            <p:cNvPr id="12" name="picture_12" descr="picture_12"/>
            <p:cNvPicPr>
              <a:picLocks noChangeAspect="1"/>
            </p:cNvPicPr>
            <p:nvPr/>
          </p:nvPicPr>
          <p:blipFill>
            <a:blip r:embed="rId6"/>
            <a:srcRect r="21729"/>
            <a:stretch>
              <a:fillRect/>
            </a:stretch>
          </p:blipFill>
          <p:spPr>
            <a:xfrm>
              <a:off x="9181" y="3618"/>
              <a:ext cx="8908" cy="6402"/>
            </a:xfrm>
            <a:prstGeom prst="rect">
              <a:avLst/>
            </a:prstGeom>
          </p:spPr>
        </p:pic>
        <p:sp>
          <p:nvSpPr>
            <p:cNvPr id="2" name="slot_2"/>
            <p:cNvSpPr/>
            <p:nvPr/>
          </p:nvSpPr>
          <p:spPr>
            <a:xfrm>
              <a:off x="1092" y="1929"/>
              <a:ext cx="17016" cy="8092"/>
            </a:xfrm>
            <a:prstGeom prst="rect">
              <a:avLst/>
            </a:prstGeom>
            <a:gradFill>
              <a:gsLst>
                <a:gs pos="84000">
                  <a:srgbClr val="EFE1BE">
                    <a:alpha val="73000"/>
                    <a:lumMod val="30000"/>
                    <a:lumOff val="70000"/>
                  </a:srgbClr>
                </a:gs>
                <a:gs pos="66000">
                  <a:srgbClr val="F0E4C4">
                    <a:alpha val="100000"/>
                    <a:lumMod val="20000"/>
                    <a:lumOff val="80000"/>
                  </a:srgbClr>
                </a:gs>
                <a:gs pos="30000">
                  <a:schemeClr val="bg1"/>
                </a:gs>
                <a:gs pos="100000">
                  <a:srgbClr val="E1C888">
                    <a:alpha val="42000"/>
                    <a:lumMod val="57000"/>
                    <a:lumOff val="43000"/>
                  </a:srgbClr>
                </a:gs>
              </a:gsLst>
              <a:lin ang="3360000" scaled="0"/>
            </a:gradFill>
            <a:ln>
              <a:noFill/>
            </a:ln>
            <a:effectLst>
              <a:outerShdw blurRad="152400" dist="63500" dir="2700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slot_8"/>
            <p:cNvSpPr/>
            <p:nvPr/>
          </p:nvSpPr>
          <p:spPr>
            <a:xfrm>
              <a:off x="1092" y="1922"/>
              <a:ext cx="17016" cy="72"/>
            </a:xfrm>
            <a:prstGeom prst="rect">
              <a:avLst/>
            </a:prstGeom>
            <a:solidFill>
              <a:srgbClr val="C5927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slot_10"/>
            <p:cNvSpPr txBox="1"/>
            <p:nvPr/>
          </p:nvSpPr>
          <p:spPr>
            <a:xfrm>
              <a:off x="16875" y="1767"/>
              <a:ext cx="840" cy="777"/>
            </a:xfrm>
            <a:custGeom>
              <a:avLst/>
              <a:gdLst/>
              <a:ahLst/>
              <a:cxnLst/>
              <a:rect l="l" t="t" r="r" b="b"/>
              <a:pathLst>
                <a:path w="533451" h="493365">
                  <a:moveTo>
                    <a:pt x="335077" y="0"/>
                  </a:moveTo>
                  <a:lnTo>
                    <a:pt x="533451" y="0"/>
                  </a:lnTo>
                  <a:lnTo>
                    <a:pt x="533451" y="169594"/>
                  </a:lnTo>
                  <a:cubicBezTo>
                    <a:pt x="533451" y="261415"/>
                    <a:pt x="522830" y="327539"/>
                    <a:pt x="501588" y="367968"/>
                  </a:cubicBezTo>
                  <a:cubicBezTo>
                    <a:pt x="472123" y="423472"/>
                    <a:pt x="426213" y="465271"/>
                    <a:pt x="363857" y="493365"/>
                  </a:cubicBezTo>
                  <a:lnTo>
                    <a:pt x="318632" y="420388"/>
                  </a:lnTo>
                  <a:cubicBezTo>
                    <a:pt x="355634" y="405313"/>
                    <a:pt x="383215" y="381501"/>
                    <a:pt x="401373" y="348953"/>
                  </a:cubicBezTo>
                  <a:cubicBezTo>
                    <a:pt x="419532" y="316405"/>
                    <a:pt x="429639" y="271693"/>
                    <a:pt x="431695" y="214819"/>
                  </a:cubicBezTo>
                  <a:lnTo>
                    <a:pt x="335077" y="214819"/>
                  </a:lnTo>
                  <a:close/>
                  <a:moveTo>
                    <a:pt x="16445" y="0"/>
                  </a:moveTo>
                  <a:lnTo>
                    <a:pt x="214819" y="0"/>
                  </a:lnTo>
                  <a:lnTo>
                    <a:pt x="214819" y="169594"/>
                  </a:lnTo>
                  <a:cubicBezTo>
                    <a:pt x="214819" y="261415"/>
                    <a:pt x="204198" y="327539"/>
                    <a:pt x="182956" y="367968"/>
                  </a:cubicBezTo>
                  <a:cubicBezTo>
                    <a:pt x="153491" y="423472"/>
                    <a:pt x="107581" y="465271"/>
                    <a:pt x="45225" y="493365"/>
                  </a:cubicBezTo>
                  <a:lnTo>
                    <a:pt x="0" y="420388"/>
                  </a:lnTo>
                  <a:cubicBezTo>
                    <a:pt x="37002" y="405313"/>
                    <a:pt x="64583" y="381501"/>
                    <a:pt x="82741" y="348953"/>
                  </a:cubicBezTo>
                  <a:cubicBezTo>
                    <a:pt x="100900" y="316405"/>
                    <a:pt x="111007" y="271693"/>
                    <a:pt x="113063" y="214819"/>
                  </a:cubicBezTo>
                  <a:lnTo>
                    <a:pt x="16445" y="214819"/>
                  </a:lnTo>
                  <a:close/>
                </a:path>
              </a:pathLst>
            </a:custGeom>
            <a:gradFill>
              <a:gsLst>
                <a:gs pos="37000">
                  <a:srgbClr val="A23838"/>
                </a:gs>
                <a:gs pos="100000">
                  <a:srgbClr val="E1C888">
                    <a:alpha val="36000"/>
                  </a:srgbClr>
                </a:gs>
              </a:gsLst>
              <a:lin ang="5040000" scaled="0"/>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sz="166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slot_14"/>
            <p:cNvSpPr txBox="1"/>
            <p:nvPr/>
          </p:nvSpPr>
          <p:spPr>
            <a:xfrm>
              <a:off x="1651" y="2301"/>
              <a:ext cx="16064" cy="7615"/>
            </a:xfrm>
            <a:prstGeom prst="rect">
              <a:avLst/>
            </a:prstGeom>
            <a:noFill/>
          </p:spPr>
          <p:txBody>
            <a:bodyPr wrap="square" rtlCol="0">
              <a:noAutofit/>
            </a:bodyPr>
            <a:lstStyle/>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[1] Wang M, Huang L, Liang X, Bai L. Consumer knowledge, risk perception and food-handling behaviors – A national survey in China. Food Control. 2021;122:107789.</a:t>
              </a: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https://doi.org/10.1016/j.foodcont.2020.107789</a:t>
              </a:r>
            </a:p>
            <a:p>
              <a:pPr marL="342900" indent="-342900">
                <a:lnSpc>
                  <a:spcPct val="115000"/>
                </a:lnSpc>
                <a:buFontTx/>
              </a:pPr>
              <a:endParaRPr lang="zh-CN" altLang="en-US" sz="1200" b="0" dirty="0">
                <a:solidFill>
                  <a:schemeClr val="tx1">
                    <a:lumMod val="50000"/>
                    <a:lumOff val="50000"/>
                  </a:schemeClr>
                </a:solidFill>
                <a:latin typeface="+mn-ea"/>
                <a:cs typeface="+mn-ea"/>
                <a:sym typeface="Arial" panose="020B0604020202020204" pitchFamily="34" charset="0"/>
              </a:endParaRP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[2] 栗卿，曹睿，袁蒙. 老年人群食品安全意识现状调查及健康教育策略探讨. 食品安全导刊. 2026;20(4):49–52.</a:t>
              </a: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https://doi.org/10.16043/j.cnki.cfs.2026.04.013</a:t>
              </a:r>
            </a:p>
            <a:p>
              <a:pPr marL="342900" indent="-342900">
                <a:lnSpc>
                  <a:spcPct val="115000"/>
                </a:lnSpc>
                <a:buFontTx/>
              </a:pPr>
              <a:endParaRPr lang="zh-CN" altLang="en-US" sz="1200" b="0" dirty="0">
                <a:solidFill>
                  <a:schemeClr val="tx1">
                    <a:lumMod val="50000"/>
                    <a:lumOff val="50000"/>
                  </a:schemeClr>
                </a:solidFill>
                <a:latin typeface="+mn-ea"/>
                <a:cs typeface="+mn-ea"/>
                <a:sym typeface="Arial" panose="020B0604020202020204" pitchFamily="34" charset="0"/>
              </a:endParaRP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[3] 赵烨，周国正. 微信与抖音中老年用户健康信息搜寻行为影响因素研究. 数字图书馆论坛. 2024;20(12):45–55.</a:t>
              </a: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https://doi.org/10.3772/j.issn.1673-2286.2024.12.006</a:t>
              </a:r>
            </a:p>
            <a:p>
              <a:pPr marL="342900" indent="-342900">
                <a:lnSpc>
                  <a:spcPct val="115000"/>
                </a:lnSpc>
                <a:buFontTx/>
              </a:pPr>
              <a:endParaRPr lang="zh-CN" altLang="en-US" sz="1200" b="0" dirty="0">
                <a:solidFill>
                  <a:schemeClr val="tx1">
                    <a:lumMod val="50000"/>
                    <a:lumOff val="50000"/>
                  </a:schemeClr>
                </a:solidFill>
                <a:latin typeface="+mn-ea"/>
                <a:cs typeface="+mn-ea"/>
                <a:sym typeface="Arial" panose="020B0604020202020204" pitchFamily="34" charset="0"/>
              </a:endParaRP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[4] CNNIC. 第56次《中国互联网络发展状况统计报告》. 2025. 数据截至2025年6月.</a:t>
              </a: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https://www.cnnic.cn/n4/2025/0721/c88-11328.html</a:t>
              </a:r>
            </a:p>
            <a:p>
              <a:pPr marL="342900" indent="-342900">
                <a:lnSpc>
                  <a:spcPct val="115000"/>
                </a:lnSpc>
                <a:buFontTx/>
              </a:pPr>
              <a:endParaRPr lang="zh-CN" altLang="en-US" sz="1200" b="0" dirty="0">
                <a:solidFill>
                  <a:schemeClr val="tx1">
                    <a:lumMod val="50000"/>
                    <a:lumOff val="50000"/>
                  </a:schemeClr>
                </a:solidFill>
                <a:latin typeface="+mn-ea"/>
                <a:cs typeface="+mn-ea"/>
                <a:sym typeface="Arial" panose="020B0604020202020204" pitchFamily="34" charset="0"/>
              </a:endParaRP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[5] Wang W, Zhuang X, Shao P. Exploring Health Information Sharing Behavior of Chinese Elderly Adults on WeChat. Healthcare. 2020;8(3):207.</a:t>
              </a: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https://doi.org/10.3390/healthcare8030207</a:t>
              </a:r>
            </a:p>
            <a:p>
              <a:pPr marL="342900" indent="-342900">
                <a:lnSpc>
                  <a:spcPct val="115000"/>
                </a:lnSpc>
                <a:buFontTx/>
              </a:pPr>
              <a:endParaRPr lang="zh-CN" altLang="en-US" sz="1200" b="0" dirty="0">
                <a:solidFill>
                  <a:schemeClr val="tx1">
                    <a:lumMod val="50000"/>
                    <a:lumOff val="50000"/>
                  </a:schemeClr>
                </a:solidFill>
                <a:latin typeface="+mn-ea"/>
                <a:cs typeface="+mn-ea"/>
                <a:sym typeface="Arial" panose="020B0604020202020204" pitchFamily="34" charset="0"/>
              </a:endParaRP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[6] Sun J, Yang L. Understanding the factors influencing intergenerational back-feeding on digital health literacy of Chinese older adults: Qualitative interview study. Digital Health. 2026;12:20552076251411034.</a:t>
              </a: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https://doi.org/10.1177/20552076251411034</a:t>
              </a:r>
            </a:p>
          </p:txBody>
        </p:sp>
      </p:gr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4" name="组合 3"/>
              <p:cNvGrpSpPr/>
              <p:nvPr/>
            </p:nvGrpSpPr>
            <p:grpSpPr>
              <a:xfrm>
                <a:off x="5325" y="0"/>
                <a:ext cx="6943" cy="1748"/>
                <a:chOff x="4854" y="200"/>
                <a:chExt cx="6943" cy="1748"/>
              </a:xfrm>
            </p:grpSpPr>
            <p:pic>
              <p:nvPicPr>
                <p:cNvPr id="5" name="picture_5" descr="picture_5"/>
                <p:cNvPicPr>
                  <a:picLocks noChangeAspect="1"/>
                </p:cNvPicPr>
                <p:nvPr/>
              </p:nvPicPr>
              <p:blipFill>
                <a:blip r:embed="rId3">
                  <a:alphaModFix amt="20000"/>
                </a:blip>
                <a:stretch>
                  <a:fillRect/>
                </a:stretch>
              </p:blipFill>
              <p:spPr>
                <a:xfrm>
                  <a:off x="4854" y="200"/>
                  <a:ext cx="1749" cy="1749"/>
                </a:xfrm>
                <a:prstGeom prst="rect">
                  <a:avLst/>
                </a:prstGeom>
              </p:spPr>
            </p:pic>
            <p:pic>
              <p:nvPicPr>
                <p:cNvPr id="6" name="picture_6" descr="picture_6"/>
                <p:cNvPicPr>
                  <a:picLocks noChangeAspect="1"/>
                </p:cNvPicPr>
                <p:nvPr/>
              </p:nvPicPr>
              <p:blipFill>
                <a:blip r:embed="rId3">
                  <a:alphaModFix amt="20000"/>
                </a:blip>
                <a:stretch>
                  <a:fillRect/>
                </a:stretch>
              </p:blipFill>
              <p:spPr>
                <a:xfrm>
                  <a:off x="6552" y="200"/>
                  <a:ext cx="1749" cy="1749"/>
                </a:xfrm>
                <a:prstGeom prst="rect">
                  <a:avLst/>
                </a:prstGeom>
              </p:spPr>
            </p:pic>
            <p:pic>
              <p:nvPicPr>
                <p:cNvPr id="7" name="picture_7" descr="picture_7"/>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17" name="picture_17" descr="picture_17"/>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18" name="picture_18" descr="picture_18"/>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20" name="picture_20" descr="picture_2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43" name="slot_43"/>
          <p:cNvSpPr/>
          <p:nvPr/>
        </p:nvSpPr>
        <p:spPr>
          <a:xfrm>
            <a:off x="0" y="6548202"/>
            <a:ext cx="12192000" cy="309798"/>
          </a:xfrm>
          <a:prstGeom prst="rect">
            <a:avLst/>
          </a:prstGeom>
          <a:solidFill>
            <a:srgbClr val="A238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slot_97"/>
          <p:cNvSpPr txBox="1"/>
          <p:nvPr/>
        </p:nvSpPr>
        <p:spPr>
          <a:xfrm>
            <a:off x="400685" y="132080"/>
            <a:ext cx="3215640" cy="761365"/>
          </a:xfrm>
          <a:prstGeom prst="rect">
            <a:avLst/>
          </a:prstGeom>
        </p:spPr>
        <p:txBody>
          <a:bodyPr anchor="ctr">
            <a:normAutofit fontScale="97500"/>
          </a:bodyPr>
          <a:lstStyle>
            <a:lvl1pPr algn="l" defTabSz="914400" rtl="0" eaLnBrk="1" latinLnBrk="0" hangingPunct="1">
              <a:lnSpc>
                <a:spcPct val="90000"/>
              </a:lnSpc>
              <a:spcBef>
                <a:spcPct val="0"/>
              </a:spcBef>
              <a:buNone/>
              <a:defRPr sz="2800"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4800"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参考文献</a:t>
            </a:r>
          </a:p>
        </p:txBody>
      </p:sp>
      <p:sp>
        <p:nvSpPr>
          <p:cNvPr id="9" name="slot_9"/>
          <p:cNvSpPr>
            <a:spLocks noGrp="1"/>
          </p:cNvSpPr>
          <p:nvPr>
            <p:ph type="sldNum" sz="quarter" idx="12"/>
          </p:nvPr>
        </p:nvSpPr>
        <p:spPr/>
        <p:txBody>
          <a:bodyPr/>
          <a:lstStyle/>
          <a:p>
            <a:fld id="{565CE74E-AB26-4998-AD42-012C4C1AD076}" type="slidenum">
              <a:rPr lang="zh-CN" altLang="en-US" smtClean="0"/>
              <a:t>27</a:t>
            </a:fld>
            <a:endParaRPr lang="zh-CN" altLang="en-US"/>
          </a:p>
        </p:txBody>
      </p:sp>
      <p:grpSp>
        <p:nvGrpSpPr>
          <p:cNvPr id="15" name="组合 14"/>
          <p:cNvGrpSpPr/>
          <p:nvPr/>
        </p:nvGrpSpPr>
        <p:grpSpPr>
          <a:xfrm>
            <a:off x="693420" y="1122045"/>
            <a:ext cx="10805160" cy="5241290"/>
            <a:chOff x="1092" y="1767"/>
            <a:chExt cx="17016" cy="8254"/>
          </a:xfrm>
        </p:grpSpPr>
        <p:pic>
          <p:nvPicPr>
            <p:cNvPr id="12" name="picture_12" descr="picture_12"/>
            <p:cNvPicPr>
              <a:picLocks noChangeAspect="1"/>
            </p:cNvPicPr>
            <p:nvPr/>
          </p:nvPicPr>
          <p:blipFill>
            <a:blip r:embed="rId6"/>
            <a:srcRect r="21729"/>
            <a:stretch>
              <a:fillRect/>
            </a:stretch>
          </p:blipFill>
          <p:spPr>
            <a:xfrm>
              <a:off x="9181" y="3618"/>
              <a:ext cx="8908" cy="6402"/>
            </a:xfrm>
            <a:prstGeom prst="rect">
              <a:avLst/>
            </a:prstGeom>
          </p:spPr>
        </p:pic>
        <p:sp>
          <p:nvSpPr>
            <p:cNvPr id="2" name="slot_2"/>
            <p:cNvSpPr/>
            <p:nvPr/>
          </p:nvSpPr>
          <p:spPr>
            <a:xfrm>
              <a:off x="1092" y="1929"/>
              <a:ext cx="17016" cy="8092"/>
            </a:xfrm>
            <a:prstGeom prst="rect">
              <a:avLst/>
            </a:prstGeom>
            <a:gradFill>
              <a:gsLst>
                <a:gs pos="84000">
                  <a:srgbClr val="EFE1BE">
                    <a:alpha val="73000"/>
                    <a:lumMod val="30000"/>
                    <a:lumOff val="70000"/>
                  </a:srgbClr>
                </a:gs>
                <a:gs pos="66000">
                  <a:srgbClr val="F0E4C4">
                    <a:alpha val="100000"/>
                    <a:lumMod val="20000"/>
                    <a:lumOff val="80000"/>
                  </a:srgbClr>
                </a:gs>
                <a:gs pos="30000">
                  <a:schemeClr val="bg1"/>
                </a:gs>
                <a:gs pos="100000">
                  <a:srgbClr val="E1C888">
                    <a:alpha val="42000"/>
                    <a:lumMod val="57000"/>
                    <a:lumOff val="43000"/>
                  </a:srgbClr>
                </a:gs>
              </a:gsLst>
              <a:lin ang="3360000" scaled="0"/>
            </a:gradFill>
            <a:ln>
              <a:noFill/>
            </a:ln>
            <a:effectLst>
              <a:outerShdw blurRad="152400" dist="63500" dir="2700000" algn="tl"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8" name="slot_8"/>
            <p:cNvSpPr/>
            <p:nvPr/>
          </p:nvSpPr>
          <p:spPr>
            <a:xfrm>
              <a:off x="1092" y="1922"/>
              <a:ext cx="17016" cy="72"/>
            </a:xfrm>
            <a:prstGeom prst="rect">
              <a:avLst/>
            </a:prstGeom>
            <a:solidFill>
              <a:srgbClr val="C59270"/>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0" name="slot_10"/>
            <p:cNvSpPr txBox="1"/>
            <p:nvPr/>
          </p:nvSpPr>
          <p:spPr>
            <a:xfrm>
              <a:off x="16875" y="1767"/>
              <a:ext cx="840" cy="777"/>
            </a:xfrm>
            <a:custGeom>
              <a:avLst/>
              <a:gdLst/>
              <a:ahLst/>
              <a:cxnLst/>
              <a:rect l="l" t="t" r="r" b="b"/>
              <a:pathLst>
                <a:path w="533451" h="493365">
                  <a:moveTo>
                    <a:pt x="335077" y="0"/>
                  </a:moveTo>
                  <a:lnTo>
                    <a:pt x="533451" y="0"/>
                  </a:lnTo>
                  <a:lnTo>
                    <a:pt x="533451" y="169594"/>
                  </a:lnTo>
                  <a:cubicBezTo>
                    <a:pt x="533451" y="261415"/>
                    <a:pt x="522830" y="327539"/>
                    <a:pt x="501588" y="367968"/>
                  </a:cubicBezTo>
                  <a:cubicBezTo>
                    <a:pt x="472123" y="423472"/>
                    <a:pt x="426213" y="465271"/>
                    <a:pt x="363857" y="493365"/>
                  </a:cubicBezTo>
                  <a:lnTo>
                    <a:pt x="318632" y="420388"/>
                  </a:lnTo>
                  <a:cubicBezTo>
                    <a:pt x="355634" y="405313"/>
                    <a:pt x="383215" y="381501"/>
                    <a:pt x="401373" y="348953"/>
                  </a:cubicBezTo>
                  <a:cubicBezTo>
                    <a:pt x="419532" y="316405"/>
                    <a:pt x="429639" y="271693"/>
                    <a:pt x="431695" y="214819"/>
                  </a:cubicBezTo>
                  <a:lnTo>
                    <a:pt x="335077" y="214819"/>
                  </a:lnTo>
                  <a:close/>
                  <a:moveTo>
                    <a:pt x="16445" y="0"/>
                  </a:moveTo>
                  <a:lnTo>
                    <a:pt x="214819" y="0"/>
                  </a:lnTo>
                  <a:lnTo>
                    <a:pt x="214819" y="169594"/>
                  </a:lnTo>
                  <a:cubicBezTo>
                    <a:pt x="214819" y="261415"/>
                    <a:pt x="204198" y="327539"/>
                    <a:pt x="182956" y="367968"/>
                  </a:cubicBezTo>
                  <a:cubicBezTo>
                    <a:pt x="153491" y="423472"/>
                    <a:pt x="107581" y="465271"/>
                    <a:pt x="45225" y="493365"/>
                  </a:cubicBezTo>
                  <a:lnTo>
                    <a:pt x="0" y="420388"/>
                  </a:lnTo>
                  <a:cubicBezTo>
                    <a:pt x="37002" y="405313"/>
                    <a:pt x="64583" y="381501"/>
                    <a:pt x="82741" y="348953"/>
                  </a:cubicBezTo>
                  <a:cubicBezTo>
                    <a:pt x="100900" y="316405"/>
                    <a:pt x="111007" y="271693"/>
                    <a:pt x="113063" y="214819"/>
                  </a:cubicBezTo>
                  <a:lnTo>
                    <a:pt x="16445" y="214819"/>
                  </a:lnTo>
                  <a:close/>
                </a:path>
              </a:pathLst>
            </a:custGeom>
            <a:gradFill>
              <a:gsLst>
                <a:gs pos="37000">
                  <a:srgbClr val="A23838"/>
                </a:gs>
                <a:gs pos="100000">
                  <a:srgbClr val="E1C888">
                    <a:alpha val="36000"/>
                  </a:srgbClr>
                </a:gs>
              </a:gsLst>
              <a:lin ang="5040000" scaled="0"/>
            </a:gradFill>
            <a:ln>
              <a:noFill/>
            </a:ln>
            <a:effectLst/>
          </p:spPr>
          <p:txBody>
            <a:bodyPr rot="0" spcFirstLastPara="0" vertOverflow="overflow" horzOverflow="overflow" vert="horz" wrap="square" lIns="91440" tIns="45720" rIns="91440" bIns="45720" numCol="1" spcCol="0" rtlCol="0" fromWordArt="0" anchor="t" anchorCtr="0" forceAA="0" compatLnSpc="1">
              <a:noAutofit/>
            </a:bodyPr>
            <a:lstStyle/>
            <a:p>
              <a:endParaRPr lang="zh-CN" altLang="en-US" sz="16600" dirty="0">
                <a:solidFill>
                  <a:schemeClr val="tx1">
                    <a:lumMod val="50000"/>
                    <a:lumOff val="50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slot_14"/>
            <p:cNvSpPr txBox="1"/>
            <p:nvPr/>
          </p:nvSpPr>
          <p:spPr>
            <a:xfrm>
              <a:off x="1651" y="2301"/>
              <a:ext cx="16064" cy="7615"/>
            </a:xfrm>
            <a:prstGeom prst="rect">
              <a:avLst/>
            </a:prstGeom>
            <a:noFill/>
          </p:spPr>
          <p:txBody>
            <a:bodyPr wrap="square" rtlCol="0">
              <a:noAutofit/>
            </a:bodyPr>
            <a:lstStyle/>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[7] Baranowski T, Ryan C, Hoyos-Cespedes A, Lu AS. Nutrition Education and Dietary Behavior Change Games: A Scoping Review. Games for Health Journal. 2019;8(3):153–176.</a:t>
              </a: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https://doi.org/10.1089/g4h.2018.0070</a:t>
              </a:r>
            </a:p>
            <a:p>
              <a:pPr marL="342900" indent="-342900">
                <a:lnSpc>
                  <a:spcPct val="115000"/>
                </a:lnSpc>
                <a:buFontTx/>
              </a:pPr>
              <a:endParaRPr lang="zh-CN" altLang="en-US" sz="1200" b="0" dirty="0">
                <a:solidFill>
                  <a:schemeClr val="tx1">
                    <a:lumMod val="50000"/>
                    <a:lumOff val="50000"/>
                  </a:schemeClr>
                </a:solidFill>
                <a:latin typeface="+mn-ea"/>
                <a:cs typeface="+mn-ea"/>
                <a:sym typeface="Arial" panose="020B0604020202020204" pitchFamily="34" charset="0"/>
              </a:endParaRP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[8] 香港食物安全中心. 隔夜熟菜的硝酸盐和亚硝酸盐. 2022年6月.</a:t>
              </a: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https://www.cfs.gov.hk/sc_chi/programme/programme_rafs/programme_rafs_fc_02_22.html</a:t>
              </a:r>
            </a:p>
            <a:p>
              <a:pPr marL="342900" indent="-342900">
                <a:lnSpc>
                  <a:spcPct val="115000"/>
                </a:lnSpc>
                <a:buFontTx/>
              </a:pPr>
              <a:endParaRPr lang="zh-CN" altLang="en-US" sz="1200" b="0" dirty="0">
                <a:solidFill>
                  <a:schemeClr val="tx1">
                    <a:lumMod val="50000"/>
                    <a:lumOff val="50000"/>
                  </a:schemeClr>
                </a:solidFill>
                <a:latin typeface="+mn-ea"/>
                <a:cs typeface="+mn-ea"/>
                <a:sym typeface="Arial" panose="020B0604020202020204" pitchFamily="34" charset="0"/>
              </a:endParaRP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[9] WHO. Five Keys to Safer Food Manual. 2006.</a:t>
              </a: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https://www.who.int/publications/i/item/9789241594639</a:t>
              </a:r>
            </a:p>
            <a:p>
              <a:pPr marL="342900" indent="-342900">
                <a:lnSpc>
                  <a:spcPct val="115000"/>
                </a:lnSpc>
                <a:buFontTx/>
              </a:pPr>
              <a:endParaRPr lang="zh-CN" altLang="en-US" sz="1200" b="0" dirty="0">
                <a:solidFill>
                  <a:schemeClr val="tx1">
                    <a:lumMod val="50000"/>
                    <a:lumOff val="50000"/>
                  </a:schemeClr>
                </a:solidFill>
                <a:latin typeface="+mn-ea"/>
                <a:cs typeface="+mn-ea"/>
                <a:sym typeface="Arial" panose="020B0604020202020204" pitchFamily="34" charset="0"/>
              </a:endParaRP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[10] CDC. Bacillus cereus Food Poisoning Associated with Fried Rice at Two Child Day Care Centers — Virginia, 1993. MMWR. 1994.</a:t>
              </a:r>
            </a:p>
            <a:p>
              <a:pPr marL="342900" indent="-342900">
                <a:lnSpc>
                  <a:spcPct val="115000"/>
                </a:lnSpc>
                <a:buFontTx/>
              </a:pPr>
              <a:r>
                <a:rPr lang="zh-CN" altLang="en-US" sz="1200" b="0" dirty="0">
                  <a:solidFill>
                    <a:schemeClr val="tx1">
                      <a:lumMod val="50000"/>
                      <a:lumOff val="50000"/>
                    </a:schemeClr>
                  </a:solidFill>
                  <a:latin typeface="+mn-ea"/>
                  <a:cs typeface="+mn-ea"/>
                  <a:sym typeface="Arial" panose="020B0604020202020204" pitchFamily="34" charset="0"/>
                </a:rPr>
                <a:t>https://www.cdc.gov/mmwr/preview/mmwrhtml/00025744.htm</a:t>
              </a:r>
            </a:p>
            <a:p>
              <a:pPr marL="342900" indent="-342900">
                <a:lnSpc>
                  <a:spcPct val="115000"/>
                </a:lnSpc>
                <a:buFontTx/>
              </a:pPr>
              <a:endParaRPr lang="zh-CN" altLang="en-US" sz="1200" b="0" dirty="0">
                <a:solidFill>
                  <a:schemeClr val="tx1">
                    <a:lumMod val="50000"/>
                    <a:lumOff val="50000"/>
                  </a:schemeClr>
                </a:solidFill>
                <a:latin typeface="+mn-ea"/>
                <a:cs typeface="+mn-ea"/>
                <a:sym typeface="Arial" panose="020B0604020202020204"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45" name="picture_45" descr="picture_45"/>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050" y="133350"/>
            <a:ext cx="9096375" cy="762000"/>
          </a:xfrm>
          <a:prstGeom prst="rect">
            <a:avLst/>
          </a:prstGeom>
        </p:spPr>
        <p:txBody>
          <a:bodyPr anchor="ctr">
            <a:normAutofit fontScale="95000"/>
          </a:bodyPr>
          <a:lstStyle>
            <a:lvl1pPr algn="l" defTabSz="914400" rtl="0" eaLnBrk="1" latinLnBrk="0" hangingPunct="1">
              <a:lnSpc>
                <a:spcPct val="90000"/>
              </a:lnSpc>
              <a:spcBef>
                <a:spcPct val="0"/>
              </a:spcBef>
              <a:buNone/>
              <a:defRPr sz="2925"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sz="2925"/>
            </a:pPr>
            <a:r>
              <a:rPr kumimoji="0" lang="zh-CN" altLang="en-US" sz="2925"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一、前期选题与思考（创作初始思维）</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28</a:t>
            </a:fld>
            <a:endParaRPr lang="zh-CN" altLang="en-US" dirty="0">
              <a:solidFill>
                <a:srgbClr val="3C5D74"/>
              </a:solidFill>
              <a:latin typeface="仓耳玄三M W05" panose="02020400000000000000" charset="-122"/>
              <a:ea typeface="仓耳玄三M W05" panose="02020400000000000000" charset="-122"/>
            </a:endParaRPr>
          </a:p>
        </p:txBody>
      </p:sp>
      <p:sp>
        <p:nvSpPr>
          <p:cNvPr id="224" name="outline_native_0"/>
          <p:cNvSpPr/>
          <p:nvPr/>
        </p:nvSpPr>
        <p:spPr>
          <a:xfrm flipH="1">
            <a:off x="1114425" y="1672431"/>
            <a:ext cx="10382250" cy="2143125"/>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225" name="outline_native_1"/>
          <p:cNvSpPr/>
          <p:nvPr/>
        </p:nvSpPr>
        <p:spPr>
          <a:xfrm>
            <a:off x="904875" y="1539081"/>
            <a:ext cx="10382250" cy="2143125"/>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226" name="outline_native_2"/>
          <p:cNvSpPr/>
          <p:nvPr/>
        </p:nvSpPr>
        <p:spPr>
          <a:xfrm>
            <a:off x="1219200" y="1300956"/>
            <a:ext cx="1619250" cy="4191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250">
                <a:solidFill>
                  <a:srgbClr val="FFFFFF"/>
                </a:solidFill>
              </a:defRPr>
            </a:pPr>
            <a:r>
              <a:rPr lang="zh-CN" sz="2250">
                <a:latin typeface="仓耳玄三M W05" panose="02020400000000000000" charset="-122"/>
                <a:ea typeface="仓耳玄三M W05" panose="02020400000000000000" charset="-122"/>
              </a:rPr>
              <a:t>题目1</a:t>
            </a:r>
          </a:p>
        </p:txBody>
      </p:sp>
      <p:sp>
        <p:nvSpPr>
          <p:cNvPr id="227" name="outline_native_3"/>
          <p:cNvSpPr/>
          <p:nvPr/>
        </p:nvSpPr>
        <p:spPr>
          <a:xfrm flipH="1">
            <a:off x="1114425" y="4329112"/>
            <a:ext cx="10382250" cy="2143125"/>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228" name="outline_native_4"/>
          <p:cNvSpPr/>
          <p:nvPr/>
        </p:nvSpPr>
        <p:spPr>
          <a:xfrm>
            <a:off x="904875" y="4195762"/>
            <a:ext cx="10382250" cy="2143125"/>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229" name="outline_native_5"/>
          <p:cNvSpPr/>
          <p:nvPr/>
        </p:nvSpPr>
        <p:spPr>
          <a:xfrm>
            <a:off x="1219200" y="3957637"/>
            <a:ext cx="1619250" cy="4191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250">
                <a:solidFill>
                  <a:srgbClr val="FFFFFF"/>
                </a:solidFill>
              </a:defRPr>
            </a:pPr>
            <a:r>
              <a:rPr lang="zh-CN" sz="2250">
                <a:latin typeface="仓耳玄三M W05" panose="02020400000000000000" charset="-122"/>
                <a:ea typeface="仓耳玄三M W05" panose="02020400000000000000" charset="-122"/>
              </a:rPr>
              <a:t>题目2</a:t>
            </a:r>
          </a:p>
        </p:txBody>
      </p:sp>
      <p:sp>
        <p:nvSpPr>
          <p:cNvPr id="231" name="outline_question_1">
            <a:extLst>
              <a:ext uri="{FF2B5EF4-FFF2-40B4-BE49-F238E27FC236}">
                <a16:creationId xmlns:a16="http://schemas.microsoft.com/office/drawing/2014/main" id="{58CEB0BE-6F1E-4A79-84E9-544BBFFF304C}"/>
              </a:ext>
            </a:extLst>
          </p:cNvPr>
          <p:cNvSpPr>
            <a:spLocks noGrp="1"/>
          </p:cNvSpPr>
          <p:nvPr/>
        </p:nvSpPr>
        <p:spPr>
          <a:xfrm>
            <a:off x="1238250" y="1786731"/>
            <a:ext cx="9667875" cy="704850"/>
          </a:xfrm>
          <a:prstGeom prst="rect">
            <a:avLst/>
          </a:prstGeom>
          <a:noFill/>
          <a:ln w="0">
            <a:noFill/>
          </a:ln>
        </p:spPr>
        <p:txBody>
          <a:bodyPr wrap="square" lIns="0" tIns="0" rIns="0" bIns="0" anchor="t">
            <a:noAutofit/>
          </a:bodyPr>
          <a:lstStyle>
            <a:defPPr algn="l">
              <a:defRPr sz="1800" b="1">
                <a:solidFill>
                  <a:srgbClr val="A53836"/>
                </a:solidFill>
                <a:latin typeface="微软雅黑"/>
                <a:ea typeface="微软雅黑"/>
                <a:cs typeface="微软雅黑"/>
              </a:defRPr>
            </a:defPPr>
            <a:lvl1pPr algn="l">
              <a:defRPr sz="1800" b="1">
                <a:solidFill>
                  <a:srgbClr val="A53836"/>
                </a:solidFill>
                <a:latin typeface="微软雅黑"/>
                <a:ea typeface="微软雅黑"/>
                <a:cs typeface="微软雅黑"/>
              </a:defRPr>
            </a:lvl1pPr>
            <a:lvl2pPr algn="l">
              <a:defRPr sz="1800" b="1">
                <a:solidFill>
                  <a:srgbClr val="A53836"/>
                </a:solidFill>
                <a:latin typeface="微软雅黑"/>
                <a:ea typeface="微软雅黑"/>
                <a:cs typeface="微软雅黑"/>
              </a:defRPr>
            </a:lvl2pPr>
            <a:lvl3pPr algn="l">
              <a:defRPr sz="1800" b="1">
                <a:solidFill>
                  <a:srgbClr val="A53836"/>
                </a:solidFill>
                <a:latin typeface="微软雅黑"/>
                <a:ea typeface="微软雅黑"/>
                <a:cs typeface="微软雅黑"/>
              </a:defRPr>
            </a:lvl3pPr>
            <a:lvl4pPr algn="l">
              <a:defRPr sz="1800" b="1">
                <a:solidFill>
                  <a:srgbClr val="A53836"/>
                </a:solidFill>
                <a:latin typeface="微软雅黑"/>
                <a:ea typeface="微软雅黑"/>
                <a:cs typeface="微软雅黑"/>
              </a:defRPr>
            </a:lvl4pPr>
            <a:lvl5pPr algn="l">
              <a:defRPr sz="1800" b="1">
                <a:solidFill>
                  <a:srgbClr val="A53836"/>
                </a:solidFill>
                <a:latin typeface="微软雅黑"/>
                <a:ea typeface="微软雅黑"/>
                <a:cs typeface="微软雅黑"/>
              </a:defRPr>
            </a:lvl5pPr>
            <a:lvl6pPr algn="l">
              <a:defRPr sz="1800" b="1">
                <a:solidFill>
                  <a:srgbClr val="A53836"/>
                </a:solidFill>
                <a:latin typeface="微软雅黑"/>
                <a:ea typeface="微软雅黑"/>
                <a:cs typeface="微软雅黑"/>
              </a:defRPr>
            </a:lvl6pPr>
            <a:lvl7pPr algn="l">
              <a:defRPr sz="1800" b="1">
                <a:solidFill>
                  <a:srgbClr val="A53836"/>
                </a:solidFill>
                <a:latin typeface="微软雅黑"/>
                <a:ea typeface="微软雅黑"/>
                <a:cs typeface="微软雅黑"/>
              </a:defRPr>
            </a:lvl7pPr>
            <a:lvl8pPr algn="l">
              <a:defRPr sz="1800" b="1">
                <a:solidFill>
                  <a:srgbClr val="A53836"/>
                </a:solidFill>
                <a:latin typeface="微软雅黑"/>
                <a:ea typeface="微软雅黑"/>
                <a:cs typeface="微软雅黑"/>
              </a:defRPr>
            </a:lvl8pPr>
            <a:lvl9pPr algn="l">
              <a:defRPr sz="1800" b="1">
                <a:solidFill>
                  <a:srgbClr val="A53836"/>
                </a:solidFill>
                <a:latin typeface="微软雅黑"/>
                <a:ea typeface="微软雅黑"/>
                <a:cs typeface="微软雅黑"/>
              </a:defRPr>
            </a:lvl9pPr>
          </a:lstStyle>
          <a:p>
            <a:pPr algn="l">
              <a:lnSpc>
                <a:spcPct val="113000"/>
              </a:lnSpc>
              <a:buNone/>
              <a:defRPr sz="1800" b="1">
                <a:solidFill>
                  <a:srgbClr val="A53836"/>
                </a:solidFill>
                <a:latin typeface="微软雅黑"/>
                <a:ea typeface="微软雅黑"/>
                <a:cs typeface="微软雅黑"/>
              </a:defRPr>
            </a:pPr>
            <a:r>
              <a:rPr sz="1800" b="1">
                <a:solidFill>
                  <a:srgbClr val="A53836"/>
                </a:solidFill>
                <a:latin typeface="微软雅黑"/>
                <a:ea typeface="微软雅黑"/>
                <a:cs typeface="微软雅黑"/>
              </a:rPr>
              <a:t>本次制作的健康传播材料主题是什么？选题的初衷和依据是什么？（结合课堂理论、社会热点、受众需求、自身认知等说明）</a:t>
            </a:r>
          </a:p>
        </p:txBody>
      </p:sp>
      <p:sp>
        <p:nvSpPr>
          <p:cNvPr id="232" name="outline_answer_1">
            <a:extLst>
              <a:ext uri="{FF2B5EF4-FFF2-40B4-BE49-F238E27FC236}">
                <a16:creationId xmlns:a16="http://schemas.microsoft.com/office/drawing/2014/main" id="{86AEF777-FF81-40FD-B4E2-701218BAA81D}"/>
              </a:ext>
            </a:extLst>
          </p:cNvPr>
          <p:cNvSpPr>
            <a:spLocks noGrp="1"/>
          </p:cNvSpPr>
          <p:nvPr/>
        </p:nvSpPr>
        <p:spPr>
          <a:xfrm>
            <a:off x="1238250" y="2539206"/>
            <a:ext cx="9667875" cy="1038225"/>
          </a:xfrm>
          <a:prstGeom prst="rect">
            <a:avLst/>
          </a:prstGeom>
          <a:noFill/>
          <a:ln w="0">
            <a:noFill/>
          </a:ln>
        </p:spPr>
        <p:txBody>
          <a:bodyPr wrap="square" lIns="0" tIns="0" rIns="0" bIns="0" anchor="t">
            <a:noAutofit/>
          </a:bodyPr>
          <a:lstStyle>
            <a:defPPr algn="l">
              <a:defRPr sz="1800" b="0">
                <a:solidFill>
                  <a:srgbClr val="404040"/>
                </a:solidFill>
                <a:latin typeface="微软雅黑"/>
                <a:ea typeface="微软雅黑"/>
                <a:cs typeface="微软雅黑"/>
              </a:defRPr>
            </a:defPPr>
            <a:lvl1pPr algn="l">
              <a:defRPr sz="1800" b="0">
                <a:solidFill>
                  <a:srgbClr val="404040"/>
                </a:solidFill>
                <a:latin typeface="微软雅黑"/>
                <a:ea typeface="微软雅黑"/>
                <a:cs typeface="微软雅黑"/>
              </a:defRPr>
            </a:lvl1pPr>
            <a:lvl2pPr algn="l">
              <a:defRPr sz="1800" b="0">
                <a:solidFill>
                  <a:srgbClr val="404040"/>
                </a:solidFill>
                <a:latin typeface="微软雅黑"/>
                <a:ea typeface="微软雅黑"/>
                <a:cs typeface="微软雅黑"/>
              </a:defRPr>
            </a:lvl2pPr>
            <a:lvl3pPr algn="l">
              <a:defRPr sz="1800" b="0">
                <a:solidFill>
                  <a:srgbClr val="404040"/>
                </a:solidFill>
                <a:latin typeface="微软雅黑"/>
                <a:ea typeface="微软雅黑"/>
                <a:cs typeface="微软雅黑"/>
              </a:defRPr>
            </a:lvl3pPr>
            <a:lvl4pPr algn="l">
              <a:defRPr sz="1800" b="0">
                <a:solidFill>
                  <a:srgbClr val="404040"/>
                </a:solidFill>
                <a:latin typeface="微软雅黑"/>
                <a:ea typeface="微软雅黑"/>
                <a:cs typeface="微软雅黑"/>
              </a:defRPr>
            </a:lvl4pPr>
            <a:lvl5pPr algn="l">
              <a:defRPr sz="1800" b="0">
                <a:solidFill>
                  <a:srgbClr val="404040"/>
                </a:solidFill>
                <a:latin typeface="微软雅黑"/>
                <a:ea typeface="微软雅黑"/>
                <a:cs typeface="微软雅黑"/>
              </a:defRPr>
            </a:lvl5pPr>
            <a:lvl6pPr algn="l">
              <a:defRPr sz="1800" b="0">
                <a:solidFill>
                  <a:srgbClr val="404040"/>
                </a:solidFill>
                <a:latin typeface="微软雅黑"/>
                <a:ea typeface="微软雅黑"/>
                <a:cs typeface="微软雅黑"/>
              </a:defRPr>
            </a:lvl6pPr>
            <a:lvl7pPr algn="l">
              <a:defRPr sz="1800" b="0">
                <a:solidFill>
                  <a:srgbClr val="404040"/>
                </a:solidFill>
                <a:latin typeface="微软雅黑"/>
                <a:ea typeface="微软雅黑"/>
                <a:cs typeface="微软雅黑"/>
              </a:defRPr>
            </a:lvl7pPr>
            <a:lvl8pPr algn="l">
              <a:defRPr sz="1800" b="0">
                <a:solidFill>
                  <a:srgbClr val="404040"/>
                </a:solidFill>
                <a:latin typeface="微软雅黑"/>
                <a:ea typeface="微软雅黑"/>
                <a:cs typeface="微软雅黑"/>
              </a:defRPr>
            </a:lvl8pPr>
            <a:lvl9pPr algn="l">
              <a:defRPr sz="1800" b="0">
                <a:solidFill>
                  <a:srgbClr val="404040"/>
                </a:solidFill>
                <a:latin typeface="微软雅黑"/>
                <a:ea typeface="微软雅黑"/>
                <a:cs typeface="微软雅黑"/>
              </a:defRPr>
            </a:lvl9pPr>
          </a:lstStyle>
          <a:p>
            <a:pPr algn="l">
              <a:lnSpc>
                <a:spcPct val="116000"/>
              </a:lnSpc>
              <a:buNone/>
              <a:defRPr sz="1800" b="0">
                <a:solidFill>
                  <a:srgbClr val="404040"/>
                </a:solidFill>
                <a:latin typeface="微软雅黑"/>
                <a:ea typeface="微软雅黑"/>
                <a:cs typeface="微软雅黑"/>
              </a:defRPr>
            </a:pPr>
            <a:r>
              <a:rPr sz="1800" b="0" dirty="0" err="1">
                <a:solidFill>
                  <a:srgbClr val="404040"/>
                </a:solidFill>
                <a:latin typeface="微软雅黑"/>
                <a:ea typeface="微软雅黑"/>
                <a:cs typeface="微软雅黑"/>
              </a:rPr>
              <a:t>家庭剩饭剩菜的</a:t>
            </a:r>
            <a:r>
              <a:rPr lang="zh-CN" altLang="en-US" dirty="0"/>
              <a:t>科学处理方法</a:t>
            </a:r>
            <a:endParaRPr lang="en-US" altLang="zh-CN" dirty="0"/>
          </a:p>
          <a:p>
            <a:pPr algn="l">
              <a:lnSpc>
                <a:spcPct val="116000"/>
              </a:lnSpc>
              <a:buNone/>
              <a:defRPr sz="1800" b="0">
                <a:solidFill>
                  <a:srgbClr val="404040"/>
                </a:solidFill>
                <a:latin typeface="微软雅黑"/>
                <a:ea typeface="微软雅黑"/>
                <a:cs typeface="微软雅黑"/>
              </a:defRPr>
            </a:pPr>
            <a:r>
              <a:rPr lang="zh-CN" altLang="en-US" sz="1800" b="0" dirty="0">
                <a:solidFill>
                  <a:srgbClr val="404040"/>
                </a:solidFill>
                <a:latin typeface="微软雅黑"/>
                <a:ea typeface="微软雅黑"/>
                <a:cs typeface="微软雅黑"/>
              </a:rPr>
              <a:t>这是一个真实存在的问题，具有不可避免性，很难想象独居老人能每次只做自己一个人的饭菜</a:t>
            </a:r>
            <a:r>
              <a:rPr lang="zh-CN" altLang="en-US" dirty="0"/>
              <a:t>，当前充斥着大量近似污名化的行为，需要传播正确观念</a:t>
            </a:r>
            <a:endParaRPr sz="1800" b="0" dirty="0">
              <a:solidFill>
                <a:srgbClr val="404040"/>
              </a:solidFill>
              <a:latin typeface="微软雅黑"/>
              <a:ea typeface="微软雅黑"/>
              <a:cs typeface="微软雅黑"/>
            </a:endParaRPr>
          </a:p>
        </p:txBody>
      </p:sp>
      <p:sp>
        <p:nvSpPr>
          <p:cNvPr id="233" name="outline_question_2">
            <a:extLst>
              <a:ext uri="{FF2B5EF4-FFF2-40B4-BE49-F238E27FC236}">
                <a16:creationId xmlns:a16="http://schemas.microsoft.com/office/drawing/2014/main" id="{1096C446-FC93-4A0E-A9F8-5E1C14E7D00C}"/>
              </a:ext>
            </a:extLst>
          </p:cNvPr>
          <p:cNvSpPr>
            <a:spLocks noGrp="1"/>
          </p:cNvSpPr>
          <p:nvPr/>
        </p:nvSpPr>
        <p:spPr>
          <a:xfrm>
            <a:off x="1238250" y="4443412"/>
            <a:ext cx="9667875" cy="704850"/>
          </a:xfrm>
          <a:prstGeom prst="rect">
            <a:avLst/>
          </a:prstGeom>
          <a:noFill/>
          <a:ln w="0">
            <a:noFill/>
          </a:ln>
        </p:spPr>
        <p:txBody>
          <a:bodyPr wrap="square" lIns="0" tIns="0" rIns="0" bIns="0" anchor="t">
            <a:noAutofit/>
          </a:bodyPr>
          <a:lstStyle>
            <a:defPPr algn="l">
              <a:defRPr sz="1800" b="1">
                <a:solidFill>
                  <a:srgbClr val="A53836"/>
                </a:solidFill>
                <a:latin typeface="微软雅黑"/>
                <a:ea typeface="微软雅黑"/>
                <a:cs typeface="微软雅黑"/>
              </a:defRPr>
            </a:defPPr>
            <a:lvl1pPr algn="l">
              <a:defRPr sz="1800" b="1">
                <a:solidFill>
                  <a:srgbClr val="A53836"/>
                </a:solidFill>
                <a:latin typeface="微软雅黑"/>
                <a:ea typeface="微软雅黑"/>
                <a:cs typeface="微软雅黑"/>
              </a:defRPr>
            </a:lvl1pPr>
            <a:lvl2pPr algn="l">
              <a:defRPr sz="1800" b="1">
                <a:solidFill>
                  <a:srgbClr val="A53836"/>
                </a:solidFill>
                <a:latin typeface="微软雅黑"/>
                <a:ea typeface="微软雅黑"/>
                <a:cs typeface="微软雅黑"/>
              </a:defRPr>
            </a:lvl2pPr>
            <a:lvl3pPr algn="l">
              <a:defRPr sz="1800" b="1">
                <a:solidFill>
                  <a:srgbClr val="A53836"/>
                </a:solidFill>
                <a:latin typeface="微软雅黑"/>
                <a:ea typeface="微软雅黑"/>
                <a:cs typeface="微软雅黑"/>
              </a:defRPr>
            </a:lvl3pPr>
            <a:lvl4pPr algn="l">
              <a:defRPr sz="1800" b="1">
                <a:solidFill>
                  <a:srgbClr val="A53836"/>
                </a:solidFill>
                <a:latin typeface="微软雅黑"/>
                <a:ea typeface="微软雅黑"/>
                <a:cs typeface="微软雅黑"/>
              </a:defRPr>
            </a:lvl4pPr>
            <a:lvl5pPr algn="l">
              <a:defRPr sz="1800" b="1">
                <a:solidFill>
                  <a:srgbClr val="A53836"/>
                </a:solidFill>
                <a:latin typeface="微软雅黑"/>
                <a:ea typeface="微软雅黑"/>
                <a:cs typeface="微软雅黑"/>
              </a:defRPr>
            </a:lvl5pPr>
            <a:lvl6pPr algn="l">
              <a:defRPr sz="1800" b="1">
                <a:solidFill>
                  <a:srgbClr val="A53836"/>
                </a:solidFill>
                <a:latin typeface="微软雅黑"/>
                <a:ea typeface="微软雅黑"/>
                <a:cs typeface="微软雅黑"/>
              </a:defRPr>
            </a:lvl6pPr>
            <a:lvl7pPr algn="l">
              <a:defRPr sz="1800" b="1">
                <a:solidFill>
                  <a:srgbClr val="A53836"/>
                </a:solidFill>
                <a:latin typeface="微软雅黑"/>
                <a:ea typeface="微软雅黑"/>
                <a:cs typeface="微软雅黑"/>
              </a:defRPr>
            </a:lvl7pPr>
            <a:lvl8pPr algn="l">
              <a:defRPr sz="1800" b="1">
                <a:solidFill>
                  <a:srgbClr val="A53836"/>
                </a:solidFill>
                <a:latin typeface="微软雅黑"/>
                <a:ea typeface="微软雅黑"/>
                <a:cs typeface="微软雅黑"/>
              </a:defRPr>
            </a:lvl8pPr>
            <a:lvl9pPr algn="l">
              <a:defRPr sz="1800" b="1">
                <a:solidFill>
                  <a:srgbClr val="A53836"/>
                </a:solidFill>
                <a:latin typeface="微软雅黑"/>
                <a:ea typeface="微软雅黑"/>
                <a:cs typeface="微软雅黑"/>
              </a:defRPr>
            </a:lvl9pPr>
          </a:lstStyle>
          <a:p>
            <a:pPr algn="l">
              <a:lnSpc>
                <a:spcPct val="113000"/>
              </a:lnSpc>
              <a:buNone/>
              <a:defRPr sz="1800" b="1">
                <a:solidFill>
                  <a:srgbClr val="A53836"/>
                </a:solidFill>
                <a:latin typeface="微软雅黑"/>
                <a:ea typeface="微软雅黑"/>
                <a:cs typeface="微软雅黑"/>
              </a:defRPr>
            </a:pPr>
            <a:r>
              <a:rPr sz="1800" b="1">
                <a:solidFill>
                  <a:srgbClr val="A53836"/>
                </a:solidFill>
                <a:latin typeface="微软雅黑"/>
                <a:ea typeface="微软雅黑"/>
                <a:cs typeface="微软雅黑"/>
              </a:rPr>
              <a:t>本次材料的核心目标受众是谁？（年龄、职业、健康基础、认知水平、媒介接触习惯）</a:t>
            </a:r>
          </a:p>
        </p:txBody>
      </p:sp>
      <p:sp>
        <p:nvSpPr>
          <p:cNvPr id="234" name="outline_answer_2">
            <a:extLst>
              <a:ext uri="{FF2B5EF4-FFF2-40B4-BE49-F238E27FC236}">
                <a16:creationId xmlns:a16="http://schemas.microsoft.com/office/drawing/2014/main" id="{06E3489B-1E38-4FF7-B9F1-A2B18D3978AF}"/>
              </a:ext>
            </a:extLst>
          </p:cNvPr>
          <p:cNvSpPr>
            <a:spLocks noGrp="1"/>
          </p:cNvSpPr>
          <p:nvPr/>
        </p:nvSpPr>
        <p:spPr>
          <a:xfrm>
            <a:off x="1238250" y="4895849"/>
            <a:ext cx="9667875" cy="1038225"/>
          </a:xfrm>
          <a:prstGeom prst="rect">
            <a:avLst/>
          </a:prstGeom>
          <a:noFill/>
          <a:ln w="0">
            <a:noFill/>
          </a:ln>
        </p:spPr>
        <p:txBody>
          <a:bodyPr wrap="square" lIns="0" tIns="0" rIns="0" bIns="0" anchor="t">
            <a:noAutofit/>
          </a:bodyPr>
          <a:lstStyle>
            <a:defPPr algn="l">
              <a:defRPr sz="1800" b="0">
                <a:solidFill>
                  <a:srgbClr val="404040"/>
                </a:solidFill>
                <a:latin typeface="微软雅黑"/>
                <a:ea typeface="微软雅黑"/>
                <a:cs typeface="微软雅黑"/>
              </a:defRPr>
            </a:defPPr>
            <a:lvl1pPr algn="l">
              <a:defRPr sz="1800" b="0">
                <a:solidFill>
                  <a:srgbClr val="404040"/>
                </a:solidFill>
                <a:latin typeface="微软雅黑"/>
                <a:ea typeface="微软雅黑"/>
                <a:cs typeface="微软雅黑"/>
              </a:defRPr>
            </a:lvl1pPr>
            <a:lvl2pPr algn="l">
              <a:defRPr sz="1800" b="0">
                <a:solidFill>
                  <a:srgbClr val="404040"/>
                </a:solidFill>
                <a:latin typeface="微软雅黑"/>
                <a:ea typeface="微软雅黑"/>
                <a:cs typeface="微软雅黑"/>
              </a:defRPr>
            </a:lvl2pPr>
            <a:lvl3pPr algn="l">
              <a:defRPr sz="1800" b="0">
                <a:solidFill>
                  <a:srgbClr val="404040"/>
                </a:solidFill>
                <a:latin typeface="微软雅黑"/>
                <a:ea typeface="微软雅黑"/>
                <a:cs typeface="微软雅黑"/>
              </a:defRPr>
            </a:lvl3pPr>
            <a:lvl4pPr algn="l">
              <a:defRPr sz="1800" b="0">
                <a:solidFill>
                  <a:srgbClr val="404040"/>
                </a:solidFill>
                <a:latin typeface="微软雅黑"/>
                <a:ea typeface="微软雅黑"/>
                <a:cs typeface="微软雅黑"/>
              </a:defRPr>
            </a:lvl4pPr>
            <a:lvl5pPr algn="l">
              <a:defRPr sz="1800" b="0">
                <a:solidFill>
                  <a:srgbClr val="404040"/>
                </a:solidFill>
                <a:latin typeface="微软雅黑"/>
                <a:ea typeface="微软雅黑"/>
                <a:cs typeface="微软雅黑"/>
              </a:defRPr>
            </a:lvl5pPr>
            <a:lvl6pPr algn="l">
              <a:defRPr sz="1800" b="0">
                <a:solidFill>
                  <a:srgbClr val="404040"/>
                </a:solidFill>
                <a:latin typeface="微软雅黑"/>
                <a:ea typeface="微软雅黑"/>
                <a:cs typeface="微软雅黑"/>
              </a:defRPr>
            </a:lvl6pPr>
            <a:lvl7pPr algn="l">
              <a:defRPr sz="1800" b="0">
                <a:solidFill>
                  <a:srgbClr val="404040"/>
                </a:solidFill>
                <a:latin typeface="微软雅黑"/>
                <a:ea typeface="微软雅黑"/>
                <a:cs typeface="微软雅黑"/>
              </a:defRPr>
            </a:lvl7pPr>
            <a:lvl8pPr algn="l">
              <a:defRPr sz="1800" b="0">
                <a:solidFill>
                  <a:srgbClr val="404040"/>
                </a:solidFill>
                <a:latin typeface="微软雅黑"/>
                <a:ea typeface="微软雅黑"/>
                <a:cs typeface="微软雅黑"/>
              </a:defRPr>
            </a:lvl8pPr>
            <a:lvl9pPr algn="l">
              <a:defRPr sz="1800" b="0">
                <a:solidFill>
                  <a:srgbClr val="404040"/>
                </a:solidFill>
                <a:latin typeface="微软雅黑"/>
                <a:ea typeface="微软雅黑"/>
                <a:cs typeface="微软雅黑"/>
              </a:defRPr>
            </a:lvl9pPr>
          </a:lstStyle>
          <a:p>
            <a:pPr algn="l">
              <a:lnSpc>
                <a:spcPct val="116000"/>
              </a:lnSpc>
              <a:buNone/>
              <a:defRPr sz="1800" b="0">
                <a:solidFill>
                  <a:srgbClr val="404040"/>
                </a:solidFill>
                <a:latin typeface="微软雅黑"/>
                <a:ea typeface="微软雅黑"/>
                <a:cs typeface="微软雅黑"/>
              </a:defRPr>
            </a:pPr>
            <a:r>
              <a:rPr sz="1800" b="0" dirty="0" err="1">
                <a:solidFill>
                  <a:srgbClr val="404040"/>
                </a:solidFill>
                <a:latin typeface="微软雅黑"/>
                <a:ea typeface="微软雅黑"/>
                <a:cs typeface="微软雅黑"/>
              </a:rPr>
              <a:t>核心</a:t>
            </a:r>
            <a:r>
              <a:rPr lang="zh-CN" altLang="en-US" sz="1800" b="0" dirty="0">
                <a:solidFill>
                  <a:srgbClr val="404040"/>
                </a:solidFill>
                <a:latin typeface="微软雅黑"/>
                <a:ea typeface="微软雅黑"/>
                <a:cs typeface="微软雅黑"/>
              </a:rPr>
              <a:t>受众</a:t>
            </a:r>
            <a:r>
              <a:rPr sz="1800" b="0" dirty="0">
                <a:solidFill>
                  <a:srgbClr val="404040"/>
                </a:solidFill>
                <a:latin typeface="微软雅黑"/>
                <a:ea typeface="微软雅黑"/>
                <a:cs typeface="微软雅黑"/>
              </a:rPr>
              <a:t>为45岁及以上家庭食品处理者</a:t>
            </a:r>
            <a:r>
              <a:rPr lang="zh-CN" altLang="en-US" dirty="0"/>
              <a:t>，可能涵盖各种职业，健康基础多样，应做好认知水平较低的准备，因此选择接触门槛较低的视频作为主要媒介</a:t>
            </a:r>
            <a:endParaRPr lang="en-US" altLang="zh-CN" dirty="0"/>
          </a:p>
          <a:p>
            <a:pPr algn="l">
              <a:lnSpc>
                <a:spcPct val="116000"/>
              </a:lnSpc>
              <a:buNone/>
              <a:defRPr sz="1800" b="0">
                <a:solidFill>
                  <a:srgbClr val="404040"/>
                </a:solidFill>
                <a:latin typeface="微软雅黑"/>
                <a:ea typeface="微软雅黑"/>
                <a:cs typeface="微软雅黑"/>
              </a:defRPr>
            </a:pPr>
            <a:endParaRPr lang="en-US" sz="1800" b="0" dirty="0">
              <a:solidFill>
                <a:srgbClr val="404040"/>
              </a:solidFill>
              <a:latin typeface="微软雅黑"/>
              <a:ea typeface="微软雅黑"/>
              <a:cs typeface="微软雅黑"/>
            </a:endParaRPr>
          </a:p>
          <a:p>
            <a:pPr algn="l">
              <a:lnSpc>
                <a:spcPct val="116000"/>
              </a:lnSpc>
              <a:buNone/>
              <a:defRPr sz="1800" b="0">
                <a:solidFill>
                  <a:srgbClr val="404040"/>
                </a:solidFill>
                <a:latin typeface="微软雅黑"/>
                <a:ea typeface="微软雅黑"/>
                <a:cs typeface="微软雅黑"/>
              </a:defRPr>
            </a:pPr>
            <a:r>
              <a:rPr sz="1800" b="0" dirty="0" err="1">
                <a:solidFill>
                  <a:srgbClr val="404040"/>
                </a:solidFill>
                <a:latin typeface="微软雅黑"/>
                <a:ea typeface="微软雅黑"/>
                <a:cs typeface="微软雅黑"/>
              </a:rPr>
              <a:t>扩展人群为其他年龄的家庭成员</a:t>
            </a:r>
            <a:r>
              <a:rPr lang="zh-CN" altLang="en-US" sz="1800" b="0" dirty="0">
                <a:solidFill>
                  <a:srgbClr val="404040"/>
                </a:solidFill>
                <a:latin typeface="微软雅黑"/>
                <a:ea typeface="微软雅黑"/>
                <a:cs typeface="微软雅黑"/>
              </a:rPr>
              <a:t>，</a:t>
            </a:r>
            <a:r>
              <a:rPr lang="zh-CN" altLang="en-US" dirty="0"/>
              <a:t>通过交流促进健康传播</a:t>
            </a:r>
            <a:endParaRPr sz="1800" b="0" dirty="0">
              <a:solidFill>
                <a:srgbClr val="404040"/>
              </a:solidFill>
              <a:latin typeface="微软雅黑"/>
              <a:ea typeface="微软雅黑"/>
              <a:cs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45" name="picture_45" descr="picture_45"/>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050" y="133350"/>
            <a:ext cx="9096375" cy="762000"/>
          </a:xfrm>
          <a:prstGeom prst="rect">
            <a:avLst/>
          </a:prstGeom>
        </p:spPr>
        <p:txBody>
          <a:bodyPr anchor="ctr">
            <a:normAutofit fontScale="95000"/>
          </a:bodyPr>
          <a:lstStyle>
            <a:lvl1pPr algn="l" defTabSz="914400" rtl="0" eaLnBrk="1" latinLnBrk="0" hangingPunct="1">
              <a:lnSpc>
                <a:spcPct val="90000"/>
              </a:lnSpc>
              <a:spcBef>
                <a:spcPct val="0"/>
              </a:spcBef>
              <a:buNone/>
              <a:defRPr sz="2925"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sz="2925"/>
            </a:pPr>
            <a:r>
              <a:rPr kumimoji="0" lang="zh-CN" altLang="en-US" sz="2925"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一、前期选题与思考（创作初始思维）</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29</a:t>
            </a:fld>
            <a:endParaRPr lang="zh-CN" altLang="en-US" dirty="0">
              <a:solidFill>
                <a:srgbClr val="3C5D74"/>
              </a:solidFill>
              <a:latin typeface="仓耳玄三M W05" panose="02020400000000000000" charset="-122"/>
              <a:ea typeface="仓耳玄三M W05" panose="02020400000000000000" charset="-122"/>
            </a:endParaRPr>
          </a:p>
        </p:txBody>
      </p:sp>
      <p:sp>
        <p:nvSpPr>
          <p:cNvPr id="224" name="outline_native_0"/>
          <p:cNvSpPr/>
          <p:nvPr/>
        </p:nvSpPr>
        <p:spPr>
          <a:xfrm flipH="1">
            <a:off x="1114425" y="1965166"/>
            <a:ext cx="10382250" cy="1619885"/>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225" name="outline_native_1"/>
          <p:cNvSpPr/>
          <p:nvPr/>
        </p:nvSpPr>
        <p:spPr>
          <a:xfrm>
            <a:off x="904875" y="1831816"/>
            <a:ext cx="10382250" cy="1619885"/>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226" name="outline_native_2"/>
          <p:cNvSpPr/>
          <p:nvPr/>
        </p:nvSpPr>
        <p:spPr>
          <a:xfrm>
            <a:off x="1219200" y="1593691"/>
            <a:ext cx="1619250" cy="4191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250">
                <a:solidFill>
                  <a:srgbClr val="FFFFFF"/>
                </a:solidFill>
              </a:defRPr>
            </a:pPr>
            <a:r>
              <a:rPr lang="zh-CN" sz="2250">
                <a:latin typeface="仓耳玄三M W05" panose="02020400000000000000" charset="-122"/>
                <a:ea typeface="仓耳玄三M W05" panose="02020400000000000000" charset="-122"/>
              </a:rPr>
              <a:t>题目3</a:t>
            </a:r>
          </a:p>
        </p:txBody>
      </p:sp>
      <p:sp>
        <p:nvSpPr>
          <p:cNvPr id="227" name="outline_native_3"/>
          <p:cNvSpPr/>
          <p:nvPr/>
        </p:nvSpPr>
        <p:spPr>
          <a:xfrm flipH="1">
            <a:off x="1114425" y="4284663"/>
            <a:ext cx="10382250" cy="1690688"/>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228" name="outline_native_4"/>
          <p:cNvSpPr/>
          <p:nvPr/>
        </p:nvSpPr>
        <p:spPr>
          <a:xfrm>
            <a:off x="904875" y="4151313"/>
            <a:ext cx="10382250" cy="1690688"/>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229" name="outline_native_5"/>
          <p:cNvSpPr/>
          <p:nvPr/>
        </p:nvSpPr>
        <p:spPr>
          <a:xfrm>
            <a:off x="1219200" y="3913187"/>
            <a:ext cx="1619250" cy="4191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250">
                <a:solidFill>
                  <a:srgbClr val="FFFFFF"/>
                </a:solidFill>
              </a:defRPr>
            </a:pPr>
            <a:r>
              <a:rPr lang="zh-CN" sz="2250">
                <a:latin typeface="仓耳玄三M W05" panose="02020400000000000000" charset="-122"/>
                <a:ea typeface="仓耳玄三M W05" panose="02020400000000000000" charset="-122"/>
              </a:rPr>
              <a:t>题目4</a:t>
            </a:r>
          </a:p>
        </p:txBody>
      </p:sp>
      <p:sp>
        <p:nvSpPr>
          <p:cNvPr id="231" name="outline_question_3">
            <a:extLst>
              <a:ext uri="{FF2B5EF4-FFF2-40B4-BE49-F238E27FC236}">
                <a16:creationId xmlns:a16="http://schemas.microsoft.com/office/drawing/2014/main" id="{772B5724-F905-4A84-A169-EA4FCA15DA5A}"/>
              </a:ext>
            </a:extLst>
          </p:cNvPr>
          <p:cNvSpPr>
            <a:spLocks noGrp="1"/>
          </p:cNvSpPr>
          <p:nvPr/>
        </p:nvSpPr>
        <p:spPr>
          <a:xfrm>
            <a:off x="1238250" y="2079466"/>
            <a:ext cx="9667875" cy="704850"/>
          </a:xfrm>
          <a:prstGeom prst="rect">
            <a:avLst/>
          </a:prstGeom>
          <a:noFill/>
          <a:ln w="0">
            <a:noFill/>
          </a:ln>
        </p:spPr>
        <p:txBody>
          <a:bodyPr wrap="square" lIns="0" tIns="0" rIns="0" bIns="0" anchor="t">
            <a:noAutofit/>
          </a:bodyPr>
          <a:lstStyle>
            <a:defPPr algn="l">
              <a:defRPr sz="1800" b="1">
                <a:solidFill>
                  <a:srgbClr val="A53836"/>
                </a:solidFill>
                <a:latin typeface="微软雅黑"/>
                <a:ea typeface="微软雅黑"/>
                <a:cs typeface="微软雅黑"/>
              </a:defRPr>
            </a:defPPr>
            <a:lvl1pPr algn="l">
              <a:defRPr sz="1800" b="1">
                <a:solidFill>
                  <a:srgbClr val="A53836"/>
                </a:solidFill>
                <a:latin typeface="微软雅黑"/>
                <a:ea typeface="微软雅黑"/>
                <a:cs typeface="微软雅黑"/>
              </a:defRPr>
            </a:lvl1pPr>
            <a:lvl2pPr algn="l">
              <a:defRPr sz="1800" b="1">
                <a:solidFill>
                  <a:srgbClr val="A53836"/>
                </a:solidFill>
                <a:latin typeface="微软雅黑"/>
                <a:ea typeface="微软雅黑"/>
                <a:cs typeface="微软雅黑"/>
              </a:defRPr>
            </a:lvl2pPr>
            <a:lvl3pPr algn="l">
              <a:defRPr sz="1800" b="1">
                <a:solidFill>
                  <a:srgbClr val="A53836"/>
                </a:solidFill>
                <a:latin typeface="微软雅黑"/>
                <a:ea typeface="微软雅黑"/>
                <a:cs typeface="微软雅黑"/>
              </a:defRPr>
            </a:lvl3pPr>
            <a:lvl4pPr algn="l">
              <a:defRPr sz="1800" b="1">
                <a:solidFill>
                  <a:srgbClr val="A53836"/>
                </a:solidFill>
                <a:latin typeface="微软雅黑"/>
                <a:ea typeface="微软雅黑"/>
                <a:cs typeface="微软雅黑"/>
              </a:defRPr>
            </a:lvl4pPr>
            <a:lvl5pPr algn="l">
              <a:defRPr sz="1800" b="1">
                <a:solidFill>
                  <a:srgbClr val="A53836"/>
                </a:solidFill>
                <a:latin typeface="微软雅黑"/>
                <a:ea typeface="微软雅黑"/>
                <a:cs typeface="微软雅黑"/>
              </a:defRPr>
            </a:lvl5pPr>
            <a:lvl6pPr algn="l">
              <a:defRPr sz="1800" b="1">
                <a:solidFill>
                  <a:srgbClr val="A53836"/>
                </a:solidFill>
                <a:latin typeface="微软雅黑"/>
                <a:ea typeface="微软雅黑"/>
                <a:cs typeface="微软雅黑"/>
              </a:defRPr>
            </a:lvl6pPr>
            <a:lvl7pPr algn="l">
              <a:defRPr sz="1800" b="1">
                <a:solidFill>
                  <a:srgbClr val="A53836"/>
                </a:solidFill>
                <a:latin typeface="微软雅黑"/>
                <a:ea typeface="微软雅黑"/>
                <a:cs typeface="微软雅黑"/>
              </a:defRPr>
            </a:lvl7pPr>
            <a:lvl8pPr algn="l">
              <a:defRPr sz="1800" b="1">
                <a:solidFill>
                  <a:srgbClr val="A53836"/>
                </a:solidFill>
                <a:latin typeface="微软雅黑"/>
                <a:ea typeface="微软雅黑"/>
                <a:cs typeface="微软雅黑"/>
              </a:defRPr>
            </a:lvl8pPr>
            <a:lvl9pPr algn="l">
              <a:defRPr sz="1800" b="1">
                <a:solidFill>
                  <a:srgbClr val="A53836"/>
                </a:solidFill>
                <a:latin typeface="微软雅黑"/>
                <a:ea typeface="微软雅黑"/>
                <a:cs typeface="微软雅黑"/>
              </a:defRPr>
            </a:lvl9pPr>
          </a:lstStyle>
          <a:p>
            <a:pPr algn="l">
              <a:lnSpc>
                <a:spcPct val="113000"/>
              </a:lnSpc>
              <a:buNone/>
              <a:defRPr sz="1800" b="1">
                <a:solidFill>
                  <a:srgbClr val="A53836"/>
                </a:solidFill>
                <a:latin typeface="微软雅黑"/>
                <a:ea typeface="微软雅黑"/>
                <a:cs typeface="微软雅黑"/>
              </a:defRPr>
            </a:pPr>
            <a:r>
              <a:rPr sz="1800" b="1">
                <a:solidFill>
                  <a:srgbClr val="A53836"/>
                </a:solidFill>
                <a:latin typeface="微软雅黑"/>
                <a:ea typeface="微软雅黑"/>
                <a:cs typeface="微软雅黑"/>
              </a:rPr>
              <a:t>针对目标受众，预设的传播目标是什么？（普及知识/纠正误区/引导行为/缓解焦虑等）</a:t>
            </a:r>
          </a:p>
        </p:txBody>
      </p:sp>
      <p:sp>
        <p:nvSpPr>
          <p:cNvPr id="232" name="outline_answer_3">
            <a:extLst>
              <a:ext uri="{FF2B5EF4-FFF2-40B4-BE49-F238E27FC236}">
                <a16:creationId xmlns:a16="http://schemas.microsoft.com/office/drawing/2014/main" id="{870E5401-9924-4853-834A-853ED8CA7A94}"/>
              </a:ext>
            </a:extLst>
          </p:cNvPr>
          <p:cNvSpPr>
            <a:spLocks noGrp="1"/>
          </p:cNvSpPr>
          <p:nvPr/>
        </p:nvSpPr>
        <p:spPr>
          <a:xfrm>
            <a:off x="1238250" y="2564289"/>
            <a:ext cx="9667875" cy="1038225"/>
          </a:xfrm>
          <a:prstGeom prst="rect">
            <a:avLst/>
          </a:prstGeom>
          <a:noFill/>
          <a:ln w="0">
            <a:noFill/>
          </a:ln>
        </p:spPr>
        <p:txBody>
          <a:bodyPr wrap="square" lIns="0" tIns="0" rIns="0" bIns="0" anchor="t">
            <a:noAutofit/>
          </a:bodyPr>
          <a:lstStyle>
            <a:defPPr algn="l">
              <a:defRPr sz="1800" b="0">
                <a:solidFill>
                  <a:srgbClr val="404040"/>
                </a:solidFill>
                <a:latin typeface="微软雅黑"/>
                <a:ea typeface="微软雅黑"/>
                <a:cs typeface="微软雅黑"/>
              </a:defRPr>
            </a:defPPr>
            <a:lvl1pPr algn="l">
              <a:defRPr sz="1800" b="0">
                <a:solidFill>
                  <a:srgbClr val="404040"/>
                </a:solidFill>
                <a:latin typeface="微软雅黑"/>
                <a:ea typeface="微软雅黑"/>
                <a:cs typeface="微软雅黑"/>
              </a:defRPr>
            </a:lvl1pPr>
            <a:lvl2pPr algn="l">
              <a:defRPr sz="1800" b="0">
                <a:solidFill>
                  <a:srgbClr val="404040"/>
                </a:solidFill>
                <a:latin typeface="微软雅黑"/>
                <a:ea typeface="微软雅黑"/>
                <a:cs typeface="微软雅黑"/>
              </a:defRPr>
            </a:lvl2pPr>
            <a:lvl3pPr algn="l">
              <a:defRPr sz="1800" b="0">
                <a:solidFill>
                  <a:srgbClr val="404040"/>
                </a:solidFill>
                <a:latin typeface="微软雅黑"/>
                <a:ea typeface="微软雅黑"/>
                <a:cs typeface="微软雅黑"/>
              </a:defRPr>
            </a:lvl3pPr>
            <a:lvl4pPr algn="l">
              <a:defRPr sz="1800" b="0">
                <a:solidFill>
                  <a:srgbClr val="404040"/>
                </a:solidFill>
                <a:latin typeface="微软雅黑"/>
                <a:ea typeface="微软雅黑"/>
                <a:cs typeface="微软雅黑"/>
              </a:defRPr>
            </a:lvl4pPr>
            <a:lvl5pPr algn="l">
              <a:defRPr sz="1800" b="0">
                <a:solidFill>
                  <a:srgbClr val="404040"/>
                </a:solidFill>
                <a:latin typeface="微软雅黑"/>
                <a:ea typeface="微软雅黑"/>
                <a:cs typeface="微软雅黑"/>
              </a:defRPr>
            </a:lvl5pPr>
            <a:lvl6pPr algn="l">
              <a:defRPr sz="1800" b="0">
                <a:solidFill>
                  <a:srgbClr val="404040"/>
                </a:solidFill>
                <a:latin typeface="微软雅黑"/>
                <a:ea typeface="微软雅黑"/>
                <a:cs typeface="微软雅黑"/>
              </a:defRPr>
            </a:lvl6pPr>
            <a:lvl7pPr algn="l">
              <a:defRPr sz="1800" b="0">
                <a:solidFill>
                  <a:srgbClr val="404040"/>
                </a:solidFill>
                <a:latin typeface="微软雅黑"/>
                <a:ea typeface="微软雅黑"/>
                <a:cs typeface="微软雅黑"/>
              </a:defRPr>
            </a:lvl7pPr>
            <a:lvl8pPr algn="l">
              <a:defRPr sz="1800" b="0">
                <a:solidFill>
                  <a:srgbClr val="404040"/>
                </a:solidFill>
                <a:latin typeface="微软雅黑"/>
                <a:ea typeface="微软雅黑"/>
                <a:cs typeface="微软雅黑"/>
              </a:defRPr>
            </a:lvl8pPr>
            <a:lvl9pPr algn="l">
              <a:defRPr sz="1800" b="0">
                <a:solidFill>
                  <a:srgbClr val="404040"/>
                </a:solidFill>
                <a:latin typeface="微软雅黑"/>
                <a:ea typeface="微软雅黑"/>
                <a:cs typeface="微软雅黑"/>
              </a:defRPr>
            </a:lvl9pPr>
          </a:lstStyle>
          <a:p>
            <a:pPr algn="l">
              <a:lnSpc>
                <a:spcPct val="116000"/>
              </a:lnSpc>
              <a:buNone/>
              <a:defRPr sz="1800" b="0">
                <a:solidFill>
                  <a:srgbClr val="404040"/>
                </a:solidFill>
                <a:latin typeface="微软雅黑"/>
                <a:ea typeface="微软雅黑"/>
                <a:cs typeface="微软雅黑"/>
              </a:defRPr>
            </a:pPr>
            <a:r>
              <a:rPr sz="1800" b="0" dirty="0" err="1">
                <a:solidFill>
                  <a:srgbClr val="404040"/>
                </a:solidFill>
                <a:latin typeface="微软雅黑"/>
                <a:ea typeface="微软雅黑"/>
                <a:cs typeface="微软雅黑"/>
              </a:rPr>
              <a:t>希望受众理解风险与时间、温度及处理方式的关系，纠正“隔夜必然有害”或“加热一定安全”的误区，掌握储存、复热</a:t>
            </a:r>
            <a:r>
              <a:rPr lang="zh-CN" altLang="en-US" sz="1800" b="0" dirty="0">
                <a:solidFill>
                  <a:srgbClr val="404040"/>
                </a:solidFill>
                <a:latin typeface="微软雅黑"/>
                <a:ea typeface="微软雅黑"/>
                <a:cs typeface="微软雅黑"/>
              </a:rPr>
              <a:t>方法</a:t>
            </a:r>
            <a:r>
              <a:rPr sz="1800" b="0" dirty="0" err="1">
                <a:solidFill>
                  <a:srgbClr val="404040"/>
                </a:solidFill>
                <a:latin typeface="微软雅黑"/>
                <a:ea typeface="微软雅黑"/>
                <a:cs typeface="微软雅黑"/>
              </a:rPr>
              <a:t>和丢弃</a:t>
            </a:r>
            <a:r>
              <a:rPr lang="zh-CN" altLang="en-US" sz="1800" b="0" dirty="0">
                <a:solidFill>
                  <a:srgbClr val="404040"/>
                </a:solidFill>
                <a:latin typeface="微软雅黑"/>
                <a:ea typeface="微软雅黑"/>
                <a:cs typeface="微软雅黑"/>
              </a:rPr>
              <a:t>的条件</a:t>
            </a:r>
            <a:endParaRPr sz="1800" b="0" dirty="0">
              <a:solidFill>
                <a:srgbClr val="404040"/>
              </a:solidFill>
              <a:latin typeface="微软雅黑"/>
              <a:ea typeface="微软雅黑"/>
              <a:cs typeface="微软雅黑"/>
            </a:endParaRPr>
          </a:p>
        </p:txBody>
      </p:sp>
      <p:sp>
        <p:nvSpPr>
          <p:cNvPr id="233" name="outline_question_4">
            <a:extLst>
              <a:ext uri="{FF2B5EF4-FFF2-40B4-BE49-F238E27FC236}">
                <a16:creationId xmlns:a16="http://schemas.microsoft.com/office/drawing/2014/main" id="{4A627768-1F64-4319-8635-A21B8E429825}"/>
              </a:ext>
            </a:extLst>
          </p:cNvPr>
          <p:cNvSpPr>
            <a:spLocks noGrp="1"/>
          </p:cNvSpPr>
          <p:nvPr/>
        </p:nvSpPr>
        <p:spPr>
          <a:xfrm>
            <a:off x="1238250" y="4398962"/>
            <a:ext cx="9667875" cy="704850"/>
          </a:xfrm>
          <a:prstGeom prst="rect">
            <a:avLst/>
          </a:prstGeom>
          <a:noFill/>
          <a:ln w="0">
            <a:noFill/>
          </a:ln>
        </p:spPr>
        <p:txBody>
          <a:bodyPr wrap="square" lIns="0" tIns="0" rIns="0" bIns="0" anchor="t">
            <a:noAutofit/>
          </a:bodyPr>
          <a:lstStyle>
            <a:defPPr algn="l">
              <a:defRPr sz="1800" b="1">
                <a:solidFill>
                  <a:srgbClr val="A53836"/>
                </a:solidFill>
                <a:latin typeface="微软雅黑"/>
                <a:ea typeface="微软雅黑"/>
                <a:cs typeface="微软雅黑"/>
              </a:defRPr>
            </a:defPPr>
            <a:lvl1pPr algn="l">
              <a:defRPr sz="1800" b="1">
                <a:solidFill>
                  <a:srgbClr val="A53836"/>
                </a:solidFill>
                <a:latin typeface="微软雅黑"/>
                <a:ea typeface="微软雅黑"/>
                <a:cs typeface="微软雅黑"/>
              </a:defRPr>
            </a:lvl1pPr>
            <a:lvl2pPr algn="l">
              <a:defRPr sz="1800" b="1">
                <a:solidFill>
                  <a:srgbClr val="A53836"/>
                </a:solidFill>
                <a:latin typeface="微软雅黑"/>
                <a:ea typeface="微软雅黑"/>
                <a:cs typeface="微软雅黑"/>
              </a:defRPr>
            </a:lvl2pPr>
            <a:lvl3pPr algn="l">
              <a:defRPr sz="1800" b="1">
                <a:solidFill>
                  <a:srgbClr val="A53836"/>
                </a:solidFill>
                <a:latin typeface="微软雅黑"/>
                <a:ea typeface="微软雅黑"/>
                <a:cs typeface="微软雅黑"/>
              </a:defRPr>
            </a:lvl3pPr>
            <a:lvl4pPr algn="l">
              <a:defRPr sz="1800" b="1">
                <a:solidFill>
                  <a:srgbClr val="A53836"/>
                </a:solidFill>
                <a:latin typeface="微软雅黑"/>
                <a:ea typeface="微软雅黑"/>
                <a:cs typeface="微软雅黑"/>
              </a:defRPr>
            </a:lvl4pPr>
            <a:lvl5pPr algn="l">
              <a:defRPr sz="1800" b="1">
                <a:solidFill>
                  <a:srgbClr val="A53836"/>
                </a:solidFill>
                <a:latin typeface="微软雅黑"/>
                <a:ea typeface="微软雅黑"/>
                <a:cs typeface="微软雅黑"/>
              </a:defRPr>
            </a:lvl5pPr>
            <a:lvl6pPr algn="l">
              <a:defRPr sz="1800" b="1">
                <a:solidFill>
                  <a:srgbClr val="A53836"/>
                </a:solidFill>
                <a:latin typeface="微软雅黑"/>
                <a:ea typeface="微软雅黑"/>
                <a:cs typeface="微软雅黑"/>
              </a:defRPr>
            </a:lvl6pPr>
            <a:lvl7pPr algn="l">
              <a:defRPr sz="1800" b="1">
                <a:solidFill>
                  <a:srgbClr val="A53836"/>
                </a:solidFill>
                <a:latin typeface="微软雅黑"/>
                <a:ea typeface="微软雅黑"/>
                <a:cs typeface="微软雅黑"/>
              </a:defRPr>
            </a:lvl7pPr>
            <a:lvl8pPr algn="l">
              <a:defRPr sz="1800" b="1">
                <a:solidFill>
                  <a:srgbClr val="A53836"/>
                </a:solidFill>
                <a:latin typeface="微软雅黑"/>
                <a:ea typeface="微软雅黑"/>
                <a:cs typeface="微软雅黑"/>
              </a:defRPr>
            </a:lvl8pPr>
            <a:lvl9pPr algn="l">
              <a:defRPr sz="1800" b="1">
                <a:solidFill>
                  <a:srgbClr val="A53836"/>
                </a:solidFill>
                <a:latin typeface="微软雅黑"/>
                <a:ea typeface="微软雅黑"/>
                <a:cs typeface="微软雅黑"/>
              </a:defRPr>
            </a:lvl9pPr>
          </a:lstStyle>
          <a:p>
            <a:pPr algn="l">
              <a:lnSpc>
                <a:spcPct val="113000"/>
              </a:lnSpc>
              <a:buNone/>
              <a:defRPr sz="1800" b="1">
                <a:solidFill>
                  <a:srgbClr val="A53836"/>
                </a:solidFill>
                <a:latin typeface="微软雅黑"/>
                <a:ea typeface="微软雅黑"/>
                <a:cs typeface="微软雅黑"/>
              </a:defRPr>
            </a:pPr>
            <a:r>
              <a:rPr sz="1800" b="1">
                <a:solidFill>
                  <a:srgbClr val="A53836"/>
                </a:solidFill>
                <a:latin typeface="微软雅黑"/>
                <a:ea typeface="微软雅黑"/>
                <a:cs typeface="微软雅黑"/>
              </a:rPr>
              <a:t>选题阶段你遇到的最大困惑是什么？是否出现选题过大、过小、脱离受众的问题？如何抉择？</a:t>
            </a:r>
          </a:p>
        </p:txBody>
      </p:sp>
      <p:sp>
        <p:nvSpPr>
          <p:cNvPr id="234" name="outline_answer_4">
            <a:extLst>
              <a:ext uri="{FF2B5EF4-FFF2-40B4-BE49-F238E27FC236}">
                <a16:creationId xmlns:a16="http://schemas.microsoft.com/office/drawing/2014/main" id="{31EC1810-6F13-443B-8CF7-78C0191768DE}"/>
              </a:ext>
            </a:extLst>
          </p:cNvPr>
          <p:cNvSpPr>
            <a:spLocks noGrp="1"/>
          </p:cNvSpPr>
          <p:nvPr/>
        </p:nvSpPr>
        <p:spPr>
          <a:xfrm>
            <a:off x="1238250" y="4837111"/>
            <a:ext cx="9667875" cy="1038225"/>
          </a:xfrm>
          <a:prstGeom prst="rect">
            <a:avLst/>
          </a:prstGeom>
          <a:noFill/>
          <a:ln w="0">
            <a:noFill/>
          </a:ln>
        </p:spPr>
        <p:txBody>
          <a:bodyPr wrap="square" lIns="0" tIns="0" rIns="0" bIns="0" anchor="t">
            <a:noAutofit/>
          </a:bodyPr>
          <a:lstStyle>
            <a:defPPr algn="l">
              <a:defRPr sz="1800" b="0">
                <a:solidFill>
                  <a:srgbClr val="404040"/>
                </a:solidFill>
                <a:latin typeface="微软雅黑"/>
                <a:ea typeface="微软雅黑"/>
                <a:cs typeface="微软雅黑"/>
              </a:defRPr>
            </a:defPPr>
            <a:lvl1pPr algn="l">
              <a:defRPr sz="1800" b="0">
                <a:solidFill>
                  <a:srgbClr val="404040"/>
                </a:solidFill>
                <a:latin typeface="微软雅黑"/>
                <a:ea typeface="微软雅黑"/>
                <a:cs typeface="微软雅黑"/>
              </a:defRPr>
            </a:lvl1pPr>
            <a:lvl2pPr algn="l">
              <a:defRPr sz="1800" b="0">
                <a:solidFill>
                  <a:srgbClr val="404040"/>
                </a:solidFill>
                <a:latin typeface="微软雅黑"/>
                <a:ea typeface="微软雅黑"/>
                <a:cs typeface="微软雅黑"/>
              </a:defRPr>
            </a:lvl2pPr>
            <a:lvl3pPr algn="l">
              <a:defRPr sz="1800" b="0">
                <a:solidFill>
                  <a:srgbClr val="404040"/>
                </a:solidFill>
                <a:latin typeface="微软雅黑"/>
                <a:ea typeface="微软雅黑"/>
                <a:cs typeface="微软雅黑"/>
              </a:defRPr>
            </a:lvl3pPr>
            <a:lvl4pPr algn="l">
              <a:defRPr sz="1800" b="0">
                <a:solidFill>
                  <a:srgbClr val="404040"/>
                </a:solidFill>
                <a:latin typeface="微软雅黑"/>
                <a:ea typeface="微软雅黑"/>
                <a:cs typeface="微软雅黑"/>
              </a:defRPr>
            </a:lvl4pPr>
            <a:lvl5pPr algn="l">
              <a:defRPr sz="1800" b="0">
                <a:solidFill>
                  <a:srgbClr val="404040"/>
                </a:solidFill>
                <a:latin typeface="微软雅黑"/>
                <a:ea typeface="微软雅黑"/>
                <a:cs typeface="微软雅黑"/>
              </a:defRPr>
            </a:lvl5pPr>
            <a:lvl6pPr algn="l">
              <a:defRPr sz="1800" b="0">
                <a:solidFill>
                  <a:srgbClr val="404040"/>
                </a:solidFill>
                <a:latin typeface="微软雅黑"/>
                <a:ea typeface="微软雅黑"/>
                <a:cs typeface="微软雅黑"/>
              </a:defRPr>
            </a:lvl6pPr>
            <a:lvl7pPr algn="l">
              <a:defRPr sz="1800" b="0">
                <a:solidFill>
                  <a:srgbClr val="404040"/>
                </a:solidFill>
                <a:latin typeface="微软雅黑"/>
                <a:ea typeface="微软雅黑"/>
                <a:cs typeface="微软雅黑"/>
              </a:defRPr>
            </a:lvl7pPr>
            <a:lvl8pPr algn="l">
              <a:defRPr sz="1800" b="0">
                <a:solidFill>
                  <a:srgbClr val="404040"/>
                </a:solidFill>
                <a:latin typeface="微软雅黑"/>
                <a:ea typeface="微软雅黑"/>
                <a:cs typeface="微软雅黑"/>
              </a:defRPr>
            </a:lvl8pPr>
            <a:lvl9pPr algn="l">
              <a:defRPr sz="1800" b="0">
                <a:solidFill>
                  <a:srgbClr val="404040"/>
                </a:solidFill>
                <a:latin typeface="微软雅黑"/>
                <a:ea typeface="微软雅黑"/>
                <a:cs typeface="微软雅黑"/>
              </a:defRPr>
            </a:lvl9pPr>
          </a:lstStyle>
          <a:p>
            <a:pPr algn="l">
              <a:lnSpc>
                <a:spcPct val="116000"/>
              </a:lnSpc>
              <a:buNone/>
              <a:defRPr sz="1800" b="0">
                <a:solidFill>
                  <a:srgbClr val="404040"/>
                </a:solidFill>
                <a:latin typeface="微软雅黑"/>
                <a:ea typeface="微软雅黑"/>
                <a:cs typeface="微软雅黑"/>
              </a:defRPr>
            </a:pPr>
            <a:r>
              <a:rPr lang="zh-CN" altLang="en-US" dirty="0"/>
              <a:t>本来以为这个题目已经比较小了，但越来越感到力不从心，感觉不制造冲突不会有什么人看，但科普需要流量但又不能只为了流量</a:t>
            </a:r>
            <a:endParaRPr lang="en-US" altLang="zh-CN" dirty="0"/>
          </a:p>
          <a:p>
            <a:pPr algn="l">
              <a:lnSpc>
                <a:spcPct val="116000"/>
              </a:lnSpc>
              <a:buNone/>
              <a:defRPr sz="1800" b="0">
                <a:solidFill>
                  <a:srgbClr val="404040"/>
                </a:solidFill>
                <a:latin typeface="微软雅黑"/>
                <a:ea typeface="微软雅黑"/>
                <a:cs typeface="微软雅黑"/>
              </a:defRPr>
            </a:pPr>
            <a:endParaRPr lang="en-US" altLang="zh-CN" sz="1800" b="0" dirty="0">
              <a:solidFill>
                <a:srgbClr val="404040"/>
              </a:solidFill>
              <a:latin typeface="微软雅黑"/>
              <a:ea typeface="微软雅黑"/>
              <a:cs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45" name="picture_45" descr="picture_45"/>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050" y="133350"/>
            <a:ext cx="9096375" cy="762000"/>
          </a:xfrm>
          <a:prstGeom prst="rect">
            <a:avLst/>
          </a:prstGeom>
        </p:spPr>
        <p:txBody>
          <a:bodyPr anchor="ctr">
            <a:normAutofit fontScale="95000"/>
          </a:bodyPr>
          <a:lstStyle>
            <a:lvl1pPr algn="l" defTabSz="914400" rtl="0" eaLnBrk="1" latinLnBrk="0" hangingPunct="1">
              <a:lnSpc>
                <a:spcPct val="90000"/>
              </a:lnSpc>
              <a:spcBef>
                <a:spcPct val="0"/>
              </a:spcBef>
              <a:buNone/>
              <a:defRPr sz="2925"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sz="2925"/>
            </a:pPr>
            <a:r>
              <a:rPr kumimoji="0" lang="zh-CN" altLang="en-US" sz="2925"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二、内容策划与理论运用思考（核心创作思维）</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30</a:t>
            </a:fld>
            <a:endParaRPr lang="zh-CN" altLang="en-US" dirty="0">
              <a:solidFill>
                <a:srgbClr val="3C5D74"/>
              </a:solidFill>
              <a:latin typeface="仓耳玄三M W05" panose="02020400000000000000" charset="-122"/>
              <a:ea typeface="仓耳玄三M W05" panose="02020400000000000000" charset="-122"/>
            </a:endParaRPr>
          </a:p>
        </p:txBody>
      </p:sp>
      <p:sp>
        <p:nvSpPr>
          <p:cNvPr id="224" name="outline_native_0"/>
          <p:cNvSpPr/>
          <p:nvPr/>
        </p:nvSpPr>
        <p:spPr>
          <a:xfrm flipH="1">
            <a:off x="1114425" y="1609725"/>
            <a:ext cx="10382250" cy="1257300"/>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225" name="outline_native_1"/>
          <p:cNvSpPr/>
          <p:nvPr/>
        </p:nvSpPr>
        <p:spPr>
          <a:xfrm>
            <a:off x="904875" y="1476375"/>
            <a:ext cx="10382250" cy="1257300"/>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226" name="outline_native_2"/>
          <p:cNvSpPr/>
          <p:nvPr/>
        </p:nvSpPr>
        <p:spPr>
          <a:xfrm>
            <a:off x="1219200" y="1238250"/>
            <a:ext cx="1619250" cy="3810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100">
                <a:solidFill>
                  <a:srgbClr val="FFFFFF"/>
                </a:solidFill>
              </a:defRPr>
            </a:pPr>
            <a:r>
              <a:rPr lang="zh-CN" sz="2100">
                <a:latin typeface="仓耳玄三M W05" panose="02020400000000000000" charset="-122"/>
                <a:ea typeface="仓耳玄三M W05" panose="02020400000000000000" charset="-122"/>
              </a:rPr>
              <a:t>题目1</a:t>
            </a:r>
          </a:p>
        </p:txBody>
      </p:sp>
      <p:sp>
        <p:nvSpPr>
          <p:cNvPr id="227" name="outline_native_3"/>
          <p:cNvSpPr/>
          <p:nvPr/>
        </p:nvSpPr>
        <p:spPr>
          <a:xfrm flipH="1">
            <a:off x="1114425" y="3302000"/>
            <a:ext cx="10382250" cy="1304925"/>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228" name="outline_native_4"/>
          <p:cNvSpPr/>
          <p:nvPr/>
        </p:nvSpPr>
        <p:spPr>
          <a:xfrm>
            <a:off x="904875" y="3168650"/>
            <a:ext cx="10382250" cy="1304925"/>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229" name="outline_native_5"/>
          <p:cNvSpPr/>
          <p:nvPr/>
        </p:nvSpPr>
        <p:spPr>
          <a:xfrm>
            <a:off x="1219200" y="2930525"/>
            <a:ext cx="1619250" cy="3810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100">
                <a:solidFill>
                  <a:srgbClr val="FFFFFF"/>
                </a:solidFill>
              </a:defRPr>
            </a:pPr>
            <a:r>
              <a:rPr lang="zh-CN" sz="2100">
                <a:latin typeface="仓耳玄三M W05" panose="02020400000000000000" charset="-122"/>
                <a:ea typeface="仓耳玄三M W05" panose="02020400000000000000" charset="-122"/>
              </a:rPr>
              <a:t>题目2</a:t>
            </a:r>
          </a:p>
        </p:txBody>
      </p:sp>
      <p:sp>
        <p:nvSpPr>
          <p:cNvPr id="230" name="outline_native_6"/>
          <p:cNvSpPr/>
          <p:nvPr/>
        </p:nvSpPr>
        <p:spPr>
          <a:xfrm flipH="1">
            <a:off x="1114425" y="5041900"/>
            <a:ext cx="10382250" cy="1371600"/>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231" name="outline_native_7"/>
          <p:cNvSpPr/>
          <p:nvPr/>
        </p:nvSpPr>
        <p:spPr>
          <a:xfrm>
            <a:off x="904875" y="4908550"/>
            <a:ext cx="10382250" cy="1371600"/>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232" name="outline_native_8"/>
          <p:cNvSpPr/>
          <p:nvPr/>
        </p:nvSpPr>
        <p:spPr>
          <a:xfrm>
            <a:off x="1219200" y="4670425"/>
            <a:ext cx="1619250" cy="3810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100">
                <a:solidFill>
                  <a:srgbClr val="FFFFFF"/>
                </a:solidFill>
              </a:defRPr>
            </a:pPr>
            <a:r>
              <a:rPr lang="zh-CN" sz="2100">
                <a:latin typeface="仓耳玄三M W05" panose="02020400000000000000" charset="-122"/>
                <a:ea typeface="仓耳玄三M W05" panose="02020400000000000000" charset="-122"/>
              </a:rPr>
              <a:t>题目3</a:t>
            </a:r>
          </a:p>
        </p:txBody>
      </p:sp>
      <p:sp>
        <p:nvSpPr>
          <p:cNvPr id="234" name="outline_question_5">
            <a:extLst>
              <a:ext uri="{FF2B5EF4-FFF2-40B4-BE49-F238E27FC236}">
                <a16:creationId xmlns:a16="http://schemas.microsoft.com/office/drawing/2014/main" id="{F0199535-25E9-465D-96E2-CA2125CFD2D4}"/>
              </a:ext>
            </a:extLst>
          </p:cNvPr>
          <p:cNvSpPr>
            <a:spLocks noGrp="1"/>
          </p:cNvSpPr>
          <p:nvPr/>
        </p:nvSpPr>
        <p:spPr>
          <a:xfrm>
            <a:off x="1238250" y="1647825"/>
            <a:ext cx="9667875" cy="571500"/>
          </a:xfrm>
          <a:prstGeom prst="rect">
            <a:avLst/>
          </a:prstGeom>
          <a:noFill/>
          <a:ln w="0">
            <a:noFill/>
          </a:ln>
        </p:spPr>
        <p:txBody>
          <a:bodyPr wrap="square" lIns="0" tIns="0" rIns="0" bIns="0" anchor="t">
            <a:noAutofit/>
          </a:bodyPr>
          <a:lstStyle>
            <a:defPPr algn="l">
              <a:defRPr sz="1725" b="1">
                <a:solidFill>
                  <a:srgbClr val="A53836"/>
                </a:solidFill>
                <a:latin typeface="微软雅黑"/>
                <a:ea typeface="微软雅黑"/>
                <a:cs typeface="微软雅黑"/>
              </a:defRPr>
            </a:defPPr>
            <a:lvl1pPr algn="l">
              <a:defRPr sz="1725" b="1">
                <a:solidFill>
                  <a:srgbClr val="A53836"/>
                </a:solidFill>
                <a:latin typeface="微软雅黑"/>
                <a:ea typeface="微软雅黑"/>
                <a:cs typeface="微软雅黑"/>
              </a:defRPr>
            </a:lvl1pPr>
            <a:lvl2pPr algn="l">
              <a:defRPr sz="1725" b="1">
                <a:solidFill>
                  <a:srgbClr val="A53836"/>
                </a:solidFill>
                <a:latin typeface="微软雅黑"/>
                <a:ea typeface="微软雅黑"/>
                <a:cs typeface="微软雅黑"/>
              </a:defRPr>
            </a:lvl2pPr>
            <a:lvl3pPr algn="l">
              <a:defRPr sz="1725" b="1">
                <a:solidFill>
                  <a:srgbClr val="A53836"/>
                </a:solidFill>
                <a:latin typeface="微软雅黑"/>
                <a:ea typeface="微软雅黑"/>
                <a:cs typeface="微软雅黑"/>
              </a:defRPr>
            </a:lvl3pPr>
            <a:lvl4pPr algn="l">
              <a:defRPr sz="1725" b="1">
                <a:solidFill>
                  <a:srgbClr val="A53836"/>
                </a:solidFill>
                <a:latin typeface="微软雅黑"/>
                <a:ea typeface="微软雅黑"/>
                <a:cs typeface="微软雅黑"/>
              </a:defRPr>
            </a:lvl4pPr>
            <a:lvl5pPr algn="l">
              <a:defRPr sz="1725" b="1">
                <a:solidFill>
                  <a:srgbClr val="A53836"/>
                </a:solidFill>
                <a:latin typeface="微软雅黑"/>
                <a:ea typeface="微软雅黑"/>
                <a:cs typeface="微软雅黑"/>
              </a:defRPr>
            </a:lvl5pPr>
            <a:lvl6pPr algn="l">
              <a:defRPr sz="1725" b="1">
                <a:solidFill>
                  <a:srgbClr val="A53836"/>
                </a:solidFill>
                <a:latin typeface="微软雅黑"/>
                <a:ea typeface="微软雅黑"/>
                <a:cs typeface="微软雅黑"/>
              </a:defRPr>
            </a:lvl6pPr>
            <a:lvl7pPr algn="l">
              <a:defRPr sz="1725" b="1">
                <a:solidFill>
                  <a:srgbClr val="A53836"/>
                </a:solidFill>
                <a:latin typeface="微软雅黑"/>
                <a:ea typeface="微软雅黑"/>
                <a:cs typeface="微软雅黑"/>
              </a:defRPr>
            </a:lvl7pPr>
            <a:lvl8pPr algn="l">
              <a:defRPr sz="1725" b="1">
                <a:solidFill>
                  <a:srgbClr val="A53836"/>
                </a:solidFill>
                <a:latin typeface="微软雅黑"/>
                <a:ea typeface="微软雅黑"/>
                <a:cs typeface="微软雅黑"/>
              </a:defRPr>
            </a:lvl8pPr>
            <a:lvl9pPr algn="l">
              <a:defRPr sz="1725" b="1">
                <a:solidFill>
                  <a:srgbClr val="A53836"/>
                </a:solidFill>
                <a:latin typeface="微软雅黑"/>
                <a:ea typeface="微软雅黑"/>
                <a:cs typeface="微软雅黑"/>
              </a:defRPr>
            </a:lvl9pPr>
          </a:lstStyle>
          <a:p>
            <a:pPr algn="l">
              <a:lnSpc>
                <a:spcPct val="113000"/>
              </a:lnSpc>
              <a:buNone/>
              <a:defRPr sz="1725" b="1">
                <a:solidFill>
                  <a:srgbClr val="A53836"/>
                </a:solidFill>
                <a:latin typeface="微软雅黑"/>
                <a:ea typeface="微软雅黑"/>
                <a:cs typeface="微软雅黑"/>
              </a:defRPr>
            </a:pPr>
            <a:r>
              <a:rPr sz="1725" b="1">
                <a:solidFill>
                  <a:srgbClr val="A53836"/>
                </a:solidFill>
                <a:latin typeface="微软雅黑"/>
                <a:ea typeface="微软雅黑"/>
                <a:cs typeface="微软雅黑"/>
              </a:rPr>
              <a:t>如何平衡健康内容的科学性和通俗性？素材、数据、知识点的来源是什么？如何规避科普错误？</a:t>
            </a:r>
          </a:p>
        </p:txBody>
      </p:sp>
      <p:sp>
        <p:nvSpPr>
          <p:cNvPr id="235" name="outline_answer_5">
            <a:extLst>
              <a:ext uri="{FF2B5EF4-FFF2-40B4-BE49-F238E27FC236}">
                <a16:creationId xmlns:a16="http://schemas.microsoft.com/office/drawing/2014/main" id="{EA1079A1-95DF-40A9-974D-0D3A81E3B94C}"/>
              </a:ext>
            </a:extLst>
          </p:cNvPr>
          <p:cNvSpPr>
            <a:spLocks noGrp="1"/>
          </p:cNvSpPr>
          <p:nvPr/>
        </p:nvSpPr>
        <p:spPr>
          <a:xfrm>
            <a:off x="1238250" y="2008188"/>
            <a:ext cx="9667875" cy="657225"/>
          </a:xfrm>
          <a:prstGeom prst="rect">
            <a:avLst/>
          </a:prstGeom>
          <a:noFill/>
          <a:ln w="0">
            <a:noFill/>
          </a:ln>
        </p:spPr>
        <p:txBody>
          <a:bodyPr wrap="square" lIns="0" tIns="0" rIns="0" bIns="0" anchor="t">
            <a:noAutofit/>
          </a:bodyPr>
          <a:lstStyle>
            <a:defPPr algn="l">
              <a:defRPr sz="1688" b="0">
                <a:solidFill>
                  <a:srgbClr val="404040"/>
                </a:solidFill>
                <a:latin typeface="微软雅黑"/>
                <a:ea typeface="微软雅黑"/>
                <a:cs typeface="微软雅黑"/>
              </a:defRPr>
            </a:defPPr>
            <a:lvl1pPr algn="l">
              <a:defRPr sz="1688" b="0">
                <a:solidFill>
                  <a:srgbClr val="404040"/>
                </a:solidFill>
                <a:latin typeface="微软雅黑"/>
                <a:ea typeface="微软雅黑"/>
                <a:cs typeface="微软雅黑"/>
              </a:defRPr>
            </a:lvl1pPr>
            <a:lvl2pPr algn="l">
              <a:defRPr sz="1688" b="0">
                <a:solidFill>
                  <a:srgbClr val="404040"/>
                </a:solidFill>
                <a:latin typeface="微软雅黑"/>
                <a:ea typeface="微软雅黑"/>
                <a:cs typeface="微软雅黑"/>
              </a:defRPr>
            </a:lvl2pPr>
            <a:lvl3pPr algn="l">
              <a:defRPr sz="1688" b="0">
                <a:solidFill>
                  <a:srgbClr val="404040"/>
                </a:solidFill>
                <a:latin typeface="微软雅黑"/>
                <a:ea typeface="微软雅黑"/>
                <a:cs typeface="微软雅黑"/>
              </a:defRPr>
            </a:lvl3pPr>
            <a:lvl4pPr algn="l">
              <a:defRPr sz="1688" b="0">
                <a:solidFill>
                  <a:srgbClr val="404040"/>
                </a:solidFill>
                <a:latin typeface="微软雅黑"/>
                <a:ea typeface="微软雅黑"/>
                <a:cs typeface="微软雅黑"/>
              </a:defRPr>
            </a:lvl4pPr>
            <a:lvl5pPr algn="l">
              <a:defRPr sz="1688" b="0">
                <a:solidFill>
                  <a:srgbClr val="404040"/>
                </a:solidFill>
                <a:latin typeface="微软雅黑"/>
                <a:ea typeface="微软雅黑"/>
                <a:cs typeface="微软雅黑"/>
              </a:defRPr>
            </a:lvl5pPr>
            <a:lvl6pPr algn="l">
              <a:defRPr sz="1688" b="0">
                <a:solidFill>
                  <a:srgbClr val="404040"/>
                </a:solidFill>
                <a:latin typeface="微软雅黑"/>
                <a:ea typeface="微软雅黑"/>
                <a:cs typeface="微软雅黑"/>
              </a:defRPr>
            </a:lvl6pPr>
            <a:lvl7pPr algn="l">
              <a:defRPr sz="1688" b="0">
                <a:solidFill>
                  <a:srgbClr val="404040"/>
                </a:solidFill>
                <a:latin typeface="微软雅黑"/>
                <a:ea typeface="微软雅黑"/>
                <a:cs typeface="微软雅黑"/>
              </a:defRPr>
            </a:lvl7pPr>
            <a:lvl8pPr algn="l">
              <a:defRPr sz="1688" b="0">
                <a:solidFill>
                  <a:srgbClr val="404040"/>
                </a:solidFill>
                <a:latin typeface="微软雅黑"/>
                <a:ea typeface="微软雅黑"/>
                <a:cs typeface="微软雅黑"/>
              </a:defRPr>
            </a:lvl8pPr>
            <a:lvl9pPr algn="l">
              <a:defRPr sz="1688" b="0">
                <a:solidFill>
                  <a:srgbClr val="404040"/>
                </a:solidFill>
                <a:latin typeface="微软雅黑"/>
                <a:ea typeface="微软雅黑"/>
                <a:cs typeface="微软雅黑"/>
              </a:defRPr>
            </a:lvl9pPr>
          </a:lstStyle>
          <a:p>
            <a:pPr algn="l">
              <a:lnSpc>
                <a:spcPct val="116000"/>
              </a:lnSpc>
              <a:buNone/>
              <a:defRPr sz="1688" b="0">
                <a:solidFill>
                  <a:srgbClr val="404040"/>
                </a:solidFill>
                <a:latin typeface="微软雅黑"/>
                <a:ea typeface="微软雅黑"/>
                <a:cs typeface="微软雅黑"/>
              </a:defRPr>
            </a:pPr>
            <a:r>
              <a:rPr lang="zh-CN" altLang="en-US" sz="1688" b="0" dirty="0">
                <a:solidFill>
                  <a:srgbClr val="404040"/>
                </a:solidFill>
                <a:latin typeface="微软雅黑"/>
                <a:ea typeface="微软雅黑"/>
                <a:cs typeface="微软雅黑"/>
              </a:rPr>
              <a:t>使用动画直观展示可能会发生的事，模糊一些科学上的具体细节</a:t>
            </a:r>
            <a:endParaRPr lang="en-US" altLang="zh-CN" sz="1688" b="0" dirty="0">
              <a:solidFill>
                <a:srgbClr val="404040"/>
              </a:solidFill>
              <a:latin typeface="微软雅黑"/>
              <a:ea typeface="微软雅黑"/>
              <a:cs typeface="微软雅黑"/>
            </a:endParaRPr>
          </a:p>
          <a:p>
            <a:pPr algn="l">
              <a:lnSpc>
                <a:spcPct val="116000"/>
              </a:lnSpc>
              <a:buNone/>
              <a:defRPr sz="1688" b="0">
                <a:solidFill>
                  <a:srgbClr val="404040"/>
                </a:solidFill>
                <a:latin typeface="微软雅黑"/>
                <a:ea typeface="微软雅黑"/>
                <a:cs typeface="微软雅黑"/>
              </a:defRPr>
            </a:pPr>
            <a:r>
              <a:rPr lang="zh-CN" altLang="en-US" dirty="0"/>
              <a:t>主要参考</a:t>
            </a:r>
            <a:r>
              <a:rPr lang="en-US" altLang="zh-CN" dirty="0"/>
              <a:t>WHO</a:t>
            </a:r>
            <a:r>
              <a:rPr lang="zh-CN" altLang="en-US" dirty="0"/>
              <a:t>和</a:t>
            </a:r>
            <a:r>
              <a:rPr lang="en-US" altLang="zh-CN" dirty="0"/>
              <a:t>CDC</a:t>
            </a:r>
            <a:r>
              <a:rPr lang="zh-CN" altLang="en-US" dirty="0"/>
              <a:t>的指导文件</a:t>
            </a:r>
            <a:endParaRPr lang="en-US" altLang="zh-CN" sz="1688" b="0" dirty="0">
              <a:solidFill>
                <a:srgbClr val="404040"/>
              </a:solidFill>
              <a:latin typeface="微软雅黑"/>
              <a:ea typeface="微软雅黑"/>
              <a:cs typeface="微软雅黑"/>
            </a:endParaRPr>
          </a:p>
        </p:txBody>
      </p:sp>
      <p:sp>
        <p:nvSpPr>
          <p:cNvPr id="236" name="outline_question_6">
            <a:extLst>
              <a:ext uri="{FF2B5EF4-FFF2-40B4-BE49-F238E27FC236}">
                <a16:creationId xmlns:a16="http://schemas.microsoft.com/office/drawing/2014/main" id="{A3AFE8DB-65E2-4FF1-B0FF-D08764FC1ED5}"/>
              </a:ext>
            </a:extLst>
          </p:cNvPr>
          <p:cNvSpPr>
            <a:spLocks noGrp="1"/>
          </p:cNvSpPr>
          <p:nvPr/>
        </p:nvSpPr>
        <p:spPr>
          <a:xfrm>
            <a:off x="1238250" y="3340100"/>
            <a:ext cx="9667875" cy="571500"/>
          </a:xfrm>
          <a:prstGeom prst="rect">
            <a:avLst/>
          </a:prstGeom>
          <a:noFill/>
          <a:ln w="0">
            <a:noFill/>
          </a:ln>
        </p:spPr>
        <p:txBody>
          <a:bodyPr wrap="square" lIns="0" tIns="0" rIns="0" bIns="0" anchor="t">
            <a:noAutofit/>
          </a:bodyPr>
          <a:lstStyle>
            <a:defPPr algn="l">
              <a:defRPr sz="1725" b="1">
                <a:solidFill>
                  <a:srgbClr val="A53836"/>
                </a:solidFill>
                <a:latin typeface="微软雅黑"/>
                <a:ea typeface="微软雅黑"/>
                <a:cs typeface="微软雅黑"/>
              </a:defRPr>
            </a:defPPr>
            <a:lvl1pPr algn="l">
              <a:defRPr sz="1725" b="1">
                <a:solidFill>
                  <a:srgbClr val="A53836"/>
                </a:solidFill>
                <a:latin typeface="微软雅黑"/>
                <a:ea typeface="微软雅黑"/>
                <a:cs typeface="微软雅黑"/>
              </a:defRPr>
            </a:lvl1pPr>
            <a:lvl2pPr algn="l">
              <a:defRPr sz="1725" b="1">
                <a:solidFill>
                  <a:srgbClr val="A53836"/>
                </a:solidFill>
                <a:latin typeface="微软雅黑"/>
                <a:ea typeface="微软雅黑"/>
                <a:cs typeface="微软雅黑"/>
              </a:defRPr>
            </a:lvl2pPr>
            <a:lvl3pPr algn="l">
              <a:defRPr sz="1725" b="1">
                <a:solidFill>
                  <a:srgbClr val="A53836"/>
                </a:solidFill>
                <a:latin typeface="微软雅黑"/>
                <a:ea typeface="微软雅黑"/>
                <a:cs typeface="微软雅黑"/>
              </a:defRPr>
            </a:lvl3pPr>
            <a:lvl4pPr algn="l">
              <a:defRPr sz="1725" b="1">
                <a:solidFill>
                  <a:srgbClr val="A53836"/>
                </a:solidFill>
                <a:latin typeface="微软雅黑"/>
                <a:ea typeface="微软雅黑"/>
                <a:cs typeface="微软雅黑"/>
              </a:defRPr>
            </a:lvl4pPr>
            <a:lvl5pPr algn="l">
              <a:defRPr sz="1725" b="1">
                <a:solidFill>
                  <a:srgbClr val="A53836"/>
                </a:solidFill>
                <a:latin typeface="微软雅黑"/>
                <a:ea typeface="微软雅黑"/>
                <a:cs typeface="微软雅黑"/>
              </a:defRPr>
            </a:lvl5pPr>
            <a:lvl6pPr algn="l">
              <a:defRPr sz="1725" b="1">
                <a:solidFill>
                  <a:srgbClr val="A53836"/>
                </a:solidFill>
                <a:latin typeface="微软雅黑"/>
                <a:ea typeface="微软雅黑"/>
                <a:cs typeface="微软雅黑"/>
              </a:defRPr>
            </a:lvl6pPr>
            <a:lvl7pPr algn="l">
              <a:defRPr sz="1725" b="1">
                <a:solidFill>
                  <a:srgbClr val="A53836"/>
                </a:solidFill>
                <a:latin typeface="微软雅黑"/>
                <a:ea typeface="微软雅黑"/>
                <a:cs typeface="微软雅黑"/>
              </a:defRPr>
            </a:lvl7pPr>
            <a:lvl8pPr algn="l">
              <a:defRPr sz="1725" b="1">
                <a:solidFill>
                  <a:srgbClr val="A53836"/>
                </a:solidFill>
                <a:latin typeface="微软雅黑"/>
                <a:ea typeface="微软雅黑"/>
                <a:cs typeface="微软雅黑"/>
              </a:defRPr>
            </a:lvl8pPr>
            <a:lvl9pPr algn="l">
              <a:defRPr sz="1725" b="1">
                <a:solidFill>
                  <a:srgbClr val="A53836"/>
                </a:solidFill>
                <a:latin typeface="微软雅黑"/>
                <a:ea typeface="微软雅黑"/>
                <a:cs typeface="微软雅黑"/>
              </a:defRPr>
            </a:lvl9pPr>
          </a:lstStyle>
          <a:p>
            <a:pPr algn="l">
              <a:lnSpc>
                <a:spcPct val="113000"/>
              </a:lnSpc>
              <a:buNone/>
              <a:defRPr sz="1725" b="1">
                <a:solidFill>
                  <a:srgbClr val="A53836"/>
                </a:solidFill>
                <a:latin typeface="微软雅黑"/>
                <a:ea typeface="微软雅黑"/>
                <a:cs typeface="微软雅黑"/>
              </a:defRPr>
            </a:pPr>
            <a:r>
              <a:rPr sz="1725" b="1">
                <a:solidFill>
                  <a:srgbClr val="A53836"/>
                </a:solidFill>
                <a:latin typeface="微软雅黑"/>
                <a:ea typeface="微软雅黑"/>
                <a:cs typeface="微软雅黑"/>
              </a:rPr>
              <a:t>结合受众特点，在内容取舍、语言风格、知识点侧重上做了哪些针对性设计？</a:t>
            </a:r>
          </a:p>
        </p:txBody>
      </p:sp>
      <p:sp>
        <p:nvSpPr>
          <p:cNvPr id="237" name="outline_answer_6">
            <a:extLst>
              <a:ext uri="{FF2B5EF4-FFF2-40B4-BE49-F238E27FC236}">
                <a16:creationId xmlns:a16="http://schemas.microsoft.com/office/drawing/2014/main" id="{B6D94A71-73A2-4CDC-99A7-870E99A133EF}"/>
              </a:ext>
            </a:extLst>
          </p:cNvPr>
          <p:cNvSpPr>
            <a:spLocks noGrp="1"/>
          </p:cNvSpPr>
          <p:nvPr/>
        </p:nvSpPr>
        <p:spPr>
          <a:xfrm>
            <a:off x="1238250" y="3725863"/>
            <a:ext cx="9667875" cy="657225"/>
          </a:xfrm>
          <a:prstGeom prst="rect">
            <a:avLst/>
          </a:prstGeom>
          <a:noFill/>
          <a:ln w="0">
            <a:noFill/>
          </a:ln>
        </p:spPr>
        <p:txBody>
          <a:bodyPr wrap="square" lIns="0" tIns="0" rIns="0" bIns="0" anchor="t">
            <a:noAutofit/>
          </a:bodyPr>
          <a:lstStyle>
            <a:defPPr algn="l">
              <a:defRPr sz="1688" b="0">
                <a:solidFill>
                  <a:srgbClr val="404040"/>
                </a:solidFill>
                <a:latin typeface="微软雅黑"/>
                <a:ea typeface="微软雅黑"/>
                <a:cs typeface="微软雅黑"/>
              </a:defRPr>
            </a:defPPr>
            <a:lvl1pPr algn="l">
              <a:defRPr sz="1688" b="0">
                <a:solidFill>
                  <a:srgbClr val="404040"/>
                </a:solidFill>
                <a:latin typeface="微软雅黑"/>
                <a:ea typeface="微软雅黑"/>
                <a:cs typeface="微软雅黑"/>
              </a:defRPr>
            </a:lvl1pPr>
            <a:lvl2pPr algn="l">
              <a:defRPr sz="1688" b="0">
                <a:solidFill>
                  <a:srgbClr val="404040"/>
                </a:solidFill>
                <a:latin typeface="微软雅黑"/>
                <a:ea typeface="微软雅黑"/>
                <a:cs typeface="微软雅黑"/>
              </a:defRPr>
            </a:lvl2pPr>
            <a:lvl3pPr algn="l">
              <a:defRPr sz="1688" b="0">
                <a:solidFill>
                  <a:srgbClr val="404040"/>
                </a:solidFill>
                <a:latin typeface="微软雅黑"/>
                <a:ea typeface="微软雅黑"/>
                <a:cs typeface="微软雅黑"/>
              </a:defRPr>
            </a:lvl3pPr>
            <a:lvl4pPr algn="l">
              <a:defRPr sz="1688" b="0">
                <a:solidFill>
                  <a:srgbClr val="404040"/>
                </a:solidFill>
                <a:latin typeface="微软雅黑"/>
                <a:ea typeface="微软雅黑"/>
                <a:cs typeface="微软雅黑"/>
              </a:defRPr>
            </a:lvl4pPr>
            <a:lvl5pPr algn="l">
              <a:defRPr sz="1688" b="0">
                <a:solidFill>
                  <a:srgbClr val="404040"/>
                </a:solidFill>
                <a:latin typeface="微软雅黑"/>
                <a:ea typeface="微软雅黑"/>
                <a:cs typeface="微软雅黑"/>
              </a:defRPr>
            </a:lvl5pPr>
            <a:lvl6pPr algn="l">
              <a:defRPr sz="1688" b="0">
                <a:solidFill>
                  <a:srgbClr val="404040"/>
                </a:solidFill>
                <a:latin typeface="微软雅黑"/>
                <a:ea typeface="微软雅黑"/>
                <a:cs typeface="微软雅黑"/>
              </a:defRPr>
            </a:lvl6pPr>
            <a:lvl7pPr algn="l">
              <a:defRPr sz="1688" b="0">
                <a:solidFill>
                  <a:srgbClr val="404040"/>
                </a:solidFill>
                <a:latin typeface="微软雅黑"/>
                <a:ea typeface="微软雅黑"/>
                <a:cs typeface="微软雅黑"/>
              </a:defRPr>
            </a:lvl7pPr>
            <a:lvl8pPr algn="l">
              <a:defRPr sz="1688" b="0">
                <a:solidFill>
                  <a:srgbClr val="404040"/>
                </a:solidFill>
                <a:latin typeface="微软雅黑"/>
                <a:ea typeface="微软雅黑"/>
                <a:cs typeface="微软雅黑"/>
              </a:defRPr>
            </a:lvl8pPr>
            <a:lvl9pPr algn="l">
              <a:defRPr sz="1688" b="0">
                <a:solidFill>
                  <a:srgbClr val="404040"/>
                </a:solidFill>
                <a:latin typeface="微软雅黑"/>
                <a:ea typeface="微软雅黑"/>
                <a:cs typeface="微软雅黑"/>
              </a:defRPr>
            </a:lvl9pPr>
          </a:lstStyle>
          <a:p>
            <a:pPr algn="l">
              <a:lnSpc>
                <a:spcPct val="116000"/>
              </a:lnSpc>
              <a:buNone/>
              <a:defRPr sz="1688" b="0">
                <a:solidFill>
                  <a:srgbClr val="404040"/>
                </a:solidFill>
                <a:latin typeface="微软雅黑"/>
                <a:ea typeface="微软雅黑"/>
                <a:cs typeface="微软雅黑"/>
              </a:defRPr>
            </a:pPr>
            <a:r>
              <a:rPr lang="zh-CN" altLang="en-US" dirty="0"/>
              <a:t>要一定程度顺着受众，不能激起逆反心理，从家庭环境入手，营造相对温馨的家庭氛围。避免知识点的灌入，剧情上设定为剧情人物自己发现等等</a:t>
            </a:r>
            <a:endParaRPr sz="1688" b="0" dirty="0">
              <a:solidFill>
                <a:srgbClr val="404040"/>
              </a:solidFill>
              <a:latin typeface="微软雅黑"/>
              <a:ea typeface="微软雅黑"/>
              <a:cs typeface="微软雅黑"/>
            </a:endParaRPr>
          </a:p>
        </p:txBody>
      </p:sp>
      <p:sp>
        <p:nvSpPr>
          <p:cNvPr id="238" name="outline_question_7">
            <a:extLst>
              <a:ext uri="{FF2B5EF4-FFF2-40B4-BE49-F238E27FC236}">
                <a16:creationId xmlns:a16="http://schemas.microsoft.com/office/drawing/2014/main" id="{2D3E6274-5E58-4164-B339-11DBB25AB017}"/>
              </a:ext>
            </a:extLst>
          </p:cNvPr>
          <p:cNvSpPr>
            <a:spLocks noGrp="1"/>
          </p:cNvSpPr>
          <p:nvPr/>
        </p:nvSpPr>
        <p:spPr>
          <a:xfrm>
            <a:off x="1238250" y="5080000"/>
            <a:ext cx="9667875" cy="571500"/>
          </a:xfrm>
          <a:prstGeom prst="rect">
            <a:avLst/>
          </a:prstGeom>
          <a:noFill/>
          <a:ln w="0">
            <a:noFill/>
          </a:ln>
        </p:spPr>
        <p:txBody>
          <a:bodyPr wrap="square" lIns="0" tIns="0" rIns="0" bIns="0" anchor="t">
            <a:noAutofit/>
          </a:bodyPr>
          <a:lstStyle>
            <a:defPPr algn="l">
              <a:defRPr sz="1725" b="1">
                <a:solidFill>
                  <a:srgbClr val="A53836"/>
                </a:solidFill>
                <a:latin typeface="微软雅黑"/>
                <a:ea typeface="微软雅黑"/>
                <a:cs typeface="微软雅黑"/>
              </a:defRPr>
            </a:defPPr>
            <a:lvl1pPr algn="l">
              <a:defRPr sz="1725" b="1">
                <a:solidFill>
                  <a:srgbClr val="A53836"/>
                </a:solidFill>
                <a:latin typeface="微软雅黑"/>
                <a:ea typeface="微软雅黑"/>
                <a:cs typeface="微软雅黑"/>
              </a:defRPr>
            </a:lvl1pPr>
            <a:lvl2pPr algn="l">
              <a:defRPr sz="1725" b="1">
                <a:solidFill>
                  <a:srgbClr val="A53836"/>
                </a:solidFill>
                <a:latin typeface="微软雅黑"/>
                <a:ea typeface="微软雅黑"/>
                <a:cs typeface="微软雅黑"/>
              </a:defRPr>
            </a:lvl2pPr>
            <a:lvl3pPr algn="l">
              <a:defRPr sz="1725" b="1">
                <a:solidFill>
                  <a:srgbClr val="A53836"/>
                </a:solidFill>
                <a:latin typeface="微软雅黑"/>
                <a:ea typeface="微软雅黑"/>
                <a:cs typeface="微软雅黑"/>
              </a:defRPr>
            </a:lvl3pPr>
            <a:lvl4pPr algn="l">
              <a:defRPr sz="1725" b="1">
                <a:solidFill>
                  <a:srgbClr val="A53836"/>
                </a:solidFill>
                <a:latin typeface="微软雅黑"/>
                <a:ea typeface="微软雅黑"/>
                <a:cs typeface="微软雅黑"/>
              </a:defRPr>
            </a:lvl4pPr>
            <a:lvl5pPr algn="l">
              <a:defRPr sz="1725" b="1">
                <a:solidFill>
                  <a:srgbClr val="A53836"/>
                </a:solidFill>
                <a:latin typeface="微软雅黑"/>
                <a:ea typeface="微软雅黑"/>
                <a:cs typeface="微软雅黑"/>
              </a:defRPr>
            </a:lvl5pPr>
            <a:lvl6pPr algn="l">
              <a:defRPr sz="1725" b="1">
                <a:solidFill>
                  <a:srgbClr val="A53836"/>
                </a:solidFill>
                <a:latin typeface="微软雅黑"/>
                <a:ea typeface="微软雅黑"/>
                <a:cs typeface="微软雅黑"/>
              </a:defRPr>
            </a:lvl6pPr>
            <a:lvl7pPr algn="l">
              <a:defRPr sz="1725" b="1">
                <a:solidFill>
                  <a:srgbClr val="A53836"/>
                </a:solidFill>
                <a:latin typeface="微软雅黑"/>
                <a:ea typeface="微软雅黑"/>
                <a:cs typeface="微软雅黑"/>
              </a:defRPr>
            </a:lvl7pPr>
            <a:lvl8pPr algn="l">
              <a:defRPr sz="1725" b="1">
                <a:solidFill>
                  <a:srgbClr val="A53836"/>
                </a:solidFill>
                <a:latin typeface="微软雅黑"/>
                <a:ea typeface="微软雅黑"/>
                <a:cs typeface="微软雅黑"/>
              </a:defRPr>
            </a:lvl8pPr>
            <a:lvl9pPr algn="l">
              <a:defRPr sz="1725" b="1">
                <a:solidFill>
                  <a:srgbClr val="A53836"/>
                </a:solidFill>
                <a:latin typeface="微软雅黑"/>
                <a:ea typeface="微软雅黑"/>
                <a:cs typeface="微软雅黑"/>
              </a:defRPr>
            </a:lvl9pPr>
          </a:lstStyle>
          <a:p>
            <a:pPr algn="l">
              <a:lnSpc>
                <a:spcPct val="113000"/>
              </a:lnSpc>
              <a:buNone/>
              <a:defRPr sz="1725" b="1">
                <a:solidFill>
                  <a:srgbClr val="A53836"/>
                </a:solidFill>
                <a:latin typeface="微软雅黑"/>
                <a:ea typeface="微软雅黑"/>
                <a:cs typeface="微软雅黑"/>
              </a:defRPr>
            </a:pPr>
            <a:r>
              <a:rPr sz="1725" b="1">
                <a:solidFill>
                  <a:srgbClr val="A53836"/>
                </a:solidFill>
                <a:latin typeface="微软雅黑"/>
                <a:ea typeface="微软雅黑"/>
                <a:cs typeface="微软雅黑"/>
              </a:rPr>
              <a:t>内容策划阶段，遇到的困难是什么？</a:t>
            </a:r>
          </a:p>
        </p:txBody>
      </p:sp>
      <p:sp>
        <p:nvSpPr>
          <p:cNvPr id="239" name="outline_answer_7">
            <a:extLst>
              <a:ext uri="{FF2B5EF4-FFF2-40B4-BE49-F238E27FC236}">
                <a16:creationId xmlns:a16="http://schemas.microsoft.com/office/drawing/2014/main" id="{21ED4847-9058-42FC-AA8D-B6AE6E926E22}"/>
              </a:ext>
            </a:extLst>
          </p:cNvPr>
          <p:cNvSpPr>
            <a:spLocks noGrp="1"/>
          </p:cNvSpPr>
          <p:nvPr/>
        </p:nvSpPr>
        <p:spPr>
          <a:xfrm>
            <a:off x="1238250" y="5419725"/>
            <a:ext cx="9667875" cy="657225"/>
          </a:xfrm>
          <a:prstGeom prst="rect">
            <a:avLst/>
          </a:prstGeom>
          <a:noFill/>
          <a:ln w="0">
            <a:noFill/>
          </a:ln>
        </p:spPr>
        <p:txBody>
          <a:bodyPr wrap="square" lIns="0" tIns="0" rIns="0" bIns="0" anchor="t">
            <a:noAutofit/>
          </a:bodyPr>
          <a:lstStyle>
            <a:defPPr algn="l">
              <a:defRPr sz="1688" b="0">
                <a:solidFill>
                  <a:srgbClr val="404040"/>
                </a:solidFill>
                <a:latin typeface="微软雅黑"/>
                <a:ea typeface="微软雅黑"/>
                <a:cs typeface="微软雅黑"/>
              </a:defRPr>
            </a:defPPr>
            <a:lvl1pPr algn="l">
              <a:defRPr sz="1688" b="0">
                <a:solidFill>
                  <a:srgbClr val="404040"/>
                </a:solidFill>
                <a:latin typeface="微软雅黑"/>
                <a:ea typeface="微软雅黑"/>
                <a:cs typeface="微软雅黑"/>
              </a:defRPr>
            </a:lvl1pPr>
            <a:lvl2pPr algn="l">
              <a:defRPr sz="1688" b="0">
                <a:solidFill>
                  <a:srgbClr val="404040"/>
                </a:solidFill>
                <a:latin typeface="微软雅黑"/>
                <a:ea typeface="微软雅黑"/>
                <a:cs typeface="微软雅黑"/>
              </a:defRPr>
            </a:lvl2pPr>
            <a:lvl3pPr algn="l">
              <a:defRPr sz="1688" b="0">
                <a:solidFill>
                  <a:srgbClr val="404040"/>
                </a:solidFill>
                <a:latin typeface="微软雅黑"/>
                <a:ea typeface="微软雅黑"/>
                <a:cs typeface="微软雅黑"/>
              </a:defRPr>
            </a:lvl3pPr>
            <a:lvl4pPr algn="l">
              <a:defRPr sz="1688" b="0">
                <a:solidFill>
                  <a:srgbClr val="404040"/>
                </a:solidFill>
                <a:latin typeface="微软雅黑"/>
                <a:ea typeface="微软雅黑"/>
                <a:cs typeface="微软雅黑"/>
              </a:defRPr>
            </a:lvl4pPr>
            <a:lvl5pPr algn="l">
              <a:defRPr sz="1688" b="0">
                <a:solidFill>
                  <a:srgbClr val="404040"/>
                </a:solidFill>
                <a:latin typeface="微软雅黑"/>
                <a:ea typeface="微软雅黑"/>
                <a:cs typeface="微软雅黑"/>
              </a:defRPr>
            </a:lvl5pPr>
            <a:lvl6pPr algn="l">
              <a:defRPr sz="1688" b="0">
                <a:solidFill>
                  <a:srgbClr val="404040"/>
                </a:solidFill>
                <a:latin typeface="微软雅黑"/>
                <a:ea typeface="微软雅黑"/>
                <a:cs typeface="微软雅黑"/>
              </a:defRPr>
            </a:lvl6pPr>
            <a:lvl7pPr algn="l">
              <a:defRPr sz="1688" b="0">
                <a:solidFill>
                  <a:srgbClr val="404040"/>
                </a:solidFill>
                <a:latin typeface="微软雅黑"/>
                <a:ea typeface="微软雅黑"/>
                <a:cs typeface="微软雅黑"/>
              </a:defRPr>
            </a:lvl7pPr>
            <a:lvl8pPr algn="l">
              <a:defRPr sz="1688" b="0">
                <a:solidFill>
                  <a:srgbClr val="404040"/>
                </a:solidFill>
                <a:latin typeface="微软雅黑"/>
                <a:ea typeface="微软雅黑"/>
                <a:cs typeface="微软雅黑"/>
              </a:defRPr>
            </a:lvl8pPr>
            <a:lvl9pPr algn="l">
              <a:defRPr sz="1688" b="0">
                <a:solidFill>
                  <a:srgbClr val="404040"/>
                </a:solidFill>
                <a:latin typeface="微软雅黑"/>
                <a:ea typeface="微软雅黑"/>
                <a:cs typeface="微软雅黑"/>
              </a:defRPr>
            </a:lvl9pPr>
          </a:lstStyle>
          <a:p>
            <a:pPr algn="l">
              <a:lnSpc>
                <a:spcPct val="116000"/>
              </a:lnSpc>
              <a:buNone/>
              <a:defRPr sz="1688" b="0">
                <a:solidFill>
                  <a:srgbClr val="404040"/>
                </a:solidFill>
                <a:latin typeface="微软雅黑"/>
                <a:ea typeface="微软雅黑"/>
                <a:cs typeface="微软雅黑"/>
              </a:defRPr>
            </a:pPr>
            <a:r>
              <a:rPr lang="zh-CN" altLang="en-US" dirty="0"/>
              <a:t>创意，很难让视频变得有趣，不同剧情怎么衔接</a:t>
            </a:r>
            <a:endParaRPr lang="en-US" altLang="zh-CN" dirty="0"/>
          </a:p>
          <a:p>
            <a:pPr>
              <a:lnSpc>
                <a:spcPct val="116000"/>
              </a:lnSpc>
              <a:defRPr sz="1688" b="0">
                <a:solidFill>
                  <a:srgbClr val="404040"/>
                </a:solidFill>
                <a:latin typeface="微软雅黑"/>
                <a:ea typeface="微软雅黑"/>
                <a:cs typeface="微软雅黑"/>
              </a:defRPr>
            </a:pPr>
            <a:endParaRPr lang="en-US" altLang="zh-CN" sz="600" dirty="0"/>
          </a:p>
          <a:p>
            <a:pPr>
              <a:lnSpc>
                <a:spcPct val="116000"/>
              </a:lnSpc>
              <a:defRPr sz="1688" b="0">
                <a:solidFill>
                  <a:srgbClr val="404040"/>
                </a:solidFill>
                <a:latin typeface="微软雅黑"/>
                <a:ea typeface="微软雅黑"/>
                <a:cs typeface="微软雅黑"/>
              </a:defRPr>
            </a:pPr>
            <a:r>
              <a:rPr lang="en-US" altLang="zh-CN" dirty="0"/>
              <a:t>PS</a:t>
            </a:r>
            <a:r>
              <a:rPr lang="zh-CN" altLang="en-US" dirty="0"/>
              <a:t>：还有一个大问题是怎么把半成品游戏融入进来</a:t>
            </a:r>
            <a:endParaRPr lang="zh-CN" altLang="en-US" sz="1600" b="0" dirty="0">
              <a:solidFill>
                <a:srgbClr val="404040"/>
              </a:solidFill>
              <a:latin typeface="微软雅黑"/>
              <a:ea typeface="微软雅黑"/>
              <a:cs typeface="微软雅黑"/>
            </a:endParaRP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080" y="0"/>
            <a:ext cx="12197715" cy="1025525"/>
            <a:chOff x="-8" y="0"/>
            <a:chExt cx="19209" cy="1615"/>
          </a:xfrm>
        </p:grpSpPr>
        <p:grpSp>
          <p:nvGrpSpPr>
            <p:cNvPr id="42" name="组合 41"/>
            <p:cNvGrpSpPr/>
            <p:nvPr/>
          </p:nvGrpSpPr>
          <p:grpSpPr>
            <a:xfrm>
              <a:off x="-8" y="0"/>
              <a:ext cx="19202" cy="1614"/>
              <a:chOff x="-1593" y="0"/>
              <a:chExt cx="20804" cy="1748"/>
            </a:xfrm>
            <a:effectLst/>
          </p:grpSpPr>
          <p:grpSp>
            <p:nvGrpSpPr>
              <p:cNvPr id="9" name="组合 8"/>
              <p:cNvGrpSpPr/>
              <p:nvPr/>
            </p:nvGrpSpPr>
            <p:grpSpPr>
              <a:xfrm>
                <a:off x="5325" y="0"/>
                <a:ext cx="6943" cy="1748"/>
                <a:chOff x="4854" y="200"/>
                <a:chExt cx="6943" cy="1748"/>
              </a:xfrm>
            </p:grpSpPr>
            <p:pic>
              <p:nvPicPr>
                <p:cNvPr id="10" name="picture_10" descr="picture_10"/>
                <p:cNvPicPr>
                  <a:picLocks noChangeAspect="1"/>
                </p:cNvPicPr>
                <p:nvPr/>
              </p:nvPicPr>
              <p:blipFill>
                <a:blip r:embed="rId3">
                  <a:alphaModFix amt="20000"/>
                </a:blip>
                <a:stretch>
                  <a:fillRect/>
                </a:stretch>
              </p:blipFill>
              <p:spPr>
                <a:xfrm>
                  <a:off x="4854" y="200"/>
                  <a:ext cx="1749" cy="1749"/>
                </a:xfrm>
                <a:prstGeom prst="rect">
                  <a:avLst/>
                </a:prstGeom>
              </p:spPr>
            </p:pic>
            <p:pic>
              <p:nvPicPr>
                <p:cNvPr id="11" name="picture_11" descr="picture_11"/>
                <p:cNvPicPr>
                  <a:picLocks noChangeAspect="1"/>
                </p:cNvPicPr>
                <p:nvPr/>
              </p:nvPicPr>
              <p:blipFill>
                <a:blip r:embed="rId3">
                  <a:alphaModFix amt="20000"/>
                </a:blip>
                <a:stretch>
                  <a:fillRect/>
                </a:stretch>
              </p:blipFill>
              <p:spPr>
                <a:xfrm>
                  <a:off x="6552" y="200"/>
                  <a:ext cx="1749" cy="1749"/>
                </a:xfrm>
                <a:prstGeom prst="rect">
                  <a:avLst/>
                </a:prstGeom>
              </p:spPr>
            </p:pic>
            <p:pic>
              <p:nvPicPr>
                <p:cNvPr id="12" name="picture_12" descr="picture_12"/>
                <p:cNvPicPr>
                  <a:picLocks noChangeAspect="1"/>
                </p:cNvPicPr>
                <p:nvPr/>
              </p:nvPicPr>
              <p:blipFill>
                <a:blip r:embed="rId3">
                  <a:alphaModFix amt="20000"/>
                </a:blip>
                <a:stretch>
                  <a:fillRect/>
                </a:stretch>
              </p:blipFill>
              <p:spPr>
                <a:xfrm>
                  <a:off x="8301" y="200"/>
                  <a:ext cx="1749" cy="1749"/>
                </a:xfrm>
                <a:prstGeom prst="rect">
                  <a:avLst/>
                </a:prstGeom>
              </p:spPr>
            </p:pic>
            <p:pic>
              <p:nvPicPr>
                <p:cNvPr id="13" name="picture_13" descr="picture_13"/>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16" name="组合 15"/>
              <p:cNvGrpSpPr/>
              <p:nvPr/>
            </p:nvGrpSpPr>
            <p:grpSpPr>
              <a:xfrm>
                <a:off x="12269" y="0"/>
                <a:ext cx="6943" cy="1748"/>
                <a:chOff x="4854" y="200"/>
                <a:chExt cx="6943" cy="1748"/>
              </a:xfrm>
            </p:grpSpPr>
            <p:pic>
              <p:nvPicPr>
                <p:cNvPr id="19" name="picture_19" descr="picture_19"/>
                <p:cNvPicPr>
                  <a:picLocks noChangeAspect="1"/>
                </p:cNvPicPr>
                <p:nvPr/>
              </p:nvPicPr>
              <p:blipFill>
                <a:blip r:embed="rId3">
                  <a:alphaModFix amt="20000"/>
                </a:blip>
                <a:stretch>
                  <a:fillRect/>
                </a:stretch>
              </p:blipFill>
              <p:spPr>
                <a:xfrm>
                  <a:off x="4854" y="200"/>
                  <a:ext cx="1749" cy="1749"/>
                </a:xfrm>
                <a:prstGeom prst="rect">
                  <a:avLst/>
                </a:prstGeom>
              </p:spPr>
            </p:pic>
            <p:pic>
              <p:nvPicPr>
                <p:cNvPr id="22" name="picture_22" descr="picture_22"/>
                <p:cNvPicPr>
                  <a:picLocks noChangeAspect="1"/>
                </p:cNvPicPr>
                <p:nvPr/>
              </p:nvPicPr>
              <p:blipFill>
                <a:blip r:embed="rId3">
                  <a:alphaModFix amt="20000"/>
                </a:blip>
                <a:stretch>
                  <a:fillRect/>
                </a:stretch>
              </p:blipFill>
              <p:spPr>
                <a:xfrm>
                  <a:off x="6552" y="200"/>
                  <a:ext cx="1749" cy="1749"/>
                </a:xfrm>
                <a:prstGeom prst="rect">
                  <a:avLst/>
                </a:prstGeom>
              </p:spPr>
            </p:pic>
            <p:pic>
              <p:nvPicPr>
                <p:cNvPr id="25" name="picture_25" descr="picture_25"/>
                <p:cNvPicPr>
                  <a:picLocks noChangeAspect="1"/>
                </p:cNvPicPr>
                <p:nvPr/>
              </p:nvPicPr>
              <p:blipFill>
                <a:blip r:embed="rId3">
                  <a:alphaModFix amt="20000"/>
                </a:blip>
                <a:stretch>
                  <a:fillRect/>
                </a:stretch>
              </p:blipFill>
              <p:spPr>
                <a:xfrm>
                  <a:off x="8301" y="200"/>
                  <a:ext cx="1749" cy="1749"/>
                </a:xfrm>
                <a:prstGeom prst="rect">
                  <a:avLst/>
                </a:prstGeom>
              </p:spPr>
            </p:pic>
            <p:pic>
              <p:nvPicPr>
                <p:cNvPr id="26" name="picture_26" descr="picture_26"/>
                <p:cNvPicPr>
                  <a:picLocks noChangeAspect="1"/>
                </p:cNvPicPr>
                <p:nvPr/>
              </p:nvPicPr>
              <p:blipFill>
                <a:blip r:embed="rId3">
                  <a:alphaModFix amt="20000"/>
                </a:blip>
                <a:stretch>
                  <a:fillRect/>
                </a:stretch>
              </p:blipFill>
              <p:spPr>
                <a:xfrm>
                  <a:off x="10049" y="200"/>
                  <a:ext cx="1749" cy="1749"/>
                </a:xfrm>
                <a:prstGeom prst="rect">
                  <a:avLst/>
                </a:prstGeom>
              </p:spPr>
            </p:pic>
          </p:grpSp>
          <p:grpSp>
            <p:nvGrpSpPr>
              <p:cNvPr id="27" name="组合 26"/>
              <p:cNvGrpSpPr/>
              <p:nvPr/>
            </p:nvGrpSpPr>
            <p:grpSpPr>
              <a:xfrm>
                <a:off x="-1593" y="0"/>
                <a:ext cx="6943" cy="1748"/>
                <a:chOff x="4854" y="200"/>
                <a:chExt cx="6943" cy="1748"/>
              </a:xfrm>
            </p:grpSpPr>
            <p:pic>
              <p:nvPicPr>
                <p:cNvPr id="28" name="picture_28" descr="picture_28"/>
                <p:cNvPicPr>
                  <a:picLocks noChangeAspect="1"/>
                </p:cNvPicPr>
                <p:nvPr/>
              </p:nvPicPr>
              <p:blipFill>
                <a:blip r:embed="rId3">
                  <a:alphaModFix amt="20000"/>
                </a:blip>
                <a:stretch>
                  <a:fillRect/>
                </a:stretch>
              </p:blipFill>
              <p:spPr>
                <a:xfrm>
                  <a:off x="4854" y="200"/>
                  <a:ext cx="1749" cy="1749"/>
                </a:xfrm>
                <a:prstGeom prst="rect">
                  <a:avLst/>
                </a:prstGeom>
              </p:spPr>
            </p:pic>
            <p:pic>
              <p:nvPicPr>
                <p:cNvPr id="39" name="picture_39" descr="picture_39"/>
                <p:cNvPicPr>
                  <a:picLocks noChangeAspect="1"/>
                </p:cNvPicPr>
                <p:nvPr/>
              </p:nvPicPr>
              <p:blipFill>
                <a:blip r:embed="rId3">
                  <a:alphaModFix amt="20000"/>
                </a:blip>
                <a:stretch>
                  <a:fillRect/>
                </a:stretch>
              </p:blipFill>
              <p:spPr>
                <a:xfrm>
                  <a:off x="6552" y="200"/>
                  <a:ext cx="1749" cy="1749"/>
                </a:xfrm>
                <a:prstGeom prst="rect">
                  <a:avLst/>
                </a:prstGeom>
              </p:spPr>
            </p:pic>
            <p:pic>
              <p:nvPicPr>
                <p:cNvPr id="40" name="picture_40" descr="picture_40"/>
                <p:cNvPicPr>
                  <a:picLocks noChangeAspect="1"/>
                </p:cNvPicPr>
                <p:nvPr/>
              </p:nvPicPr>
              <p:blipFill>
                <a:blip r:embed="rId3">
                  <a:alphaModFix amt="20000"/>
                </a:blip>
                <a:stretch>
                  <a:fillRect/>
                </a:stretch>
              </p:blipFill>
              <p:spPr>
                <a:xfrm>
                  <a:off x="8301" y="200"/>
                  <a:ext cx="1749" cy="1749"/>
                </a:xfrm>
                <a:prstGeom prst="rect">
                  <a:avLst/>
                </a:prstGeom>
              </p:spPr>
            </p:pic>
            <p:pic>
              <p:nvPicPr>
                <p:cNvPr id="45" name="picture_45" descr="picture_45"/>
                <p:cNvPicPr>
                  <a:picLocks noChangeAspect="1"/>
                </p:cNvPicPr>
                <p:nvPr/>
              </p:nvPicPr>
              <p:blipFill>
                <a:blip r:embed="rId3">
                  <a:alphaModFix amt="20000"/>
                </a:blip>
                <a:stretch>
                  <a:fillRect/>
                </a:stretch>
              </p:blipFill>
              <p:spPr>
                <a:xfrm>
                  <a:off x="10049" y="200"/>
                  <a:ext cx="1749" cy="1749"/>
                </a:xfrm>
                <a:prstGeom prst="rect">
                  <a:avLst/>
                </a:prstGeom>
              </p:spPr>
            </p:pic>
          </p:grpSp>
        </p:grpSp>
        <p:pic>
          <p:nvPicPr>
            <p:cNvPr id="48" name="picture_48" descr="picture_48"/>
            <p:cNvPicPr/>
            <p:nvPr/>
          </p:nvPicPr>
          <p:blipFill>
            <a:blip r:embed="rId4"/>
            <a:srcRect t="32829" b="14952"/>
            <a:stretch>
              <a:fillRect/>
            </a:stretch>
          </p:blipFill>
          <p:spPr>
            <a:xfrm>
              <a:off x="11825" y="0"/>
              <a:ext cx="7376" cy="1589"/>
            </a:xfrm>
            <a:prstGeom prst="rect">
              <a:avLst/>
            </a:prstGeom>
            <a:noFill/>
            <a:ln w="9525">
              <a:noFill/>
            </a:ln>
          </p:spPr>
        </p:pic>
        <p:sp>
          <p:nvSpPr>
            <p:cNvPr id="123" name="slot_123"/>
            <p:cNvSpPr/>
            <p:nvPr/>
          </p:nvSpPr>
          <p:spPr>
            <a:xfrm>
              <a:off x="0" y="0"/>
              <a:ext cx="19200" cy="1615"/>
            </a:xfrm>
            <a:prstGeom prst="rect">
              <a:avLst/>
            </a:prstGeom>
            <a:gradFill>
              <a:gsLst>
                <a:gs pos="70000">
                  <a:srgbClr val="C28060">
                    <a:alpha val="100000"/>
                  </a:srgbClr>
                </a:gs>
                <a:gs pos="37000">
                  <a:srgbClr val="A23838"/>
                </a:gs>
                <a:gs pos="100000">
                  <a:srgbClr val="E1C888">
                    <a:alpha val="36000"/>
                  </a:srgbClr>
                </a:gs>
              </a:gsLst>
              <a:lin ang="27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Segoe UI Light" panose="020B0502040204020203"/>
                <a:ea typeface="微软雅黑 Light" panose="020B0502040204020203" pitchFamily="34" charset="-122"/>
                <a:cs typeface="+mn-cs"/>
              </a:endParaRPr>
            </a:p>
          </p:txBody>
        </p:sp>
        <p:pic>
          <p:nvPicPr>
            <p:cNvPr id="50" name="picture_50" descr="picture_5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98" y="392"/>
              <a:ext cx="2858" cy="805"/>
            </a:xfrm>
            <a:prstGeom prst="rect">
              <a:avLst/>
            </a:prstGeom>
          </p:spPr>
        </p:pic>
      </p:grpSp>
      <p:sp>
        <p:nvSpPr>
          <p:cNvPr id="97" name="slot_97"/>
          <p:cNvSpPr txBox="1"/>
          <p:nvPr/>
        </p:nvSpPr>
        <p:spPr>
          <a:xfrm>
            <a:off x="400050" y="133350"/>
            <a:ext cx="9096375" cy="762000"/>
          </a:xfrm>
          <a:prstGeom prst="rect">
            <a:avLst/>
          </a:prstGeom>
        </p:spPr>
        <p:txBody>
          <a:bodyPr anchor="ctr">
            <a:normAutofit fontScale="95000"/>
          </a:bodyPr>
          <a:lstStyle>
            <a:lvl1pPr algn="l" defTabSz="914400" rtl="0" eaLnBrk="1" latinLnBrk="0" hangingPunct="1">
              <a:lnSpc>
                <a:spcPct val="90000"/>
              </a:lnSpc>
              <a:spcBef>
                <a:spcPct val="0"/>
              </a:spcBef>
              <a:buNone/>
              <a:defRPr sz="2925" b="1" kern="1200">
                <a:solidFill>
                  <a:srgbClr val="0070C0"/>
                </a:solidFill>
                <a:latin typeface="+mj-lt"/>
                <a:ea typeface="微软雅黑"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defRPr sz="2925"/>
            </a:pPr>
            <a:r>
              <a:rPr kumimoji="0" lang="zh-CN" altLang="en-US" sz="2925" b="1" i="0" u="none" strike="noStrike" cap="none" spc="0" normalizeH="0" baseline="0">
                <a:solidFill>
                  <a:schemeClr val="bg1"/>
                </a:solidFill>
                <a:latin typeface="Times New Roman" panose="02020603050405020304" charset="0"/>
                <a:ea typeface="方正盛世楷书简体_大" panose="02000000000000000000" charset="-122"/>
                <a:cs typeface="+mn-cs"/>
                <a:sym typeface="+mn-lt"/>
              </a:rPr>
              <a:t>三、形式设计与传播适配思考（呈现思维）</a:t>
            </a:r>
          </a:p>
        </p:txBody>
      </p:sp>
      <p:sp>
        <p:nvSpPr>
          <p:cNvPr id="7" name="slot_7"/>
          <p:cNvSpPr>
            <a:spLocks noGrp="1"/>
          </p:cNvSpPr>
          <p:nvPr/>
        </p:nvSpPr>
        <p:spPr>
          <a:xfrm>
            <a:off x="9124950" y="6356350"/>
            <a:ext cx="2743200" cy="365125"/>
          </a:xfrm>
          <a:prstGeom prst="rect">
            <a:avLst/>
          </a:prstGeom>
        </p:spPr>
        <p:txBody>
          <a:bodyPr vert="horz" lIns="91440" tIns="45720" rIns="91440" bIns="45720" rtlCol="0" anchor="ctr"/>
          <a:lstStyle>
            <a:defPPr>
              <a:defRPr lang="zh-CN"/>
            </a:defPPr>
            <a:lvl1pPr marL="0" algn="r" defTabSz="914400" rtl="0" eaLnBrk="1" latinLnBrk="0" hangingPunct="1">
              <a:defRPr sz="1200" kern="1200">
                <a:solidFill>
                  <a:schemeClr val="bg1">
                    <a:lumMod val="75000"/>
                  </a:schemeClr>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BA9D17-A0D3-409F-BFF9-E5BAE63FEE36}" type="slidenum">
              <a:rPr lang="zh-CN" altLang="en-US" smtClean="0">
                <a:solidFill>
                  <a:srgbClr val="3C5D74"/>
                </a:solidFill>
                <a:latin typeface="仓耳玄三M W05" panose="02020400000000000000" charset="-122"/>
                <a:ea typeface="仓耳玄三M W05" panose="02020400000000000000" charset="-122"/>
              </a:rPr>
              <a:t>31</a:t>
            </a:fld>
            <a:endParaRPr lang="zh-CN" altLang="en-US" dirty="0">
              <a:solidFill>
                <a:srgbClr val="3C5D74"/>
              </a:solidFill>
              <a:latin typeface="仓耳玄三M W05" panose="02020400000000000000" charset="-122"/>
              <a:ea typeface="仓耳玄三M W05" panose="02020400000000000000" charset="-122"/>
            </a:endParaRPr>
          </a:p>
        </p:txBody>
      </p:sp>
      <p:sp>
        <p:nvSpPr>
          <p:cNvPr id="224" name="outline_native_0"/>
          <p:cNvSpPr/>
          <p:nvPr/>
        </p:nvSpPr>
        <p:spPr>
          <a:xfrm flipH="1">
            <a:off x="1114425" y="1966277"/>
            <a:ext cx="10382250" cy="2925445"/>
          </a:xfrm>
          <a:prstGeom prst="rect">
            <a:avLst/>
          </a:prstGeom>
          <a:ln w="25400">
            <a:solidFill>
              <a:srgbClr val="A23838"/>
            </a:solidFill>
            <a:miter/>
          </a:ln>
        </p:spPr>
        <p:txBody>
          <a:bodyPr lIns="45719" rIns="45719" anchor="ctr"/>
          <a:lstStyle/>
          <a:p>
            <a:pPr algn="ctr">
              <a:defRPr>
                <a:solidFill>
                  <a:srgbClr val="FFFFFF"/>
                </a:solidFill>
              </a:defRPr>
            </a:pPr>
            <a:endParaRPr/>
          </a:p>
        </p:txBody>
      </p:sp>
      <p:sp>
        <p:nvSpPr>
          <p:cNvPr id="225" name="outline_native_1"/>
          <p:cNvSpPr/>
          <p:nvPr/>
        </p:nvSpPr>
        <p:spPr>
          <a:xfrm>
            <a:off x="904875" y="1832927"/>
            <a:ext cx="10382250" cy="2925445"/>
          </a:xfrm>
          <a:prstGeom prst="rect">
            <a:avLst/>
          </a:prstGeom>
          <a:solidFill>
            <a:srgbClr val="F9FAFB"/>
          </a:solidFill>
          <a:ln w="12700">
            <a:miter lim="400000"/>
          </a:ln>
          <a:effectLst>
            <a:outerShdw blurRad="127000" dist="25400" dir="5400000" rotWithShape="0">
              <a:srgbClr val="969F98">
                <a:alpha val="40000"/>
              </a:srgbClr>
            </a:outerShdw>
          </a:effectLst>
        </p:spPr>
        <p:txBody>
          <a:bodyPr lIns="45719" rIns="45719" anchor="ctr"/>
          <a:lstStyle/>
          <a:p>
            <a:pPr algn="ctr">
              <a:defRPr>
                <a:solidFill>
                  <a:srgbClr val="FFFFFF"/>
                </a:solidFill>
              </a:defRPr>
            </a:pPr>
            <a:endParaRPr/>
          </a:p>
        </p:txBody>
      </p:sp>
      <p:sp>
        <p:nvSpPr>
          <p:cNvPr id="226" name="outline_native_2"/>
          <p:cNvSpPr/>
          <p:nvPr/>
        </p:nvSpPr>
        <p:spPr>
          <a:xfrm>
            <a:off x="1219200" y="1594802"/>
            <a:ext cx="1619250" cy="419100"/>
          </a:xfrm>
          <a:prstGeom prst="rect">
            <a:avLst/>
          </a:prstGeom>
          <a:solidFill>
            <a:srgbClr val="A23838"/>
          </a:solidFill>
          <a:ln w="12700">
            <a:miter lim="400000"/>
          </a:ln>
          <a:effectLst>
            <a:outerShdw blurRad="50800" dist="38100" dir="2700000" algn="tl" rotWithShape="0">
              <a:prstClr val="black">
                <a:alpha val="40000"/>
              </a:prstClr>
            </a:outerShdw>
          </a:effectLst>
        </p:spPr>
        <p:txBody>
          <a:bodyPr lIns="45719" rIns="45719" anchor="ctr"/>
          <a:lstStyle/>
          <a:p>
            <a:pPr algn="ctr">
              <a:defRPr sz="2250">
                <a:solidFill>
                  <a:srgbClr val="FFFFFF"/>
                </a:solidFill>
              </a:defRPr>
            </a:pPr>
            <a:r>
              <a:rPr lang="zh-CN" sz="2250">
                <a:latin typeface="仓耳玄三M W05" panose="02020400000000000000" charset="-122"/>
                <a:ea typeface="仓耳玄三M W05" panose="02020400000000000000" charset="-122"/>
              </a:rPr>
              <a:t>题目1</a:t>
            </a:r>
          </a:p>
        </p:txBody>
      </p:sp>
      <p:sp>
        <p:nvSpPr>
          <p:cNvPr id="231" name="outline_question_8">
            <a:extLst>
              <a:ext uri="{FF2B5EF4-FFF2-40B4-BE49-F238E27FC236}">
                <a16:creationId xmlns:a16="http://schemas.microsoft.com/office/drawing/2014/main" id="{8C6CDBF7-0FF7-4FF5-A943-76FFEEA5339F}"/>
              </a:ext>
            </a:extLst>
          </p:cNvPr>
          <p:cNvSpPr>
            <a:spLocks noGrp="1"/>
          </p:cNvSpPr>
          <p:nvPr/>
        </p:nvSpPr>
        <p:spPr>
          <a:xfrm>
            <a:off x="1238250" y="2080577"/>
            <a:ext cx="9667875" cy="704850"/>
          </a:xfrm>
          <a:prstGeom prst="rect">
            <a:avLst/>
          </a:prstGeom>
          <a:noFill/>
          <a:ln w="0">
            <a:noFill/>
          </a:ln>
        </p:spPr>
        <p:txBody>
          <a:bodyPr wrap="square" lIns="0" tIns="0" rIns="0" bIns="0" anchor="t">
            <a:noAutofit/>
          </a:bodyPr>
          <a:lstStyle>
            <a:defPPr algn="l">
              <a:defRPr sz="1800" b="1">
                <a:solidFill>
                  <a:srgbClr val="A53836"/>
                </a:solidFill>
                <a:latin typeface="微软雅黑"/>
                <a:ea typeface="微软雅黑"/>
                <a:cs typeface="微软雅黑"/>
              </a:defRPr>
            </a:defPPr>
            <a:lvl1pPr algn="l">
              <a:defRPr sz="1800" b="1">
                <a:solidFill>
                  <a:srgbClr val="A53836"/>
                </a:solidFill>
                <a:latin typeface="微软雅黑"/>
                <a:ea typeface="微软雅黑"/>
                <a:cs typeface="微软雅黑"/>
              </a:defRPr>
            </a:lvl1pPr>
            <a:lvl2pPr algn="l">
              <a:defRPr sz="1800" b="1">
                <a:solidFill>
                  <a:srgbClr val="A53836"/>
                </a:solidFill>
                <a:latin typeface="微软雅黑"/>
                <a:ea typeface="微软雅黑"/>
                <a:cs typeface="微软雅黑"/>
              </a:defRPr>
            </a:lvl2pPr>
            <a:lvl3pPr algn="l">
              <a:defRPr sz="1800" b="1">
                <a:solidFill>
                  <a:srgbClr val="A53836"/>
                </a:solidFill>
                <a:latin typeface="微软雅黑"/>
                <a:ea typeface="微软雅黑"/>
                <a:cs typeface="微软雅黑"/>
              </a:defRPr>
            </a:lvl3pPr>
            <a:lvl4pPr algn="l">
              <a:defRPr sz="1800" b="1">
                <a:solidFill>
                  <a:srgbClr val="A53836"/>
                </a:solidFill>
                <a:latin typeface="微软雅黑"/>
                <a:ea typeface="微软雅黑"/>
                <a:cs typeface="微软雅黑"/>
              </a:defRPr>
            </a:lvl4pPr>
            <a:lvl5pPr algn="l">
              <a:defRPr sz="1800" b="1">
                <a:solidFill>
                  <a:srgbClr val="A53836"/>
                </a:solidFill>
                <a:latin typeface="微软雅黑"/>
                <a:ea typeface="微软雅黑"/>
                <a:cs typeface="微软雅黑"/>
              </a:defRPr>
            </a:lvl5pPr>
            <a:lvl6pPr algn="l">
              <a:defRPr sz="1800" b="1">
                <a:solidFill>
                  <a:srgbClr val="A53836"/>
                </a:solidFill>
                <a:latin typeface="微软雅黑"/>
                <a:ea typeface="微软雅黑"/>
                <a:cs typeface="微软雅黑"/>
              </a:defRPr>
            </a:lvl6pPr>
            <a:lvl7pPr algn="l">
              <a:defRPr sz="1800" b="1">
                <a:solidFill>
                  <a:srgbClr val="A53836"/>
                </a:solidFill>
                <a:latin typeface="微软雅黑"/>
                <a:ea typeface="微软雅黑"/>
                <a:cs typeface="微软雅黑"/>
              </a:defRPr>
            </a:lvl7pPr>
            <a:lvl8pPr algn="l">
              <a:defRPr sz="1800" b="1">
                <a:solidFill>
                  <a:srgbClr val="A53836"/>
                </a:solidFill>
                <a:latin typeface="微软雅黑"/>
                <a:ea typeface="微软雅黑"/>
                <a:cs typeface="微软雅黑"/>
              </a:defRPr>
            </a:lvl8pPr>
            <a:lvl9pPr algn="l">
              <a:defRPr sz="1800" b="1">
                <a:solidFill>
                  <a:srgbClr val="A53836"/>
                </a:solidFill>
                <a:latin typeface="微软雅黑"/>
                <a:ea typeface="微软雅黑"/>
                <a:cs typeface="微软雅黑"/>
              </a:defRPr>
            </a:lvl9pPr>
          </a:lstStyle>
          <a:p>
            <a:pPr algn="l">
              <a:lnSpc>
                <a:spcPct val="113000"/>
              </a:lnSpc>
              <a:buNone/>
              <a:defRPr sz="1800" b="1">
                <a:solidFill>
                  <a:srgbClr val="A53836"/>
                </a:solidFill>
                <a:latin typeface="微软雅黑"/>
                <a:ea typeface="微软雅黑"/>
                <a:cs typeface="微软雅黑"/>
              </a:defRPr>
            </a:pPr>
            <a:r>
              <a:rPr sz="1800" b="1">
                <a:solidFill>
                  <a:srgbClr val="A53836"/>
                </a:solidFill>
                <a:latin typeface="微软雅黑"/>
                <a:ea typeface="微软雅黑"/>
                <a:cs typeface="微软雅黑"/>
              </a:rPr>
              <a:t>选择的传播载体是什么？（海报/公众号/短视频/折页等）选择该载体的理由是什么？对新媒体的评价怎样？</a:t>
            </a:r>
          </a:p>
        </p:txBody>
      </p:sp>
      <p:sp>
        <p:nvSpPr>
          <p:cNvPr id="232" name="outline_answer_8">
            <a:extLst>
              <a:ext uri="{FF2B5EF4-FFF2-40B4-BE49-F238E27FC236}">
                <a16:creationId xmlns:a16="http://schemas.microsoft.com/office/drawing/2014/main" id="{099C83B2-42BB-4599-833B-3C2E1EA79389}"/>
              </a:ext>
            </a:extLst>
          </p:cNvPr>
          <p:cNvSpPr>
            <a:spLocks noGrp="1"/>
          </p:cNvSpPr>
          <p:nvPr/>
        </p:nvSpPr>
        <p:spPr>
          <a:xfrm>
            <a:off x="1238250" y="2833052"/>
            <a:ext cx="9667875" cy="2120404"/>
          </a:xfrm>
          <a:prstGeom prst="rect">
            <a:avLst/>
          </a:prstGeom>
          <a:noFill/>
          <a:ln w="0">
            <a:noFill/>
          </a:ln>
        </p:spPr>
        <p:txBody>
          <a:bodyPr wrap="square" lIns="0" tIns="0" rIns="0" bIns="0" anchor="t">
            <a:noAutofit/>
          </a:bodyPr>
          <a:lstStyle>
            <a:defPPr algn="l">
              <a:defRPr sz="1800" b="0">
                <a:solidFill>
                  <a:srgbClr val="404040"/>
                </a:solidFill>
                <a:latin typeface="微软雅黑"/>
                <a:ea typeface="微软雅黑"/>
                <a:cs typeface="微软雅黑"/>
              </a:defRPr>
            </a:defPPr>
            <a:lvl1pPr algn="l">
              <a:defRPr sz="1800" b="0">
                <a:solidFill>
                  <a:srgbClr val="404040"/>
                </a:solidFill>
                <a:latin typeface="微软雅黑"/>
                <a:ea typeface="微软雅黑"/>
                <a:cs typeface="微软雅黑"/>
              </a:defRPr>
            </a:lvl1pPr>
            <a:lvl2pPr algn="l">
              <a:defRPr sz="1800" b="0">
                <a:solidFill>
                  <a:srgbClr val="404040"/>
                </a:solidFill>
                <a:latin typeface="微软雅黑"/>
                <a:ea typeface="微软雅黑"/>
                <a:cs typeface="微软雅黑"/>
              </a:defRPr>
            </a:lvl2pPr>
            <a:lvl3pPr algn="l">
              <a:defRPr sz="1800" b="0">
                <a:solidFill>
                  <a:srgbClr val="404040"/>
                </a:solidFill>
                <a:latin typeface="微软雅黑"/>
                <a:ea typeface="微软雅黑"/>
                <a:cs typeface="微软雅黑"/>
              </a:defRPr>
            </a:lvl3pPr>
            <a:lvl4pPr algn="l">
              <a:defRPr sz="1800" b="0">
                <a:solidFill>
                  <a:srgbClr val="404040"/>
                </a:solidFill>
                <a:latin typeface="微软雅黑"/>
                <a:ea typeface="微软雅黑"/>
                <a:cs typeface="微软雅黑"/>
              </a:defRPr>
            </a:lvl4pPr>
            <a:lvl5pPr algn="l">
              <a:defRPr sz="1800" b="0">
                <a:solidFill>
                  <a:srgbClr val="404040"/>
                </a:solidFill>
                <a:latin typeface="微软雅黑"/>
                <a:ea typeface="微软雅黑"/>
                <a:cs typeface="微软雅黑"/>
              </a:defRPr>
            </a:lvl5pPr>
            <a:lvl6pPr algn="l">
              <a:defRPr sz="1800" b="0">
                <a:solidFill>
                  <a:srgbClr val="404040"/>
                </a:solidFill>
                <a:latin typeface="微软雅黑"/>
                <a:ea typeface="微软雅黑"/>
                <a:cs typeface="微软雅黑"/>
              </a:defRPr>
            </a:lvl6pPr>
            <a:lvl7pPr algn="l">
              <a:defRPr sz="1800" b="0">
                <a:solidFill>
                  <a:srgbClr val="404040"/>
                </a:solidFill>
                <a:latin typeface="微软雅黑"/>
                <a:ea typeface="微软雅黑"/>
                <a:cs typeface="微软雅黑"/>
              </a:defRPr>
            </a:lvl7pPr>
            <a:lvl8pPr algn="l">
              <a:defRPr sz="1800" b="0">
                <a:solidFill>
                  <a:srgbClr val="404040"/>
                </a:solidFill>
                <a:latin typeface="微软雅黑"/>
                <a:ea typeface="微软雅黑"/>
                <a:cs typeface="微软雅黑"/>
              </a:defRPr>
            </a:lvl8pPr>
            <a:lvl9pPr algn="l">
              <a:defRPr sz="1800" b="0">
                <a:solidFill>
                  <a:srgbClr val="404040"/>
                </a:solidFill>
                <a:latin typeface="微软雅黑"/>
                <a:ea typeface="微软雅黑"/>
                <a:cs typeface="微软雅黑"/>
              </a:defRPr>
            </a:lvl9pPr>
          </a:lstStyle>
          <a:p>
            <a:pPr algn="l">
              <a:lnSpc>
                <a:spcPct val="116000"/>
              </a:lnSpc>
              <a:buNone/>
              <a:defRPr sz="1800" b="0">
                <a:solidFill>
                  <a:srgbClr val="404040"/>
                </a:solidFill>
                <a:latin typeface="微软雅黑"/>
                <a:ea typeface="微软雅黑"/>
                <a:cs typeface="微软雅黑"/>
              </a:defRPr>
            </a:pPr>
            <a:r>
              <a:rPr lang="zh-CN" altLang="en-US" sz="1800" b="0" dirty="0">
                <a:solidFill>
                  <a:srgbClr val="404040"/>
                </a:solidFill>
                <a:latin typeface="微软雅黑"/>
                <a:ea typeface="微软雅黑"/>
                <a:cs typeface="微软雅黑"/>
              </a:rPr>
              <a:t>剧情科普短视频与卡牌策略游戏。短视频通过家庭情境演绎和微观动画，直观传递食品安全知识；游戏通过情境选择与结果反馈，引导受众将知识应用于实际判断。两者相互补充，分别侧重知识传递与互动体验。</a:t>
            </a:r>
            <a:endParaRPr lang="en-US" altLang="zh-CN" sz="1800" b="0" dirty="0">
              <a:solidFill>
                <a:srgbClr val="404040"/>
              </a:solidFill>
              <a:latin typeface="微软雅黑"/>
              <a:ea typeface="微软雅黑"/>
              <a:cs typeface="微软雅黑"/>
            </a:endParaRPr>
          </a:p>
          <a:p>
            <a:pPr algn="l">
              <a:lnSpc>
                <a:spcPct val="116000"/>
              </a:lnSpc>
              <a:buNone/>
              <a:defRPr sz="1800" b="0">
                <a:solidFill>
                  <a:srgbClr val="404040"/>
                </a:solidFill>
                <a:latin typeface="微软雅黑"/>
                <a:ea typeface="微软雅黑"/>
                <a:cs typeface="微软雅黑"/>
              </a:defRPr>
            </a:pPr>
            <a:r>
              <a:rPr lang="zh-CN" altLang="en-US" sz="1800" b="0" dirty="0">
                <a:solidFill>
                  <a:srgbClr val="404040"/>
                </a:solidFill>
                <a:latin typeface="微软雅黑"/>
                <a:ea typeface="微软雅黑"/>
                <a:cs typeface="微软雅黑"/>
              </a:rPr>
              <a:t>新媒体具有视听直观、传播便捷、互动性强等优势，但平台覆盖不等于有效传播，仍应兼顾受众的使用习惯与操作门槛，并通过试用反馈持续优化传播效果。</a:t>
            </a:r>
          </a:p>
        </p:txBody>
      </p:sp>
    </p:spTree>
  </p:cSld>
  <p:clrMapOvr>
    <a:masterClrMapping/>
  </p:clrMapOvr>
  <mc:AlternateContent xmlns:mc="http://schemas.openxmlformats.org/markup-compatibility/2006" xmlns:p14="http://schemas.microsoft.com/office/powerpoint/2010/main">
    <mc:Choice Requires="p14">
      <p:transition spd="slow" p14:dur="1200"/>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TE2ZGE3ZjU5OWQ0Nzk4MDNjMmQzZTE0ZmZlNmQ3NzAifQ=="/>
  <p:tag name="KSO_WPP_MARK_KEY" val="69ab2ee6-358c-418d-954b-a2f1a32ad532"/>
  <p:tag name="FULLTEXTBEAUTIFYED"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302</TotalTime>
  <Words>7257</Words>
  <Application>Microsoft Office PowerPoint</Application>
  <PresentationFormat>宽屏</PresentationFormat>
  <Paragraphs>819</Paragraphs>
  <Slides>31</Slides>
  <Notes>31</Notes>
  <HiddenSlides>0</HiddenSlides>
  <MMClips>2</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31</vt:i4>
      </vt:variant>
    </vt:vector>
  </HeadingPairs>
  <TitlesOfParts>
    <vt:vector size="42" baseType="lpstr">
      <vt:lpstr>仓耳玄三M W05</vt:lpstr>
      <vt:lpstr>方正姚体</vt:lpstr>
      <vt:lpstr>微软雅黑</vt:lpstr>
      <vt:lpstr>Arial</vt:lpstr>
      <vt:lpstr>Calibri</vt:lpstr>
      <vt:lpstr>Impact</vt:lpstr>
      <vt:lpstr>Segoe UI Light</vt:lpstr>
      <vt:lpstr>Times New Roman</vt:lpstr>
      <vt:lpstr>Wingdings</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隔夜“食”验室：第一次汇报</dc:title>
  <dc:creator>LENOVO</dc:creator>
  <cp:lastModifiedBy>歆尧 王</cp:lastModifiedBy>
  <cp:revision>100</cp:revision>
  <dcterms:created xsi:type="dcterms:W3CDTF">2024-03-09T07:01:00Z</dcterms:created>
  <dcterms:modified xsi:type="dcterms:W3CDTF">2026-10-20T01:28:49Z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71037CA45CC34CFCAD5367CD16269474</vt:lpwstr>
  </property>
  <property fmtid="{D5CDD505-2E9C-101B-9397-08002B2CF9AE}" pid="3" name="KSOProductBuildVer">
    <vt:lpwstr>2052-11.1.0.13703</vt:lpwstr>
  </property>
</Properties>
</file>