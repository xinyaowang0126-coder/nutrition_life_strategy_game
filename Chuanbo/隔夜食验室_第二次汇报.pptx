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7" r:id="rId23"/>
    <p:sldId id="288" r:id="rId24"/>
    <p:sldId id="28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1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5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0"/>
            <a:ext cx="12191695" cy="20574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40487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隔夜“食”验室</a:t>
            </a:r>
            <a:endParaRPr lang="en-US" sz="4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69848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从传播方案到AI科普视频初稿</a:t>
            </a:r>
            <a:endParaRPr 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4582795"/>
            <a:ext cx="10332720" cy="1664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三大组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第一小组：</a:t>
            </a: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王歆尧  田伦荣益  李文鹏  李嘉辉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b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2000" b="1" dirty="0">
                <a:solidFill>
                  <a:srgbClr val="262626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2026-10-27</a:t>
            </a:r>
            <a:endParaRPr lang="en-US" sz="2000" b="1" dirty="0">
              <a:solidFill>
                <a:srgbClr val="262626"/>
              </a:solidFill>
              <a:latin typeface="Times New Roman" panose="02020603050405020304" pitchFamily="34" charset="0"/>
              <a:ea typeface="微软雅黑" panose="020B0503020204020204" pitchFamily="34" charset="-122"/>
              <a:cs typeface="Times New Roman" panose="020206030504050203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目录：从构想到成片的五个阶段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2618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066544" y="1261872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延续第一次方案，形成完整剧本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057400" y="1901952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945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066544" y="2194560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剧本设计：问题与三次取舍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057400" y="2834640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2724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066544" y="3127248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AI制作：现实困难与压缩迭代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057400" y="3767328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05993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2066544" y="4059936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初版成果与当前不足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057400" y="4700016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99262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2066544" y="4992624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实习思考提纲：全过程复盘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057400" y="5632704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第一次汇报留下的核心方案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定位与受众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面向45岁及以上家庭食品处理者，也兼顾年轻家庭成员。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不否定节约观念，关注时间、温度、保存与处理条件。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传播目标与形式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纠正“隔夜必然有害”和“加热必然安全”的简单判断。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原定形式：家庭情境 → 微观解释 → 现实处理。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剧本设计的第一步：先把传播目标变成故事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主人公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周阿姨：重视节约，有生活经验的家庭食品处理者。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小林：关心母亲，善于提问的年轻家人。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核心冲突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一盘室温放了一夜的饭菜，究竟还能不能吃？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争议集中于保存条件，不是代际对立。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转变过程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3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家庭提出疑问 → 进入“食”验室寻找解释 → 返回现实做出处理选择。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原剧本：160秒，家庭—实验—行动完整闭环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剧本结构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856232"/>
            <a:ext cx="2296287" cy="749808"/>
          </a:xfrm>
          <a:prstGeom prst="rect">
            <a:avLst/>
          </a:prstGeom>
          <a:solidFill>
            <a:srgbClr val="C18D75"/>
          </a:solidFill>
          <a:ln w="12700">
            <a:solidFill>
              <a:srgbClr val="C18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19247" y="1856232"/>
            <a:ext cx="656082" cy="749808"/>
          </a:xfrm>
          <a:prstGeom prst="rect">
            <a:avLst/>
          </a:prstGeom>
          <a:solidFill>
            <a:srgbClr val="D5AB71"/>
          </a:solidFill>
          <a:ln w="12700">
            <a:solidFill>
              <a:srgbClr val="D5AB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5329" y="1856232"/>
            <a:ext cx="4592574" cy="749808"/>
          </a:xfrm>
          <a:prstGeom prst="rect">
            <a:avLst/>
          </a:prstGeom>
          <a:solidFill>
            <a:srgbClr val="698DAB"/>
          </a:solidFill>
          <a:ln w="12700">
            <a:solidFill>
              <a:srgbClr val="698DA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67903" y="1856232"/>
            <a:ext cx="2296287" cy="749808"/>
          </a:xfrm>
          <a:prstGeom prst="rect">
            <a:avLst/>
          </a:prstGeom>
          <a:solidFill>
            <a:srgbClr val="83A28E"/>
          </a:solidFill>
          <a:ln w="12700">
            <a:solidFill>
              <a:srgbClr val="83A2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64190" y="1856232"/>
            <a:ext cx="656082" cy="749808"/>
          </a:xfrm>
          <a:prstGeom prst="rect">
            <a:avLst/>
          </a:prstGeom>
          <a:solidFill>
            <a:srgbClr val="BC7480"/>
          </a:solidFill>
          <a:ln w="12700">
            <a:solidFill>
              <a:srgbClr val="BC7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  35秒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825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微观转场  10秒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61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  70秒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825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现实处理  35秒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6112" y="4480560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  10秒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77824" y="5650992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计划包含30个分镜，科普部分安排三项实验。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剧本的三项科学实验：各承担什么任务？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科普内容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实验一：时间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回应“过了一夜就危险吗？”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解释熟食室温久放时部分微生物可能繁殖，强调放置时间。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实验二：温度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对比常温与及时冷藏。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冷藏可减缓繁殖，不等于灭菌，也不是无限期保存。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实验三：复热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3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回应“热透就一定安全吗？”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解释充分复热的作用及部分耐热毒素的局限。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一：如何有戏剧性，却不制造说教？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最初的张力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母女在“省下饭菜”与“注意食品安全”之间存在分歧。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若靠争吵和责备制造冲突，可能把核心受众放在错误一方。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最终的处理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小林先询问保存经历，不直接批评。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周阿姨通过解释主动判断，节约观念被尊重，改变的是处理方式。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二：如何兼顾短剧节奏与科普深度？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创作中发现的问题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如果实验室只是一段视觉转场，观众只会看到微生物特效。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如果一次灌输过多术语，又可能影响中老年人的理解。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原剧本的解决方式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原设70秒科学解释，分为时间、温度、复热三层。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每段先提问、再示意、最后给出可理解的结论。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三：温馨结局不能牺牲科学性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剧情逻辑的风险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如果开头饭菜室温放了一夜，结尾却加热后继续吃，会直接削弱此前科普。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观众容易误以为“热一下就能补救”。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采取的解决办法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周阿姨决定丢弃保存明显不当的饭菜。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再切到当天新做饭菜分装冷藏，次日确认保存妥当后复热。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剧本取舍总结：三个矛盾，三条原则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方法论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685800" y="138988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914400" y="150876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冲突与共情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4187952" y="149961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用家庭疑问替代指责性争吵：先承认节约动机，再引导判断。</a:t>
            </a:r>
            <a:endParaRPr lang="en-US" sz="2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685800" y="289864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914400" y="301752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节奏与解释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4187952" y="300837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先设计足够的科普时间：时间、温度、复热分别说明。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685800" y="440740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914400" y="452628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情节与科学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4187952" y="451713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保存不当的食物不再食用，另设场景演示正确操作。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从剧本进入AI制作：实际工作流程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视频制作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576072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704088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文本剧本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713232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确定对白、行为与核心科学信息</a:t>
            </a:r>
            <a:endParaRPr lang="en-US" sz="20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2916936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3044952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逐镜提示词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3054096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拆成可生成的单镜头动作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5257800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5385816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5394960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生成参考图及图生视频素材</a:t>
            </a:r>
            <a:endParaRPr lang="en-US" sz="2000" dirty="0"/>
          </a:p>
        </p:txBody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>
            <a:off x="7598664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7726680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剪映</a:t>
            </a:r>
            <a:endParaRPr lang="en-US" sz="2000" dirty="0"/>
          </a:p>
        </p:txBody>
      </p:sp>
      <p:sp>
        <p:nvSpPr>
          <p:cNvPr id="19" name="Text 16"/>
          <p:cNvSpPr/>
          <p:nvPr>
            <p:custDataLst>
              <p:tags r:id="rId13"/>
            </p:custDataLst>
          </p:nvPr>
        </p:nvSpPr>
        <p:spPr>
          <a:xfrm>
            <a:off x="7735824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拼接镜头、配音、字幕、科学信息</a:t>
            </a:r>
            <a:endParaRPr lang="en-US" sz="2000" dirty="0"/>
          </a:p>
        </p:txBody>
      </p:sp>
      <p:sp>
        <p:nvSpPr>
          <p:cNvPr id="20" name="Shape 17"/>
          <p:cNvSpPr/>
          <p:nvPr>
            <p:custDataLst>
              <p:tags r:id="rId14"/>
            </p:custDataLst>
          </p:nvPr>
        </p:nvSpPr>
        <p:spPr>
          <a:xfrm>
            <a:off x="9939528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10067544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人工核对</a:t>
            </a:r>
            <a:endParaRPr lang="en-US" sz="2000" dirty="0"/>
          </a:p>
        </p:txBody>
      </p:sp>
      <p:sp>
        <p:nvSpPr>
          <p:cNvPr id="22" name="Text 19"/>
          <p:cNvSpPr/>
          <p:nvPr>
            <p:custDataLst>
              <p:tags r:id="rId16"/>
            </p:custDataLst>
          </p:nvPr>
        </p:nvSpPr>
        <p:spPr>
          <a:xfrm>
            <a:off x="10076688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检查剧情、科学示意及连续性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实际制作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</a:t>
            </a:r>
            <a:r>
              <a:rPr lang="en-US" altLang="zh-CN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endParaRPr lang="en-US" altLang="zh-CN" sz="32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制作过程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02360" y="1147445"/>
            <a:ext cx="10009505" cy="5208905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40" y="1353820"/>
            <a:ext cx="4415790" cy="23793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05" y="1351915"/>
            <a:ext cx="5038725" cy="47923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40" y="3733165"/>
            <a:ext cx="4418965" cy="24110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制作阶段遇到的新问题：资源有限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现实限制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具体约束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即梦AI生成额度与会员限制，无法按原计划充分生成所有镜头及尝试版本。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制作资源不只影响数量，还影响返工余地。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我们采取的调整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优先保留能够承载核心科普信息的内容。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压缩部分剧情铺垫与实验展示，以现有生成素材完成初版。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可量化的压缩：原剧本与初版对照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迭代修改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1572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154680" y="1572768"/>
            <a:ext cx="361188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2112264"/>
            <a:ext cx="2063931" cy="393192"/>
          </a:xfrm>
          <a:prstGeom prst="rect">
            <a:avLst/>
          </a:prstGeom>
          <a:solidFill>
            <a:srgbClr val="A44A52"/>
          </a:solidFill>
          <a:ln w="12700">
            <a:solidFill>
              <a:srgbClr val="A44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25603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35 s  →  20 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41248" y="31729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154680" y="3172968"/>
            <a:ext cx="722376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3712464"/>
            <a:ext cx="4643846" cy="393192"/>
          </a:xfrm>
          <a:prstGeom prst="rect">
            <a:avLst/>
          </a:prstGeom>
          <a:solidFill>
            <a:srgbClr val="6089A0"/>
          </a:solidFill>
          <a:ln w="12700">
            <a:solidFill>
              <a:srgbClr val="6089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82112" y="41605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70 s  →  45 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5276088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家庭疑问压缩15秒；科学实验压缩25秒，合计压缩40秒。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压缩对叙事与科普分别意味着什么？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家庭疑问：35秒 → 20秒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优势：切入更快，减少铺垫。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代价：周阿姨生活经验、母女讨论与认知转变的呈现空间减少。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科学实验：70秒 → 45秒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优势：内容更集中。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代价：三项机制的解释、视觉停留与知识消化时间减少，需依靠字幕精炼信息。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AI制作的难点：哪些能解决，哪些不能？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技术反思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工具擅长的部分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从文本描述生成生活化场景。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制作肉眼不可见的微观原理示意。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帮助以较低拍摄门槛形成科普初稿。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仍需人工负责的部分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角色与道具的连续性、动作逻辑。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字幕数字及科学机制审核。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最终镜头选择、配音节奏与受众适配。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初步成果展示：视频初版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成果展示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1417320"/>
            <a:ext cx="10287000" cy="4416552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2416" y="1545336"/>
            <a:ext cx="10030968" cy="4160520"/>
          </a:xfrm>
          <a:prstGeom prst="line">
            <a:avLst/>
          </a:prstGeom>
          <a:noFill/>
          <a:ln w="12700">
            <a:solidFill>
              <a:srgbClr val="D9C0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176272"/>
            <a:ext cx="9829800" cy="34838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请插入你们当前初版视频或视频封面及链接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作品未公开发布，课堂展示不代表传播效果验证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目前优势与问题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现状分析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目前可确认的设计成果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已有从第一次汇报延续的剧情科普结构。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风险知识有时间、温度、复热三条线索。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提供丢弃、分装、及时冷藏和合理复热的行动示范。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目前仍待解决的不足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关键片段因额度限制被压缩，科普节奏需再次检查。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生成内容仍需核对科学示意与人物连续性。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尚无公开传播数据，也尚未取得受众评价。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下一步如何改进：先保证准确，再谈效果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后续计划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内容复核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逐项核对室温放置、冷藏、复热与丢弃条件。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检查“原理示意”标识与科学边界。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初版优化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检查压缩后是否出现跳跃。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调整对白、字幕时长、实验室镜头的停留。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受众试映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3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条件允许时邀请目标受众试看。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观察是否理解判断条件和操作步骤，不只问是否喜欢。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  <a:endParaRPr lang="zh-CN" altLang="en-US" sz="32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三</a:t>
            </a: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、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形式设计与传播适配思考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1.选择的传播载体是什么？（海报/公众号/短视频/折页等）选择该载体的理由是什么？对新媒体的评价怎样？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剧情科普视频承担线性的信息传递：家庭疑问→机制解释→处置行动。配套游戏承担情境选择与反馈，视频不替代游戏功能。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2.在视觉、排版、结构、时长等形式设计上，如何贴合受众阅读/观看习惯？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家庭部分写实、实验室部分可视化；使用短句、清楚字幕和单镜头主要动作。原设160秒；实际制作受额度影响，部分片段压缩，仍需检验观看节奏。</a:t>
            </a: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3.设计过程中，是否遇到“美观和实用冲突”“创意和科学冲突”的问题？具体如何取舍？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dirty="0"/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不制造责备性代际争吵；不把微生物动画当真实证据。不让室温放了一夜的饭菜加热后被继续食用。</a:t>
            </a: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4.目前材料在传播性、吸引力上有哪些优势和不足？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优势：家庭场景与微观机制解释相结合，提供具体保存步骤。不足：家庭20秒、三项实验各15秒；科学解释节奏更紧凑，尚无受众评价。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  <a:endParaRPr lang="zh-CN" altLang="en-US" sz="32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四、迭代修改与问题反思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1.从初稿到定稿，修改了哪些内容？（知识点、排版、语言、结构、受众适配性等）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答：剧本阶段修改矛盾点，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原160秒设计含家庭35秒、实验室70秒。由于制作资源限制，家庭疑问实际压缩至20秒，科学实验调整为每项15秒、合计45秒。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2.修改的原因是什么？（自我发现问题/带教老师指导/同学互评反馈）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剧本阶段基于科普完整性和科学逻辑进行调整。视频制作阶段则受到即梦额度及会员限制，需优先保留能够传递主要知识的镜头。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3.本次创作中，出现过误区吗，是什么？（例如：重形式轻内容、自嗨式创作、忽略受众、理论脱离实践等）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重视觉轻科学；以年轻人偏好的表现替代受众适配；把AI成片等同传播成功。因此坚持先确定信息、再决定画面，并保留审核环节。</a:t>
            </a: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4.整个制作过程中，最难解决的问题是什么？最终的解决方式与效果如何？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有限额度与时长下，如何保留剧情、科普解释和正确动作？通过压缩开场、将实验改为每项15秒实现初稿；效果仍需后续试看核对。</a:t>
            </a:r>
            <a:endParaRPr lang="en-US" sz="1600" dirty="0"/>
          </a:p>
          <a:p>
            <a:pPr marL="0" indent="0" algn="l">
              <a:buNone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致谢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1985" y="2780665"/>
            <a:ext cx="106527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感谢老师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批评与指导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！</a:t>
            </a:r>
            <a:endParaRPr lang="zh-CN" altLang="en-US" sz="32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22969" y="5494929"/>
            <a:ext cx="9216572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汇报小组：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3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大组第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小组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		    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时间：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2026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年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10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月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27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日</a:t>
            </a:r>
            <a:endParaRPr lang="zh-CN" altLang="en-US" sz="1400" b="1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组员：</a:t>
            </a: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王歆尧  田伦荣益  李文鹏  李嘉辉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</a:t>
            </a:r>
            <a:endParaRPr lang="zh-CN" altLang="en-US" sz="1400" b="1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2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3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4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5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6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7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8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9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0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2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3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4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5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6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7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8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9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20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21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22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23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24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25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26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27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28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29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0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1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2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3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4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5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6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7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8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39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0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1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2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3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4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5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6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7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8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49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0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1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2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3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4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5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6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7.xml><?xml version="1.0" encoding="utf-8"?>
<p:tagLst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8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59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0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1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2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3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4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5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6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7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8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9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0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1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2.xml><?xml version="1.0" encoding="utf-8"?>
<p:tagLst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3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74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75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76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77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78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79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0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1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2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3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4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5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6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7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8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89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0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1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2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3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4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5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6.xml><?xml version="1.0" encoding="utf-8"?>
<p:tagLst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7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98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99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0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1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2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3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4.xml><?xml version="1.0" encoding="utf-8"?>
<p:tagLst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5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06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07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08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09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0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1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2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3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4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5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ags/tag116.xml><?xml version="1.0" encoding="utf-8"?>
<p:tagLst xmlns:p="http://schemas.openxmlformats.org/presentationml/2006/main">
  <p:tag name="KSO_WM_DIAGRAM_VIRTUALLY_FRAME" val="{&quot;height&quot;:315.36,&quot;left&quot;:50.4,&quot;top&quot;:119.52000000000001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3132</Words>
  <Application>WPS 演示</Application>
  <PresentationFormat>On-screen Show (16:9)</PresentationFormat>
  <Paragraphs>392</Paragraphs>
  <Slides>22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微软雅黑</vt:lpstr>
      <vt:lpstr>Times New Roman</vt:lpstr>
      <vt:lpstr>Times New Roman</vt:lpstr>
      <vt:lpstr>Times New Roman</vt:lpstr>
      <vt:lpstr>Arial Unicode MS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隔夜食验室 第二次汇报</dc:title>
  <dc:creator>OpenAI</dc:creator>
  <dc:subject>公共卫生传播学第二次汇报</dc:subject>
  <cp:lastModifiedBy>李文鹏</cp:lastModifiedBy>
  <cp:revision>2</cp:revision>
  <dcterms:created xsi:type="dcterms:W3CDTF">2026-10-26T14:06:00Z</dcterms:created>
  <dcterms:modified xsi:type="dcterms:W3CDTF">2026-10-26T14:35:18Z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1A59AB9D84104BCCA4F70A7C1C57907A_12</vt:lpwstr>
  </property>
</Properties>
</file>